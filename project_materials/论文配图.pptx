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8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1"/>
  </p:handoutMasterIdLst>
  <p:sldIdLst>
    <p:sldId id="256" r:id="rId4"/>
    <p:sldId id="257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ustomXml" Target="../customXml/item1.xml"/><Relationship Id="rId15" Type="http://schemas.openxmlformats.org/officeDocument/2006/relationships/customXmlProps" Target="../customXml/itemProps18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1 —— </a:t>
            </a:r>
            <a:r>
              <a:rPr lang="zh-CN" altLang="en-US"/>
              <a:t>系统总体架构图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2 —— </a:t>
            </a:r>
            <a:r>
              <a:rPr lang="zh-CN" altLang="en-US"/>
              <a:t>核心数据模型关系图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3 —— </a:t>
            </a:r>
            <a:r>
              <a:rPr lang="zh-CN" altLang="en-US"/>
              <a:t>学习与对战业务流程图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CDS </a:t>
            </a:r>
            <a:r>
              <a:rPr lang="zh-CN" altLang="en-US"/>
              <a:t>自适应学习调度流程图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5 —— ADAL </a:t>
            </a:r>
            <a:r>
              <a:rPr lang="zh-CN" altLang="en-US"/>
              <a:t>学习分析与反馈闭环图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学习助手调用过程系统流程图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任意多边形: 形状 19"/>
          <p:cNvSpPr/>
          <p:nvPr>
            <p:custDataLst>
              <p:tags r:id="rId3"/>
            </p:custDataLst>
          </p:nvPr>
        </p:nvSpPr>
        <p:spPr>
          <a:xfrm>
            <a:off x="5217806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任意多边形: 形状 21"/>
          <p:cNvSpPr/>
          <p:nvPr>
            <p:custDataLst>
              <p:tags r:id="rId4"/>
            </p:custDataLst>
          </p:nvPr>
        </p:nvSpPr>
        <p:spPr>
          <a:xfrm>
            <a:off x="600664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1085995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085995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85995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8033370" y="602560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7184571" y="419100"/>
            <a:ext cx="5007429" cy="6438900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7184571" y="1306028"/>
            <a:ext cx="5007429" cy="5551972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68705" y="1307465"/>
            <a:ext cx="6209030" cy="258953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068705" y="4081145"/>
            <a:ext cx="6183630" cy="80645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6"/>
            </p:custDataLst>
          </p:nvPr>
        </p:nvSpPr>
        <p:spPr>
          <a:xfrm>
            <a:off x="1501915" y="65253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89544" y="498587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任意多边形: 形状 12"/>
          <p:cNvSpPr/>
          <p:nvPr>
            <p:custDataLst>
              <p:tags r:id="rId3"/>
            </p:custDataLst>
          </p:nvPr>
        </p:nvSpPr>
        <p:spPr>
          <a:xfrm>
            <a:off x="695960" y="5282696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8775269" y="2997200"/>
            <a:ext cx="3416731" cy="3860800"/>
          </a:xfrm>
          <a:custGeom>
            <a:avLst/>
            <a:gdLst>
              <a:gd name="connsiteX0" fmla="*/ 0 w 4103747"/>
              <a:gd name="connsiteY0" fmla="*/ 4637107 h 4637107"/>
              <a:gd name="connsiteX1" fmla="*/ 4103747 w 4103747"/>
              <a:gd name="connsiteY1" fmla="*/ 4637107 h 4637107"/>
              <a:gd name="connsiteX2" fmla="*/ 4103747 w 4103747"/>
              <a:gd name="connsiteY2" fmla="*/ 0 h 4637107"/>
              <a:gd name="connsiteX3" fmla="*/ 4049195 w 4103747"/>
              <a:gd name="connsiteY3" fmla="*/ 9742 h 4637107"/>
              <a:gd name="connsiteX4" fmla="*/ 12346 w 4103747"/>
              <a:gd name="connsiteY4" fmla="*/ 4474737 h 463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747" h="4637107">
                <a:moveTo>
                  <a:pt x="0" y="4637107"/>
                </a:moveTo>
                <a:lnTo>
                  <a:pt x="4103747" y="4637107"/>
                </a:lnTo>
                <a:lnTo>
                  <a:pt x="4103747" y="0"/>
                </a:lnTo>
                <a:lnTo>
                  <a:pt x="4049195" y="9742"/>
                </a:lnTo>
                <a:cubicBezTo>
                  <a:pt x="1896006" y="450348"/>
                  <a:pt x="238192" y="2250879"/>
                  <a:pt x="12346" y="447473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10282177" y="781630"/>
            <a:ext cx="823375" cy="291520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0" y="0"/>
            <a:ext cx="3350389" cy="68579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76" h="10800">
                <a:moveTo>
                  <a:pt x="0" y="0"/>
                </a:moveTo>
                <a:lnTo>
                  <a:pt x="5027" y="0"/>
                </a:lnTo>
                <a:lnTo>
                  <a:pt x="5079" y="229"/>
                </a:lnTo>
                <a:cubicBezTo>
                  <a:pt x="5208" y="860"/>
                  <a:pt x="5276" y="1513"/>
                  <a:pt x="5276" y="2181"/>
                </a:cubicBezTo>
                <a:cubicBezTo>
                  <a:pt x="5276" y="5785"/>
                  <a:pt x="3308" y="8929"/>
                  <a:pt x="387" y="10597"/>
                </a:cubicBez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2701730" y="0"/>
            <a:ext cx="1421017" cy="456707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38" h="7192">
                <a:moveTo>
                  <a:pt x="1078" y="0"/>
                </a:moveTo>
                <a:lnTo>
                  <a:pt x="2201" y="0"/>
                </a:lnTo>
                <a:lnTo>
                  <a:pt x="2225" y="332"/>
                </a:lnTo>
                <a:cubicBezTo>
                  <a:pt x="2234" y="501"/>
                  <a:pt x="2238" y="671"/>
                  <a:pt x="2238" y="842"/>
                </a:cubicBezTo>
                <a:cubicBezTo>
                  <a:pt x="2238" y="3069"/>
                  <a:pt x="1526" y="5125"/>
                  <a:pt x="324" y="6781"/>
                </a:cubicBezTo>
                <a:lnTo>
                  <a:pt x="0" y="7192"/>
                </a:lnTo>
                <a:lnTo>
                  <a:pt x="299" y="6625"/>
                </a:lnTo>
                <a:cubicBezTo>
                  <a:pt x="948" y="5279"/>
                  <a:pt x="1311" y="3770"/>
                  <a:pt x="1311" y="2176"/>
                </a:cubicBezTo>
                <a:cubicBezTo>
                  <a:pt x="1311" y="1467"/>
                  <a:pt x="1239" y="776"/>
                  <a:pt x="1103" y="107"/>
                </a:cubicBezTo>
                <a:lnTo>
                  <a:pt x="107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476250" y="738389"/>
            <a:ext cx="2413001" cy="1081088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882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 flipH="1">
            <a:off x="0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10621963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10621963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0621963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/>
          <p:cNvSpPr/>
          <p:nvPr>
            <p:custDataLst>
              <p:tags r:id="rId8"/>
            </p:custDataLst>
          </p:nvPr>
        </p:nvSpPr>
        <p:spPr>
          <a:xfrm>
            <a:off x="9985224" y="5892632"/>
            <a:ext cx="850275" cy="301044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9"/>
            </p:custDataLst>
          </p:nvPr>
        </p:nvSpPr>
        <p:spPr>
          <a:xfrm>
            <a:off x="4442419" y="1865824"/>
            <a:ext cx="1467014" cy="519404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0"/>
            </p:custDataLst>
          </p:nvPr>
        </p:nvSpPr>
        <p:spPr>
          <a:xfrm flipH="1">
            <a:off x="0" y="1277257"/>
            <a:ext cx="5264107" cy="5580743"/>
          </a:xfrm>
          <a:custGeom>
            <a:avLst/>
            <a:gdLst>
              <a:gd name="connsiteX0" fmla="*/ 4655326 w 5067303"/>
              <a:gd name="connsiteY0" fmla="*/ 0 h 5372101"/>
              <a:gd name="connsiteX1" fmla="*/ 0 w 5067303"/>
              <a:gd name="connsiteY1" fmla="*/ 4589224 h 5372101"/>
              <a:gd name="connsiteX2" fmla="*/ 41194 w 5067303"/>
              <a:gd name="connsiteY2" fmla="*/ 5202405 h 5372101"/>
              <a:gd name="connsiteX3" fmla="*/ 68046 w 5067303"/>
              <a:gd name="connsiteY3" fmla="*/ 5372101 h 5372101"/>
              <a:gd name="connsiteX4" fmla="*/ 5067303 w 5067303"/>
              <a:gd name="connsiteY4" fmla="*/ 5372101 h 5372101"/>
              <a:gd name="connsiteX5" fmla="*/ 5067303 w 5067303"/>
              <a:gd name="connsiteY5" fmla="*/ 18897 h 5372101"/>
              <a:gd name="connsiteX6" fmla="*/ 4894889 w 5067303"/>
              <a:gd name="connsiteY6" fmla="*/ 5972 h 5372101"/>
              <a:gd name="connsiteX7" fmla="*/ 4655326 w 5067303"/>
              <a:gd name="connsiteY7" fmla="*/ 0 h 53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67303" h="5372101">
                <a:moveTo>
                  <a:pt x="4655326" y="0"/>
                </a:moveTo>
                <a:cubicBezTo>
                  <a:pt x="2084261" y="0"/>
                  <a:pt x="0" y="2054665"/>
                  <a:pt x="0" y="4589224"/>
                </a:cubicBezTo>
                <a:cubicBezTo>
                  <a:pt x="0" y="4797136"/>
                  <a:pt x="14026" y="5001820"/>
                  <a:pt x="41194" y="5202405"/>
                </a:cubicBezTo>
                <a:lnTo>
                  <a:pt x="68046" y="5372101"/>
                </a:lnTo>
                <a:lnTo>
                  <a:pt x="5067303" y="5372101"/>
                </a:lnTo>
                <a:lnTo>
                  <a:pt x="5067303" y="18897"/>
                </a:lnTo>
                <a:lnTo>
                  <a:pt x="4894889" y="5972"/>
                </a:lnTo>
                <a:cubicBezTo>
                  <a:pt x="4815543" y="2007"/>
                  <a:pt x="4735672" y="0"/>
                  <a:pt x="46553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7" name="任意多边形: 形状 16"/>
          <p:cNvSpPr/>
          <p:nvPr>
            <p:custDataLst>
              <p:tags r:id="rId11"/>
            </p:custDataLst>
          </p:nvPr>
        </p:nvSpPr>
        <p:spPr>
          <a:xfrm flipH="1">
            <a:off x="0" y="1277257"/>
            <a:ext cx="4340053" cy="5580743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79206" y="3336710"/>
            <a:ext cx="5544281" cy="2123522"/>
          </a:xfrm>
        </p:spPr>
        <p:txBody>
          <a:bodyPr wrap="square" anchor="t" anchorCtr="0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276806" y="1405438"/>
            <a:ext cx="5544281" cy="1831258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5217806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任意多边形: 形状 19"/>
          <p:cNvSpPr/>
          <p:nvPr>
            <p:custDataLst>
              <p:tags r:id="rId4"/>
            </p:custDataLst>
          </p:nvPr>
        </p:nvSpPr>
        <p:spPr>
          <a:xfrm>
            <a:off x="600664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1085995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085995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85995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8033370" y="602560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7184571" y="419100"/>
            <a:ext cx="5007429" cy="6438900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7184571" y="1306028"/>
            <a:ext cx="5007429" cy="5551972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85994" y="1612900"/>
            <a:ext cx="5514927" cy="20637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085994" y="3820650"/>
            <a:ext cx="5514927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cap="all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6"/>
            </p:custDataLst>
          </p:nvPr>
        </p:nvSpPr>
        <p:spPr>
          <a:xfrm>
            <a:off x="1504296" y="6604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89544" y="498587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6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3"/>
            </p:custDataLst>
          </p:nvPr>
        </p:nvSpPr>
        <p:spPr>
          <a:xfrm flipH="1">
            <a:off x="1" y="0"/>
            <a:ext cx="7378367" cy="6858000"/>
          </a:xfrm>
          <a:custGeom>
            <a:avLst/>
            <a:gdLst>
              <a:gd name="connsiteX0" fmla="*/ 7378367 w 7378367"/>
              <a:gd name="connsiteY0" fmla="*/ 0 h 6858000"/>
              <a:gd name="connsiteX1" fmla="*/ 1731641 w 7378367"/>
              <a:gd name="connsiteY1" fmla="*/ 0 h 6858000"/>
              <a:gd name="connsiteX2" fmla="*/ 1587640 w 7378367"/>
              <a:gd name="connsiteY2" fmla="*/ 188562 h 6858000"/>
              <a:gd name="connsiteX3" fmla="*/ 0 w 7378367"/>
              <a:gd name="connsiteY3" fmla="*/ 5104828 h 6858000"/>
              <a:gd name="connsiteX4" fmla="*/ 122591 w 7378367"/>
              <a:gd name="connsiteY4" fmla="*/ 6547765 h 6858000"/>
              <a:gd name="connsiteX5" fmla="*/ 182734 w 7378367"/>
              <a:gd name="connsiteY5" fmla="*/ 6858000 h 6858000"/>
              <a:gd name="connsiteX6" fmla="*/ 7378367 w 73783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78367" h="6858000">
                <a:moveTo>
                  <a:pt x="7378367" y="0"/>
                </a:moveTo>
                <a:lnTo>
                  <a:pt x="1731641" y="0"/>
                </a:lnTo>
                <a:lnTo>
                  <a:pt x="1587640" y="188562"/>
                </a:lnTo>
                <a:cubicBezTo>
                  <a:pt x="591159" y="1555254"/>
                  <a:pt x="0" y="3258343"/>
                  <a:pt x="0" y="5104828"/>
                </a:cubicBezTo>
                <a:cubicBezTo>
                  <a:pt x="0" y="5597224"/>
                  <a:pt x="42039" y="6079423"/>
                  <a:pt x="122591" y="6547765"/>
                </a:cubicBezTo>
                <a:lnTo>
                  <a:pt x="182734" y="6858000"/>
                </a:lnTo>
                <a:lnTo>
                  <a:pt x="7378367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flipV="1">
            <a:off x="8088254" y="1"/>
            <a:ext cx="4103747" cy="4637107"/>
          </a:xfrm>
          <a:custGeom>
            <a:avLst/>
            <a:gdLst>
              <a:gd name="connsiteX0" fmla="*/ 0 w 4103747"/>
              <a:gd name="connsiteY0" fmla="*/ 4637107 h 4637107"/>
              <a:gd name="connsiteX1" fmla="*/ 4103747 w 4103747"/>
              <a:gd name="connsiteY1" fmla="*/ 4637107 h 4637107"/>
              <a:gd name="connsiteX2" fmla="*/ 4103747 w 4103747"/>
              <a:gd name="connsiteY2" fmla="*/ 0 h 4637107"/>
              <a:gd name="connsiteX3" fmla="*/ 4049195 w 4103747"/>
              <a:gd name="connsiteY3" fmla="*/ 9742 h 4637107"/>
              <a:gd name="connsiteX4" fmla="*/ 12346 w 4103747"/>
              <a:gd name="connsiteY4" fmla="*/ 4474737 h 463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747" h="4637107">
                <a:moveTo>
                  <a:pt x="0" y="4637107"/>
                </a:moveTo>
                <a:lnTo>
                  <a:pt x="4103747" y="4637107"/>
                </a:lnTo>
                <a:lnTo>
                  <a:pt x="4103747" y="0"/>
                </a:lnTo>
                <a:lnTo>
                  <a:pt x="4049195" y="9742"/>
                </a:lnTo>
                <a:cubicBezTo>
                  <a:pt x="1896006" y="450348"/>
                  <a:pt x="238192" y="2250879"/>
                  <a:pt x="12346" y="447473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7.xml"/><Relationship Id="rId5" Type="http://schemas.openxmlformats.org/officeDocument/2006/relationships/image" Target="../media/image2.png"/><Relationship Id="rId4" Type="http://schemas.openxmlformats.org/officeDocument/2006/relationships/tags" Target="../tags/tag166.xml"/><Relationship Id="rId3" Type="http://schemas.openxmlformats.org/officeDocument/2006/relationships/image" Target="../media/image1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0.xml"/><Relationship Id="rId3" Type="http://schemas.openxmlformats.org/officeDocument/2006/relationships/image" Target="../media/image3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2.xml"/><Relationship Id="rId2" Type="http://schemas.openxmlformats.org/officeDocument/2006/relationships/image" Target="../media/image4.png"/><Relationship Id="rId1" Type="http://schemas.openxmlformats.org/officeDocument/2006/relationships/tags" Target="../tags/tag17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75.xml"/><Relationship Id="rId4" Type="http://schemas.openxmlformats.org/officeDocument/2006/relationships/image" Target="../media/image6.png"/><Relationship Id="rId3" Type="http://schemas.openxmlformats.org/officeDocument/2006/relationships/tags" Target="../tags/tag174.xml"/><Relationship Id="rId2" Type="http://schemas.openxmlformats.org/officeDocument/2006/relationships/image" Target="../media/image5.png"/><Relationship Id="rId1" Type="http://schemas.openxmlformats.org/officeDocument/2006/relationships/tags" Target="../tags/tag1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7.xml"/><Relationship Id="rId2" Type="http://schemas.openxmlformats.org/officeDocument/2006/relationships/image" Target="../media/image7.png"/><Relationship Id="rId1" Type="http://schemas.openxmlformats.org/officeDocument/2006/relationships/tags" Target="../tags/tag1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9.xml"/><Relationship Id="rId2" Type="http://schemas.openxmlformats.org/officeDocument/2006/relationships/image" Target="../media/image8.png"/><Relationship Id="rId1" Type="http://schemas.openxmlformats.org/officeDocument/2006/relationships/tags" Target="../tags/tag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pic>
        <p:nvPicPr>
          <p:cNvPr id="4" name="ECB019B1-382A-4266-B25C-5B523AA43C14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40205" y="0"/>
            <a:ext cx="891095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1630" y="0"/>
            <a:ext cx="8968740" cy="68573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pic>
        <p:nvPicPr>
          <p:cNvPr id="4" name="ECB019B1-382A-4266-B25C-5B523AA43C14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77365" y="946785"/>
            <a:ext cx="7444105" cy="59112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48560" y="0"/>
            <a:ext cx="729488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205" y="1724025"/>
            <a:ext cx="12192000" cy="3409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738630"/>
            <a:ext cx="12192000" cy="33801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59685" y="0"/>
            <a:ext cx="707263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36345"/>
            <a:ext cx="12192000" cy="4384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7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1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1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1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1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3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15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5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5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723"/>
</p:tagLst>
</file>

<file path=ppt/tags/tag1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6723"/>
</p:tagLst>
</file>

<file path=ppt/tags/tag16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723"/>
  <p:tag name="KSO_WM_TEMPLATE_CATEGORY" val="custom"/>
  <p:tag name="KSO_WM_TEMPLATE_MASTER_TYPE" val="0"/>
</p:tagLst>
</file>

<file path=ppt/tags/tag1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5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6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67.xml><?xml version="1.0" encoding="utf-8"?>
<p:tagLst xmlns:p="http://schemas.openxmlformats.org/presentationml/2006/main">
  <p:tag name="KSO_WM_SLIDE_ID" val="custom20236723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6723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  <p:tag name="KSO_WM_SLIDE_THEME_ID" val="3328309"/>
  <p:tag name="KSO_WM_SLIDE_THEME_NAME" val="紫色商务风汇报分享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1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0000000000000511-2">
      <a:dk1>
        <a:srgbClr val="333333"/>
      </a:dk1>
      <a:lt1>
        <a:srgbClr val="FFFFFF"/>
      </a:lt1>
      <a:dk2>
        <a:srgbClr val="282828"/>
      </a:dk2>
      <a:lt2>
        <a:srgbClr val="F8F4FE"/>
      </a:lt2>
      <a:accent1>
        <a:srgbClr val="A073F3"/>
      </a:accent1>
      <a:accent2>
        <a:srgbClr val="8182EB"/>
      </a:accent2>
      <a:accent3>
        <a:srgbClr val="3DB18F"/>
      </a:accent3>
      <a:accent4>
        <a:srgbClr val="F15F70"/>
      </a:accent4>
      <a:accent5>
        <a:srgbClr val="ECBD76"/>
      </a:accent5>
      <a:accent6>
        <a:srgbClr val="DDA06F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k1Mjg5ODgxNDM3IiwKCSJHcm91cElkIiA6ICI2NzkxOTgzNjEiLAoJIkltYWdlIiA6ICJpVkJPUncwS0dnb0FBQUFOU1VoRVVnQUFCbE1BQUFUZUNBSUFBQURTQkVVQkFBQUFBWE5TUjBJQXJzNGM2UUFBSUFCSlJFRlVlSnpzM1hkVUZGY2JCdkM3eXk2OTk5NUJpb0NvS0NKU1JiR2dXR0l2TWRoN2pjYmVvOFllTmRaWW84WVdiTmhRVVVGRnBOcEZwUGZPVXJkK2Y0elpqNkFpS0xMTDh2eE9EbWVZbVoxNUYvTTQrTzZkT3pTQlFFQUFBQUFBQUFBQUFBQWtEbDNVQlFBQUFBQUFBQUFBQUh3WD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Sak5mTDVWcTFZRkJ3YzM4MGtCQUFBQUFBQUFRSno1Ky92Lyt1dXZvcTRDSkJCTklCQTA1L21jbloyZlBYdW1xMi9RbkNjRkFBQUFBQUFBQUxHVmw1TnRZR0NRbkp3czZrSkFBalgzbUM5Q2lLNitRVmo4aStZL0x3QUFBQUFBQUFDSW9YNGVibFhsTEZGWEFaSUo4M3dCQUFBQUFBQUFBSUJrUXVjTEFBQUFBQUFBQUFBa0V6cGZBQUFBQUFBQUFBQWdtZEQ1QWdBQUFBQUFBQUFBeVlUT0Z3QUFBQUFBQUFBQVNDWjB2Z0FBQUFBQUFBQUFRREtoOHdVQUFBQUFBQUFBQUpJSm5TOEFBQUFBQUFBQUFKQk02SHdCQUFBQUFBQUFBSUJrUXVjTEFBQUFBQUFBQUFBa0V6cGZBQUFBQUFBQUFBQWdtZEQ1QWdBQUFBQUFBQUFBeVlUT0Z3QUFBQUFBQUFBQVNDWjB2Z0FBQUFBQUFBQUFRREtoOHdVQUFORENjRGdjTHBjcjZpb2tCSnZORm5VSkFBQUFBUEFkTVVSZEFBQUFnQ1JZOWZNOFkxT3pVUk1tTVpsTTRjcGxjMmR4dVJ4ZGZZTnA4eGN5R0IrdXVVOGl3cmYvdXRiR3ZtMGIrN2JkZS9YUjBOTDYzREZuL1RTMnBxYmF3OWZQM2NmWDJOUk11TDZrcUdoSVQxOGxGUlgvZm9HakoweFVVbGI1NnJLZlBuNFVHZjVBUjFkWFcwOVAzOERJMHNhbXNVY1FDQVNIZHUvTXpjNWV2UFpYR28zRzQvR2twS1ErdC9PN04yOU1MU3lFUDRxR1dMbGdMbzFHYzNicDFMMTNYM2tGaGNhV0YzN245czZOdjlvN09mVU02Ty9hemVQakhUWXNXeHdhY3RXMW0wZG45MjZkM2JzWkdwdDg4aml2WHp4UFRrejA3ZDFIV2xxNm50TVZGUmIrT0NCQVMwZFhSMDl2OGRwZkZaV1Y2OWs1TXozTndNaTRzZS9vM0lsam5uNDl0WFIwR3Z0Q0FBQUFnTllKWTc0QUFBQytWVTVtNXQvSGpxeGYra3RBTjlmN3QyOEoxeitKZUhEdXhIRVpHZG5hdlo3VTkrK2pIa1ljUDdBdjlYMlNvcExTNTQ0cEVBZ2l3dTdldmhheVl2NmNYbDFjdHExYkxkeWtwYU96Y3ZQV1Y4OFN0cTFiM2F1TFMvSzd4Syt1L05XemhPM3IxL3d5Yzlya2tjTmVQb3R2N010ZnYzZyt2SGVQamN1WEh2bGo5N3hKNHprY3p1TUg5d085dTUwNmZLaThyS3pPenUvZXZCbnEzMzFFSC8vc3pJeUduMkxJNkxGL0h6MDhiOUo0VDBlNzZ4ZURHMXVodTQrdlEvdjJKdzd1SDkyL3ovRGVQZkp5Y21wdkZRZ0V0NitGWkdkbS9IUDY1TVlWUzY5ZkN1YnorWjg4anFHeHljTHBrM3QxY1hueU1LTDIrdXpNalBlSmI4dEtTNmh2ZVZ6dXErZlA3dCsrNWV6U21XcDdKYjlMVEVsNnh5b3IvZmlZOHlZRzllalVmdGVtRGFudmt4cjRkazRkK2ZPWG1kUDZlM1Y5L09CK2czOEdBQUFBQUswYXhud0JBQUI4cTczYnQzRFliRUtJcVlWbFpscmF5VDhQbWxwWW1sdFpVMXRsWldYZnZYbVQ5UGFOcHJhV21ZVlZUbFltdFg3NHVDQVpXZG5QSFRQcHpadlNrbUpxZWVSUEUrWXNXVjU3cTJmM0hxN2RQQjQvdUorYm5iMXA1YkkvVHB5bTFnc0VBajZmWDgrb3E4K1JsWlhyOThQUWh1OWZrSmUzZmYyYXN5ZU9DVnRGbDgrZEtTc3BHVDd1cHhmeGNjdm56ZDYyZm8yNXBWWHRsMlJuWnBhVmxzUkdSZmIzN0xyejhQRlBqc0Q2bUoyajA2UTU4M1p0MmxCU1hEUjM0azl0N08zTi9udlk5TlFVUFFQRGVzYVJMVmkrNnM2MWtJeTAxS2VQSDAwZk8rck1qVkRocHBnbmo3TXkwZ2toK29aR2g4NWNvSWE4ZlhMWW1xS1NrcGRmejJzWC94azNxUC9wa0pzT3p1MnA5YWVQL0xsbnkyK0VrQzRlbnB0Mjc1UDZ0d3c1QlhscVlkUEtaYUVoVndraC92MER0eDg4VXVmSXllOFNkMnhZZC9iRU1YVk56WWI4TktocTgzTnpmeHpZYjhXbUxjUEhCVFhrVlFBQUFBQ3RHVHBmQUFBQTN5VHA3ZHUvang0bWhIVDE5dGx4Nk9pWjQwZFhMNXl2bzYrL2ZzY3U0VDZQN29ldFhqamZ5TlRzV1BCbHF2T2xxYTF0WkdKYXoyRWp3dTVRQ3pRYWJjUlBuMmh3L0RCcUREWHdwNnowLytPSjl1L1k5aVFpZk1laEkvWGZaL2N0TXRQVGp1emRjL2I0MFlyeWNtcE5WeS92UVNOR09YZnF6Q29ySzhqTnBWWjI4K20rWmQvQjJpODhmbURmNm9YekNTRk9IVnpzblp4cWIzcjk0cm0yanU3bnVqOFRac3crY1dCL1NYRVJoOE41OWZ4WjdjNVhlVm5aMkFIOWpNM01kdjU1VkZsRjlaTXZsNVdUbXpKdndaSlowd2toc1ZHUnJMSlM0ZjJoNS80NlRnanAxTlY5eDZHam10cmFoSkRpb3NLUmZYdk4rbVZwejRCK2RZN2oyczNqMnNWLzJEVTFSL2J1cWZQV0NDR1Racy9UTlRESS8vZnRmMno1aHMyZjYwaU9uekZyOUlSSm4zdGhiYXQrbm5maTRINUNTTnQyemdHRGh6VGtKUUFBQUFDdEhPNTJCQUFBK0NZYmx5L2hjcms5Ky9YZjk5ZmZ3akZjaGtiR0hyNStkZmJVMXRFeE5EYkp6YzRtaEhSeWN5ZUVsTE5ZdDY1ZStlUmg3NFYrdUd2UzNkdlgxTUx5NHgzY2ZicDc5K3psNE54K3dZb1BOMEpHUno3YXZuN04vZHUzaHZieXk4bkthdEozK1VGc1ZPVCtIZHRVVkZSWGJkN1d2WGNmYW1YdkFZTUNCZzh4TkRheGJldEFiOEJ3TTBNVGt6cHprMTArZDZhcm5kV0VvWU12bnp1VGtaWmE1Nytpd29KdXZ0MEpJZHE2dXVaVzFyVTNMWms5SXowbE9lTHVuU0grM2V1NWliSm5RRCttdERUVk1GSlUrdEFUTENrdXVuWXhlTnFDaGNlQ3IxQnRMejZmUDNkaVVPTHJWek4rSFBYN3hsOEZBa0h0ZytnYkdWRUw4Z29LUi83WWZTLzA1bGY5Q0p1R3NvcHFQYmZLQWdBQUFJQVF4bndCQUFCOHZkQ1FxM2R2WGg4M1pmb1BvOGZrNWViVVA0eUw4djVkSWlIRXpjdGJJQkQ4UEhYaXJhdFhmcHd5YmVHcXRiWHYxNnNvTDMveU1KeGFuakp2d2R5SlFXa3B5Wjg4R2wxS2F1M2loZFJ5Y1dHaHFybzZJYVNvc0dEcDdCa0h6NXh2b25mNWY4NHVuWjFkT2xQTGNVK2ptdkRJWEM0MzdOYU54TmV2T3JoMitYZ3JqVWFqYnNZOHNITTd0WWJEWmllOWZXUFQxa0Y0azJiVXc0aCtQd3c5ZS96WXRZdi9mSHdFSXhPVDk0bUpNakl5UVQ4TXBOWVVGdVFyS0Nna1JFZFBHRHFZV2xOV1doSWYvWlM2YVhUbnh2VWNEbnZ1MGhYQ0k3aDVlTTFldkt5a3VLaEgzMzQvRHV3bjRQTzM3dit6Q1g4Q0FBQUFBUEE5b1BNRkFBRHdsWW9LQ3Jhc1dibnQ0T0crQXdjdm5EYjU4dm16bzRJbUtxdlU5NlRGOHJLeWpOUVVRc2lKQS92K09uVGcxYk1FUXNpUlAzWlhWVlNzM2Y2N2NMZmIxNjdXVkZkVDl3eTZkSEZ6NmVMV2tIcTRYRzc5ajAyOGRmV0t2cUdodlZPN2V2WVJDQVEwR3EwaHAydnMyUnVpWFVlWGoyOGsvRmhsUmNYVU1TTXkwbEtYYjl6YzJiMWI3VTAvakI3encrZ3gzMWhHYmIvTW5QcjYrZlBhYTY2Y1A4dXVxU0dFekpzODNzM0Q2OXRQOGRlZkIrN2V1TjZRUFpQZXZ2bjIwd0VBQUFDMEt1aDhBUUFBZktYbjhiRi9udnRIejhDd3JMVGsyc1YvT0d6MjRUOTI2UmtZMXZPU1Z5K2VDd1FDQitmMkYyN2ZPN2hyQjlYNU9oOGE1dGkrUSszZHJ2NXpnVnJvNE5xRncrRXdtY3d2RmxOZVZqYkV2L3Y4NVN0OS9IdC9icDg5V3pZOWo0czFzN1RxTzJodzM0R0RoWFB3MTNiNjZPSDBsT1NaQ3hmTHlzbDk4YVMxWDNVdCtNS2U0NmNhL3BKNmhBUmZFSTd0K3FUQy9IenEzc1lKd3didlAzWDI0OG55MDFLU0RZeU02OHlyVlZOZGZlNnY0eU4rR3YrNTFsN1lyUnZwS1NsYU9ycmF1anJXTm5iVVhHbS83dHhUWjdmc3pBd2RQWDA2blY2WW45KzdheWRxNWVxRjh6UzFkUVFDZ1pXTkxTSGsyTDY5cHc0ZklvUWt2bnI1eGZjN1pQVFlvV1BHZlhFM1FzaUdaWXRQSHoxTXA5UE5yVC94WndjQUFBQUFIMFBuQ3dBQTRDc0paL0k2ZStKWVZXVWxJYVIzNEVCMVRjMFRCL2UvZnZsaVpFQ3ZzdEpTSldXVnY0OGQ0WEE0MUo0dkUrSUpJWDBIRFNhRUZPWVhVQ3QxOVBSckg3WWdMKy9CN1ErVGZJWDhjNzVuUUgvTE5tMitXTXlLQlhNVFg3K2FPbnJFNnEwN2hvd2UrL0VPTmRYVmIxNitvSjRuR0h6NmxJMjl3eWM3WHorTUdqUEF1OXZ0YTFlM0hUeGk1K0Q0OFVGcWFxcXBaZXB4bG9TUTE4K2ZuVGwrdEthNmV1eUFnUEhUWjFFckg5d0pIZHpEcC9ackMvUHl2dmd1S0wwREIvWU9IUGk1clhGUG8wYjA5YWVXK1h6KzJSUEhPblYxcDlQL00zWHA0VDI3d203ZUdEVmg0cERSWTRWemlpMlpQZVBpbWRNUllYZCsrK09BZ3FMaTZ4ZlAvejU2V0V0SFYwdGJ4OW1sazZXTnpiMWJONm41NDkxOWZMZnNPeVE4MnE1Tkc2Yi92RWo0N2M5VEo3MU1TSEJ4Yy9QMTczUGx3ZU1OeTVlRTNieHg5SjhydXZyLytYT2tITmk1N2Y3dDBNTDhmQlUxdGMrOUl5WlRXa0ZSOFlzL2xwek1URnNIeDhQbmd1MGNuUnI0TEVnQUFBQUFRT2NMQUFEZ203QnJhZzd2MlVVSU1iTzBXcnQ5cDVLeWlydTNUMWxwNllCaEk0VDdIUGg5ZTFweWN2OGh3ODZlT0NZdEl4TTRkQVFocEtnZ254QWlKU1dscGFOVCs0RG4vam91N0pTMWJlZE10YjFZWmFVL0RSNG9JSUtQenY5L1RoMWRDQ0hCcDA5NmR1K2hvNmRYWjJ0Q2JJeXdWL1hUdEJrOStnWjg4aUFNQm1QaHFyWGpCZ2NPNitXM1pkOGh2ejU5YTI5OTlPRGVzWDE3Q1NGOFBpOGk3QzYxOHZHRCs5U0UvVFFhN2VIOU1HcGxWMC92MnZkdkVrTCtQblo0MDRwbGJlemJ1bnYvcHlOV2ovam9wNlVseFNxcWFsWTJ0dklLQ29TUXZKeWM2VCtPb3Q1SWo3NEJDMWV2TXpZMSsrUnJNOUpTTnl4Yjh2ZlJJOElmNzh1RUJPcVd6Mkc5L003Y3VKMlhrMDMxdVRxNmRuSDMrVTlKUGoxN3FXdG9DTDk5L2VMWnZ1MWJKODJlUzMxYlhGaFlWbHJ5UEQ1dThkcGZ0WFIwdHV3N1dGUllXSHYvMmthTm54VDg5K25FMTY4bURCMjA2K2lKT2xQN1UrcTA3VDVuOGF6cFR4OC8zTHIvVDdTOUFBQUFBQm9PblM4QUFJQnZjdjdrQ2VweGpUK3ZYRVAxTlh4NzlhbTlBNnVzOU1nZnUvVU1EQmVzV0JVVkVlN1VvU1BWSlNuSXl5T0VHSnFZMW01ODhIaTh2NDhlL3Znc1Nzb3FaMi9lcnIrUyt1K0xETDhUS2p4VTRORGg5UnpIM2NmWHpkUHI0YjJ3R1QrTyt2M0lpZHJOTHkrL25sNStQUWtoTCtMaklzSStUTEQxNDVScHdsRm1DVEhScWUrVGJOczZqZ2dhWDJjYzA2anhrOFpNbkhMMnhER2J0ZzcxdnhFaEZWWFZyV3RYUGJ3WEppVWw1ZWJwSFRSOTVzWVZTd3R5Yy8zN0IwNmNPY2ZCdWYwWGp6Qit4aXhoYmNONitVVkhQaWFFekZtNlhFNWVYcmlQVFZ1SCt1OVJkWER1c09QWHRiNjkrbEJkeVB5OFhFSklWeStmZi80KzllRE8vLzlRK0R3ZU5hWlBpc0d3RlE2WEV3aWtaV1RhdG5NdUt5MDlmZlR3aEJtemhmdXovMjFFeXY3N1NOQjZuRDU2K01HZFVFTEk5TEVqMTI3Yk9YaFVVODVsQmdBQUFDREIwUGtDQUFENGVsd3VWemdqMVpSUnc2WXRXRWluMCsvZkR2M1BUZ0tCdHE0ZWo4ZmJzV0Y5VG5ZVzlmaEZRa2hCZmg0aHhLWnQyOXI3WHI4VW5KR1dxcUNrVk1GaU5hcVM0cUxDb2Y1K2k5YXM4K25aNjVNN0NPZFFIejF4a3FLU1V2MUhtelovNGNON1lUd2ViOTZrb0JPWFF1cE1RMFlJaVhrU0tWeitmZU92K2JtNVl5ZE9WbFJXZG16ZjRlZy9sejk1VEdscDZkdlhycTZZTjF0VlRXM1gwYjg2ZFhVWGJoSUlQb3hsby85M1ppNVRDOHVqLzF6ZXMrVzM3ZXZYUExnVCt1Qk9xSmRmejkzSC9tcklNelRyb2FXdDA0QzkvbE1HaDhQWnRtN1Y3bU1udVZ4dVNWRVJJY1N6dTEvdndJR3pGaTBSN3ZZKzhXM1B6aDBJSWZPV3JaZ3djODRYRDF0ZFZVVXR5TXJMWjJkbXpCbi9oYW0rT25SMnBSYXVYRGpYSTZDZnNvcHFvOTRGQUFBQVFPdUV6aGNBQU1EWE8zdmlXSHBxaXA2QklUWGhlc0NnSVJiVzF0UG1MNnd6dHpyMTNNT2plL2VNblRnbEp6dUxtbi85ZmVKYlFvaXQvWDhHUUIzWXVkM0xyNmVkbytPZUxiL1ZPUmYxdE1mUCtXWEcxT1IzaVZOR0RsdjUyOWJoNDRMcWJNM0p5bnIxL0JraFJFRko2Y2ZKVTcvNHZqcDFkVy9Yc1ZQYzB5ZFZsWlZ6SndhRlJFUkt5OGpVM3VIcG80ZkNaUnY3dHR2WHJ6bjU1NEhsRzdjYzIvOUg3ZDBxeXN1cHh5QXFLaWt6cFprWnFhbXFhbXJVVkZsL1h3OFYzcEpaLytpbnFmTVdtSmliejVzWXhPUHhGQlFWNjdTOWJsNjUzS0d6cTRhVzFoZmYxRmRUVVZVbGhOeStGbEtZbjg5aHMvbDhQcFBKZFBmMktTOHJLeWtwTmpRMm9YWkxldnVXdWdkemZLMkJYWVNRNjVjdTJqczVmZHl0cS83M0QxUk9UazdQd1BEMHRWc05yS2VCRHowQUFBQUFBSFMrQUFBQXZsNDVpL1g3eHZWTDFtMUlUWDVQelJoRm1UOXB2RUFnNkQ5MFdEZWY3Z3dHNC94Zng0OGYzTC92NUpuc3pNeFp2eXo1WSt0dlVSSGhOUjA2VWtOK09uWnhFNzd3K3NWZ1ZUVzFuWWVQSGZqOUUwODJYRGh0Y25GUllUMzF1SGw2VVEyYUhuMzcxZWtFM2JyNllSelcxTGtMMU5RL1BTTlZIU04rQ29wNytvUVFrdm8rNmREdTM2Zk1uUy9jeE9WeXcrL2VFWDdidlUvZjNPeXNWOCtmcmZwNTdzMG5zYlVIbEUzL2NkU05TeGNKSWI4ZlB1N2ZQL0J6NTZLNlk0UVFPUVVGSG84bkhBSW0xRE9nZjhhUzFBTTd0L3Y0OStKeXVjTDFGLzgrdFhqV2RCTnppeU1YTHVvYkduMTg1TDNidHB3NWZwUmFmdmZtZFVQZStNZW95ZWw1UEY3TWswaHRYVjJxTTZpc29wcjA5bTJmcnAyNjkrNHpadUlVWTFPenFJY1JCa2JHYzVldXpNM0tFcjcyOWN2bmN5ZU1rNU5YMkxSbmI1M2JZR3VxUDR6NWtsZjQ4dlQyUXV5YW1oRjkvZDA4dldiOXNyUk9neFVBQUFBQVBvYk9Gd0FBd0ZmYXRXbkR2R1VyQjQwWXRlcm5lYlhYVjFkWGhZWmN2WEg1b25PbnpqUWFMZlpKSklmREdlem5mZUgyUFRsNWVTTVRzK3VYTHBhWGx4TkNsRlZVTzdoMkViNHdQeTkzLytsejB0TFNuenpkOWtOSDZxK25vcno4YzQ4SVBIdjhLQ0hFeU5Tc0lRTytLUDc5QWxjdlhGRE9LaU9FbkRpNGI4TE0yUXpHaDE4Ym5qNTZXRlphSXR5VFJxTU5IRDV5M1pKRitibTVEKytGZlc3dS9Ib0l4M3pKeTh2djJienA2ZU9IZFhhSWo0bW1idi9jdlhuaitaTW4vcjgrK2ltZnowOStsemlzVjQ4akZ5NSsvTFRLeVhQbWZUelBWMlBKeWNsUkM4VkZoVFFhalJEU3ZmZUh1Yzk0UE42Tnk1ZGV4TWM3ZGVnWTl6UXFNejF0M3FRZ09UbTVwNDhmcWFtcnUzbDZGK1RuY1RnY1RtbkpsRkhERDU0NUwzd2VLQ0drdXVyRG1LK1BIMGRRaitYejU4UkhQNlgrMjM3b1NBUDdtQUFBQUFDdEZqcGZBQUFBWDJuNHVKOU16QzArdDFWSldmbmtsZXVFa0U2V0pzVkZSV01tVGFZZU10akczbjdGL05uRnhVV0VFRSsvSHNKMkVpRms5SVJKOVp4dStielorb1pHQVlOL01EQXkvbmpyZzl1aE0zOGFPM1grZ3FCcE0rczhLekErK3VtcjU4L29kUHJHM1h2cjNMUllEemw1ZVEvZjdpSEJGNmduS3NaSFIzWG8vS0ZKZCtQeVJlcUpoSHcrbjFyVHNZc2JuVTZYa3BJeXM3U3M1NWlSNFE4SUlaM2R1OVZaTHh6enBhV2pPMmJpNUk5Zk9NREg0M2xjTERWTnZ2Q25WSmlmMzYxdEcwS0lncUxpOUo4WGZiOG5Ibks1UEdwQjM5QW82ZTBiT3AzZW8yKy8yanQwNnVxK2NmZmVlWlBHWjZhbkRSb3hTbGZmNE9ualI4Ym1GdHNQSFlrSXUwdTk2OUVUSjlkdWUvSDUvSXB5RnRVM1BIL3lSR3pVazlvSHpNL041ZkY0dXZyNmRTb1JDQVNGK1hubVZsYUVrSnlzeksxclZxM1p0dk03dldzQUFBQUF5WURPRndBQXdGZjZYTnVMeStFU1FxVC9PMldWb3VLSGV3QnQyam9RR2kzK2FSUWg1Sk5kbnM5SmV2dm0xT0ZEVzlldXNuTjArbmhzVjl6VEtIWk56YVlWeSs2SDN2cHR6MzVkQXdQaEp1cGhrZU5uekhLcGRXZGxRM2oxNkVsMXZxaEpyS2pPVjNWVjFhV3pad3lNakR0MmNidDQ1alMxdFcwNzU1Q0hVVFFhK1hqVWxWQmVUczZzb0xHbHhjVkxmOTAwTW1oQzdVMnMwbEpxd2RqTXJPSGxuVDk1Z3NQaG1GbGE3VHg4ek1hK2JRTmU4WldZVEFhZFRqZXp0T3pzM3UxKzZLM083dDJvZXg0YmR4REdmMmJteXN2SjRmRjRoQkJ6SzZ2NXkxZlYyZFNuYStmU2t1SzJUdTFtTDE1cVptblZGRzhDQUFBQW9KVkM1d3NBQUtDSlZWWldFRUxVMU5RL3VWVmFXdHJhMXU1RmZKeWJwMWU3amk2TlBiaEFJQmc5WWRLZ0VhUHFyQjg3SU9EaHZUQnFyRm50Z1YzNXVibVh6NS8xN041ajd0SVZqVDJYVTRlT3dtWGhsRklod1JjcXlsbjdUNSs1Y3Y1YzdaMHRySzBKSVp0WHIzZ1dHeU5jK2VibEMycGgxMjhiS2lzckMvUHpDU0VyRjh6bDhYaTF1Mzc1ZWJuVWdxTnozWWRJZmc2SHd6bjU1OEdSUVJNV3Jsb3JKeS8vdWQyYVpKNHZFM09MUy9jZjZoa1lNSm5NelBUVTNnTUdQWDM4S1BUcUZVTVRrNjg3SURWaWkxcHc2dkNmL3dlNFhPN3M4VCtXRkJkUlArcjAxSlJOZS9icjZPa0tCQUk4ekJFQUFBRGdLNkR6QlFBQTBNU3FLaXNKSWZvZjNaUDQ5UEdqNU1URXJ0N2VTVy9mVVBmb2ZZK3p0Ky9zV3Z1K3Y3M2JObHUyc2RueDU5R3ZtQTNkeE54Q1FVbXBnc1ZpU2t1N2R2T2crakw3ZDJ6OWVkV2FEcDI3MU9sOFVXYjlzcFRQNHdtL25UdnhwNXRYTGhOQ0pzMloxNlBQLytmL2t2bnZnRGpxeVpqV3RuWU52Mk14T3pOang1OUhhL2ZtUHFsSjV2a2loTFN4czA5OW4zVGowcVg0bU9qd3UzY1VsWlMySFRpc29hWDlkVWNqaEx4OTlaSmE4UEh2TFZ6SjUvTi9uam9wNm1FRUlZVEpaTTVZdUhqeW5IazBHcTI4ckd6Y0R3UGs1ZVVEaHc0UEdEd0VEM1lFQUFBQWFEaDB2Z0FBQUpwWVZrWTZJYVJqbHk3VTBLU3FxaXBDeUpZMXF6UzBORTlkdmJsaXdSenFxWTYzcmw3WnRXbkQ5SjhYZmI5S1hyOTRudnIrL2ZIZ0sxL1haWk9Ta2dxK2MvK2YweWU3ZUhoUms0djlmZlJ3N3dHRGZwbzY0M012WVRLWnBGWmZodmJ2akdOTUJyTk90MHNvUHplM3FLQ0FFTkpuNE9DRzEyWnNhbVpzMm9oYkkrdWhyZnZaQ2ViWk5UVkg5KzFKaUkySmlYeWNsNU5EcmZUdzlkdTBaNStHbGxiUzI3ZGZmVkpxWkp5aWtyS1hYdy9oeWhYelpsOCtkNFlRNHVEY2Z2M08zY0piT0JXVmxmZjk5ZmNQUFgwWFRwdThmZjNhRlpzMjEzbE1KQUFBQUFCOERqcGZBQUFBVGFrZ0w2OHdQNS9CWVBRWk1JZ1E4dHZLNVZTZlMxbFY5ZWlGeTNldWgxeS9HT3pqMzdzZ0x6Y2hKbnJueHZWR3BxYjlod3o3VHNWdzJPdy8vanI5TFVPRVRDMHM1eXhaWHZ2Yk9sTjBmUVUrbjE5N0R2Nlh6K0lKSWJKeWNoL2Z3dmxkMlRrNDdUOTkxcktOalpHSjZlZjJrWmFSQ1EwSmlYbnlZYVNZdklMQ290WHJobzhMK3ZhengwVTlJWVNNbVRpSmFnaFdWbFFzbVRYOXlvVnpXam82c3hjdkd6eHlkSjNIRkdob2FlMDVmbkpJVDkvc3pJekpJNGRObWoyM3p1eGdBQUFBQVBCSjZId0JBQUEwcFlpd080U1FJV04rMURjMElvUU1Ialg2eE1GOU9ucjZKeTVkemNuT1d2bnp2SzVlM2p2L1BCcjE2T0c0UWYwRkFzR0NLUk5UM2lkTm03K3c5a01lbTRxRGMvczZhK0tqbjBhRTNWVlFWRlJXVVpGWFVIenlNSnhhejJBMDZGN0lybDdlMzFqUzA4ZVB0cTVkdGZldjA4SlpxKzZIM3FJbSs5ZlIrOC9ZcXd1bi9wS1hWMUJTVVpHV2thRW1DS01lS05uWU0zSTRIR293V3MyL1Q1Q2swV2lFRUUxdGJlOGUvaGxwcVNsSjcrUVZGS1ZscEttaFozWE9NbjdHckttakh4TkN2SHY0TDkrMDJkQzRjWE43Q1FTQzJpZWxwTDVQZXYzaXVZcXEydmdac3dnaHgvYnZQZmo3anV6TURHdGJ1eUZqZnVSeU9NZjM3Mld6YTJxcWEycHFxbXVxYTZxcnEycXFxNnNxSzlYVU5haDdhZmR0MzJwa2FqWjB6SStOL1drQUFBQUF0RGJvZkFFQUFEU2xNOGVQdHJHei8zbmxHdXBiYTF1N0dRc1hlL3IxeU1uS0RQcGgwS0FSbzVadCtJM0JZTGg3KzNSMjd4WVova0FnRU96YXRDRTNLMnY5enQwTlBNWCtIVnN2blBxcnpzclh6NTgzNUxWT0hUcWFXMW45Yy9yVXFvWHpLMWdzNGZwNjd2aHJRbFdWbFF1blRVNUxmait5YjYrai8xeFcxOVFVQ0FTM3I0WFkyTGVkdnFEdVhaKzkrZys0ZCt2bTB0a3pNdEpTaFN1L1ltcXQwdUxpdzMvc09yWi9Melg0amhDaXFLUWszRXFuMHgvZHY3ZDMyeGJxSGxXS3VzYi9weHZyM3J1UGhiWDF0QVdMQWdiOTBLanpGaFVVYkZxNTdPNk42OVMzOGdvS3drM1hMZ1lUUXRadTI2bWtyRUlJdVgzdEtqWFQyZHRYTDlmKzhuT2Q0OGpLeWJXeGIrdlF6cm16ZTdkWnZ5ejlkZWt2OTBKdkVrSjJiZHFBemhjQUFBREFGNkh6QlFBQTBHVHUzcnpHNS9HT1hieGFlMTZ0S1hQblg3bHdidGR2RzdZZU9PVGR3MSs0ZnYyT1hZSGVIcFVWNWIvdFBkQ29yc3JFV1hQcmViYmpGeWtwcTR5Wk9ObmExbTUwLy8vUEZlWGZMN0RoQlh6UzNadlg5MjNiVW1kbFNVa3hOVUhZM3UxYmp1emR6V2F6ZVZ5dWdaRXhxNnpzajIyYmw2emJjUHRhQ0pmSDNYUGkxTWZQWjVTVGwvZnZIMmhtWmRYWDNaVmFvNmFoNGVicDJkakNOTFcxRjZ4WXpTb3JPM1g0RUNGRVIwL1AyTXhjdUZYZjBHajR1Q0MvUGdIZE96cFZsSmRUYzI5MWR1OG0zSUZHbzUyOGNxTWhVKzh6cGFXMWRYVU5qSTNOTEN4L1didmUzZHZYc28xTjdKTklhcXRUeHcrVDhiTnJhazRkUGhRMGJhWi8vdzgvYzk5ZWZXci8yV25wNkZqYjJkdmFPN1N4dDdkMWNMUnNZMVA3NlFUTE5teUtjTDNENVhKenM3UFlOVFcxbitNSkFBQUFBQjlENXdzQUFPQmIwV2cwRFMydEhuMzd1WFRwK3RQVUdYWHV5TnU5ZVpPY3ZOdy90Ky9YYWU0WW01bnZQZm4zZzl1M1B0bjJrcFdUTXpFejcrTHhuMGFQZ3FKaTIzYk9kbzVPbjZ4QlIwK3ZpNGVYWCsrK0Rhblp0WnVIc1psNVd2SjdlUVdGa1VFVEpzMloxK0MzKzU4aTI5aTNiZXZVanJvWnNIWmZyNEVlM3J0Nzd1WmRYWDM5eiszUXhzNWVSMStmRU9McTdqRnQvcy9DZXlUclI2UFIxRFEwdW5wNmUvajZVV3M2dW5ZNTk5ZnhEcDFkRjYxZTkvRXRrNXJhMnAzYzNKL0h4M1owZFpzeWIwR2RQbGM5YlM4WldWbFRjd3VQN242RWtBMi83eEd1TjdPMCtuRGVMbTUzMU9jTUFBQWdBRWxFUVZUbExOWVBvOGNLS3psMTVNK0F3VC9NVzdaU3VMTnZyOTdIOXU4ZE8ybUt0YTJkdFoyZG1ycEdQVy9OeE56aXh5blQvOXk5YytDSWtXaDdBUUFBQUh3UlRUajlSUE53ZG5iT0x5d0tpMy9SbkNjRkFBQVFvVG9UdW44MUxwZmJ0SE9CUFlrSWw1R1Z0VzNySU9ZTmxDWjU0MncyVzBwS3F2YmdxVHA0UEY0OVc1dlFpL2c0ZTZkMmRWWldWMVhKeXNrMS9DQUNnYUQyeEdFQUFBQXRYVDhQdDZweVZuSnlzcWdMQVFtRU1WOEFBQURmVjVPMHZRZ2hUVDRGZnFldTdrMTd3TytrU2Q2NHRMUjAvVHMwVDl1TEVQSngyNHNhUGRlb2c2RHRCUUFBQU5CQVRmTzdPQUFBQUFBQUFBQUFnTGhCNXdzQUFBQUFBQUFBQUNRVE9sOEFBQUFBQUFBQUFDQ1owUGtDQUFBQUFBQUFBQURKaE00WEFBQUFBQUFBQUFCSUpuUytBQUFBQUFBQUFBQkFNcUh6QlFBQUFBQUFBQUFBa2dtZEx3QUFBQUFBQUFBQWtFem9mQUVBQUFBQUFBQUFnR1JDNXdzQUFBQUFBQUFBQUNRVE9sOEFBQUFBQUFBQUFDQ1owUGtDQUFBQUFBQUFBQURKaE00WEFBQUFBQUFBQUFCSUpuUytBQUFBQUFBQUFBQkFNcUh6QlFBQUFBQUFBQUFBa29uUi9LZk15OG51NStIVy9PY0ZBQUFBQUFBQUFESDAvbDJpbnE2dXFLc0F5ZFRjbmEvWTJGZ3pNN09xY2xZem4xZXlDUVNDajVkckwvRDVmRDZmeitQeCtMVlE2d1gvcXJOYzV4UTBHcTFKMWdBQUFBQUFBRUJqVWYrK3EvT1ZScU14R0F3R2c4RmtNcGxNcHJTMHRKU1VGSzBXVVZmZENIcTZ1b0dCZ2FLdUFpUVRyWGJUQk1RV204MHVMUzFsc1ZqbDVlVmxaV1hsNWVVc0ZvdkZZbEVyaTR1THk4dkxLeW9xYW4rdHFxcGlzVmpVZ3F5c3JLeXNySnljbkp5Y0hMVWdJeVBEWURDa3BhV1pUQ2ExSVB6clVraGFXbHBHUm9iNktpTWpRNjJwZzlyaGMyUmtaRVQ5a3dNQUFBQUFBR2paQkFKQlFVRkJVVkZSUVVGQllXRmhVVkVSdFZ4U1VsSmFXbHBjWEZ4UVVKQ2ZuMTlRVU1EbGN2WDA5SFIxZGZYMDlBd01ESFIxZGZYMTlmWDA5S2lWMnRyYW9uNHJBQ0tBenBkNEtTa3B5ZnBYYm01dVhsNWVibTV1UVVFQmk4V3FycTZ1cWFtaHZnb1gyR3kyc3JLeXZyNitpb3FLc3JLeXFxcXFpb29LdGF6eUwxVlYxWSs3V2d3R1ErcGZkRHBkNnIvb2REcWRqam5nQUFBQUFBQUF4QmVYeTYydXJxNnNyS1FHUUpTWGwrZm41eWNsSlNVbko3OS8vejRwS1NrMU5aVVFRdjN6a1BvSG83Mjl2WjJkbllPRGc0Mk5qWnFhbXFqZkFVQnpRT2VyT2ZENWZFNHRYQzZYeldibjVlV2xwS1NrcHFhbXBxWlNDK25wNlJVVkZZeC9TVWxKQ1plVmxaWDE5UFQwLzFWN21jRVF3V1J0QUFBQUFBQUFJT1k0SEU1U1VsSjBkSFJjWEZ4c2JHeGlZbUxOdjNnOG5vV0ZoWStQajVlWGw3T3pzNHFLQ25XVEVNWkFnT1JCNTZ1SkNRU0MwdEpTYXZScGNYRnhjWEV4TlF5VkdyMUZEVUF0S2lwaXM5bXlzckxLeXNyS3lzcEtTa3JDcjJyLzB0RFFVRlZWVlZWVlZWTlRVMVZWbFpPVEUvVTdBd0FBQUFBQWdCYXNxcXFLR25XUm5KeWNtcHFhbHBaR2ZXV3hXQllXRm5aMmRyYTJ0cGFXbHFhbXBxYW1wcmcxRWlRR09sL2ZwTHk4UEQwOVBTMHRMVE16TXprNU9UMDluUnEzUlEwM3JhcXFxcXlzbEphV05qUTBORE16TXpjM056RXgwZEhSMGRiV2xxMUZSa2FHbW5oTFJrYW1aYzFCQ0FBQUFBQUFBQzJSUUNBb0x5K254bXJrNXVaR1IwZEhSVVhGeE1TVWxwYXFxNnVycTZzYkdSbTV1N3Q3ZTN1M2I5OWUxTVVDZkJOMHZyNk15K1VLUjRTeVdLem56NS9IeDhmSHhzYkd4OGRuWm1aS1NVa0pwMzVuTXBtcXFxcVdscFp0L21WdGJhMnBxU25xZHdBQUFBQUFBQUR3WlptWm1ROGVQQWdQRHc4UEQ4L056YTJvcUpDVmxmWDE5UTBJQ09qYXRhdWlvcUtDZ29Lc3JLeW95d1JvQkhTK1BvSFA1K2ZsNVdWbFpXVmtaR1JsWmFXbnA2ZWtwS1NscGFXbHBlWGs1Q2dwS1dscmErdnE2dXJvNkZDUHpLQys2dXZyNitycXFxdXJZOXdXQUFBQUFBQUF0R2g4UGo4cEtTazJOalloSWVITm16ZHYzcnpKeWNteHNMQndkbloyZEhTMHM3TnIyN2F0dXJxNnFNc0UrREowdmo2b3JxNSsvdno1czJmUG5qMTc5dkxseS96OC9OTFMwdExTVWhhTHBhYW1abXRyUzQzaHNyVzFWVmRYRjg3TXBhaW9pRDRYQUFBQUFBQUFTQ3BxTW10cTZ1cVltSmc3ZCs0OGVmS0V3V0RvNitzN096djcrL3QzNzk1ZFVWRlIxR1VDZkZhcjYzd0pCSUxxNnVycTZ1cXFxcXJzN096bzZPZ25UNTVFUlVXOWZ2MmFScU5SRTI4cEtDaFlXMXU3dUxpNHVycDI2TkJCUjBkSDFGVURBQUFBQUFBQWlBVXVseHNSRVhIcTFLblEwTkRpNG1JdWwrdmw1VFY0OEdBUER3ODFOVFZGUlVVOElCTEVTbXZwZkJVVUZDUWxKYVdscGIxLy96NHBLU2t4TWZITm16ZkZ4Y1VhR2hwR1JrYjYrdnBHUmthbXBxYm01dVlXRmhabVptYnk4dktpTGhrQUFBQUFBQUJBZkZWVVZEeDkrdlR4NDhkeGNYRXZYcndvS2lycTFLbFQxNjVkWFZ4Y0hCd2MxTlRVUkYwZ0FKSDh6bGRpWXVMOSsvZnYzNy8vNnRXcmdvS0NvcUlpRm91bHA2Zm40dUxpNXViV3JsMDdMUzB0TlRVMVpXVmxGUlVWdEtVQkFBQUFBQUFBR3F1c3JDd25KeWM1T1Rra0pDUWtKS1NtcHNiSXlNalQwM1BvMEtGT1RrNmlyZzVhTzRucWZBa0VBamFiemVGd1hyMTZkZnIwNmZQbno2ZW5wek1ZRENhVHFhQ2c0T0xpNHVmbjE2dFhMMnRyYTFGWENnQUFBQUFBQUNDQjJHejJqUnMzOXU3ZCsrREJnNXFhR2x0YjJ6bHo1Z1FFQkNncEtUR1pURkZYQjYyUkpIUytlRHhlVWxMU3k1Y3ZFeElTWW1KaVltSmk4dlB6TFMwdHFRbnBiVzF0N2V6c2JHeHM4T0JWQUFBQUFBQUFnR1lnRUFneU1qTHUzcjE3Ly83OThQRHdxcW9xVDA5UEx5OHZWMWRYVzF0YlBDa09tbE1MN253SkJJS2twS1NyVjYrR2hvYStmLzgrSnllbnNyS3ljK2ZPdnI2KzNicDEwOVBUMDlIUlVWVlZGWFdaQUFBQUFBQUFBSzFVZFhWMWNuSnlhR2pvb1VPSEVoTVRqWTJOZS9YcXRYWHJWbEhYQmExSUMrdDhDUVNDbXBxYW9xS2l5NWN2SHoxNk5ESXlVbHBhV2tGQndkUFRjK0RBZ2YzNjlWTlNVaEoxalFBQUFBQUFBQUR3SHp3ZUx6ZzRlUExreWZiMjltRmhZYUl1QjFvUmhxZ0xhS2lTa3BLb3FLaW5UNStHaFlWUkRTOEhCNGNGQ3hhNHVibTV1N3VycTZ1THVrQUFBQUFBQUFBQStEUXBLU2s5UFQwcEthbWVQWHVLdWhab1hWcEE1K3Y5Ky9lSER4KytkZXRXYW1wcWZuNitpNHZMOHVYTHUzYnRhbVJrcEtPakl5VWxKZW9DQVFBQUFBQUFBS0ErSEE3bjl1M2JoWVdGZm41K29xNEZXaGZ4dmR1UncrRmtaMmR2M2JyMXp6Ly9aTFBaMnRyYVk4YU1tVEJoZ29tSmlhaExBd0FBQUFBQUFJQkdpSXFLOHZQemMzRnh1WFhybHFocmdkWkZIRHRmWldWbGQrL2VQWHYyYkhCd3NKYVdscSt2YjU4K2ZmejkvZVhrNUVSZEdnQUFBQUFBQUFBMEFvL0hDd3NMbXpoeG9yS3k4cmx6NXl3c0xFUmRFYlF1NG5XM0k0L0hDd2tKMmJGalIzeDh2SnFhMnFwVnEzcjA2R0Z1YnE2Z29DRHEwZ0FBQUFBQUFBQ2djVGdjenZIangxZXVYRmxhV3JwMjdWb3pNek5SVndTdGpyaU0rZUx4ZUZsWldRc1dMQWdPRGpZME5GeXdZTUhZc1dObFpXVkZYUmNBQUFBQUFBQUFOSnBBSUtpcXFscXpaczNtelp1VmxKUjI3OTQ5ZlBod1VSY0ZyWkZZZEw2eXM3UDM3dDI3Yjk4K1hWM2Q4ZVBIang0OVdrVkZSZFJGQVFBQUFBQUFBTURYeU03T3ZuRGh3djc5KzErOWV1WHY3Nzl1M1RvSEJ3ZFJGd1d0bE9qdmRnd1BENTgvZi83NzkrOG5UNTQ4ZXZSb2MzTnpQSzRSQUFBQUFBQUFvQ1dxcXFvNmZ2ejQvdjM3WDc5K3JhZW50M1BuenNEQVFGMWRYVkhYQmEyWEtNZDg4WGk4RXlkT3pKa3poOEZnSER4NE1DQWdnRWFqaWFvWWFDcGNMcmVvcUNndkx5ODNOemMvUHo4L1B6ODNON2V3c0xDcXFvcjdMdzZIdy8wdk5wdk41WElKSVF3R2c4bGtNcGxNUmkzQ2I1bE1wb3lNakthbXBvNk9qcGFXbHJhMk52VlZRME9Ed1JCOUd4ZEFzaUhkQUpJSzZRYVFWRWczTkNjZWoxZFZWWFh4NHNYZmZ2dnR4WXNYeXNySzQ4ZVBYN1pzbWFLaW9xaExnOVpPWkowdk5wdTlhOWV1OWV2WGQrclVhZFdxVlM0dUxpSXBBeHFJeCtOUjEwVWhMcGVibUpqNDd0MjdsSlNVckt5c25IL2w1K2ZUNlhRcE9wMGhSWmVpUzBuUjZRd3BLU2s2blVhakdwdi9mdjMvRW8wUVFxZlJDTlgyRkJDK1FFRGRFMDU5RlpEYTN4R0JRTURsODNrOEhvL1A1L0Y1UEI2ZnkrZnorWHhOVFUwOVBUMWRYVjBkSFIxOWZYMXpjM056YzNOcmEydmhCVnQ0MmNhZ1FvRGFrRzRBU1lWMEEwZ3FwQnZFVFY1ZVhtUmtaR2hvNktWTGx6SXpNNTJjbkhyMzdqMWl4SWcyYmRxSXVqUUFJckxPVjFWVjFiSmx5dzRlUERoaXhJZ2xTNVlZR0JnMGZ3MVF2NHFLaXBTVWxMUzB0S3lzclB6OC9NTEN3c0xDd29LQ2dvS0NBbXE1dUxoWVNVNU9VMFZGUTBWWldWNUJSVUZlVVU1T1VWNWVVVTVPV1Y1ZTZjTi9ja3B5SHhZWVVnd3BPbDJLVHFQVDZkUUYrTU5YR2wyS1RtTXdHRkowT2lHRXgrZHp1VndlWDhBWDhIbDhQcC8vNFN1ZnorZnhCVHcrbjh2bnNTb3F5NnNxeXlxcldKV1YxSDlsbFpYbFZWWGxsVldzcXNxeWlrcFdWV1ZCU1dsaFdWbFpaYVdhbXBxR2hvYUdob2FtcHFad1FWTlRVMTlmMzhURXhNVEVCQjlCUUd1RGRBTklLcVFiUUZJaDNTQzJvcU9qZzRPRFEwTkQzNzE3VjExZDNhZFBuNUVqUjlyYjI1dVltS0N0Q2VKREJKMHZnVUN3YmR1MkpVdVdkT25TNWZyMTY5TFMwczFjQUh3U244OVBTVW1KajQrUGpvNk9pNHRMVFUwdEx5K3ZxS2lvckt5c3JxNldaVEtOdExWTmRYV05kYlNOZFhSTWRYV010TFFWNUdSbHBhVmxtTkpNaHBRME5lWlpTb3JCWU5DYi9hNVZ2a0RBNVhJNVBCNlh5MlZ6dVJ3ZXI0Yk5ybUZ6S3FxcjB2THlVbk55MC9QeVVuSnlVM056MC9OeXE5Z2NXVmxaT1RrNVJVVkZSVVZGWTJQajl1M2J0MnZYcmwyN2RtWm1ablE2dlptTEIvamVrRzZrR3lRVjBvMTBnNlJDdXBGdXNjWG44OWxzZG5GeDhaa3paLzc0NDQvRXhFUnBhV2xsWmVYUm8wZFBtemJOek14TTFBVUNmSUlJT2w5SlNVbTlldldTa1pFSkNRa3hNakpxNXJNRDFYeXNyS3lzckt4a3NWaXhzYkhSMGRHUmtaR3hzYkZscGFVeTBrd1pwclFNazZrZ0s5dlp6dGJaeXNyWnl0TFN3RUJEUmFYNXI1cmZnMEFnS0NndFRjck1pbjJYR1AwbThlbWJOK1ZWbGRWc1RnMkh3MmF6bFZWVkhSMGRYVjFkTzNiczZPVGtwS0tpSWk4dkx5OHZqeG5vb0tWQXVwRnVrRlJJTjlJTmtncnBScnBiaEpxYW10VFUxT1RrNU9mUG45KzZkU3NpSWtKUlVkSFcxdGJSMGRITHk4dkh4MGRaV1ZuVU5RSjhsZ2c2WCtQSGo3OTI3ZHJKa3ljOVBUMmIrZFN0WEhWMTlhdFhyMTY5ZXZYbXpac1hMMTY4ZnYwNktTbEpWVUhCUUZQRFNFdkxTRnZiVUV2TDhOOEZiVFhWMW5CUkVRZ0UrU1VsNlhsNUdma0ZHZm41NlhsNUdmbjU2Zm41R2ZuNUpSV1ZabVptOXZiMk5qWTJOalkyZG5aMk5qWTJjbkp5b2k0WjRCT1E3bzhoM1NBWmtPNlBJZDBnR1pEdWp5SGRZcWlxcWlveU12TDI3ZHVQSHo5T1QwL1B5OHNUQ0FRK1BqNEJBUUhPenM0R0JnYWFtcHFpcmhIZ3k1cTc4NVdSa1dGbVpyWnk1Y3BGaXhiaHZ0L21VVlJVZFBQbXpUdDM3a1JGUlJVVkZaV1VsTlJVVjd1MGFlUFZ6c216WFRzdFZWVjVHUmtGV1ZsNVdWa21RNm8xWEZNL1J5QVFjTGk4eXBycWl1cnF5dXJxdkpLUzhJUm5kMkppbzkrK1pjcklxS3FxcXFtcGRlelkwYy9QejhmSFIwdExTOVQxQWlEZERZVjBRNHVEZERjUTBnMHREdExkUUVpM1NBaW9PMVU1bk1yS3lvY1BILzc5OTk4M2I5NHNMUzFsTXBscWFtbytQajREQmd6dzlmWEY4QzVvY1pxNzg3Vno1ODZWSzFjR0J3ZDdlSGcwNTNsYkZTNlhXMTVlWGx4Y2ZPM2F0ZE9uVDBkRVJNaEpTOHZKeUtnckszbTFjL2JyMk43VHlVa0JuNUEwV0VWMTlZT0VoT3VSVVE4UzRndkxXSlhWMVRVY1RtZFgxMUdqUnZuNSthbXJxeXNwS2VISnpkQThrTzZtaFhTRCtFQzZteGJTRGVJRDZXNWFTUGYzVUY1ZW5wR1JrWmFXbHBLUzh1elpzOWpZMk5ldlh6TVlESE56Y3dzTGkvYnQyM2ZxMU1uUjBWRkpTVW5VbFFKOHBlYnVmSTBkTy9ibXpac1JFUkhtNXViTmVkN1dnTVBoSkNZbXhzVEVQSDM2TkNZbUppRWhRVlZXMXRuSzBzblMwdGJZMk5ySXlFSmZENWVCYjhIbDhaS3pzMStscHIxTlQ0OTdseFNibUZoY1dkbld3Y0hGeGFWOSsvYnQyN2UzdHJabU1wbWlMaE1rRU5MOXZTSGRJQ3BJOS9lR2RJT29JTjNmRzlMOWpYZzgzcXRYcng0OWV2VHc0Y00zYjk1UWp3cmxjcm4yOXZidTd1NnVycTdtNXVZNk9qcWFtcHA0SkIxSWdPYnVmTG01dVdWbVpyNTkrMVpHUnFZNXp5dlpVbE5UTDEyNmRQbnk1WGZ2M2hVV0ZzcEtTZm0yZHc1dzY5TFczRnhEU1ZsRlVhRTFqNVQrSHZnQ1FWbEZSUkdMOVRJNTVmTERSemVlUHEzbWNqVTBOS3lzclByMDZkTy9mMzlUVTFOUjF3Z1NBdWx1WmtnM05CdWt1NWtoM2RCc2tPNW1oblIvSFM4dnIvRHdjQ2FUeVdReWRYUjAvUHo4K3ZYcjE3VnJWd3pzQW9uVTNKMHZaMmZua3BLUzVPVGs1anlwUkdLejJhV2xwUWtKQ1Z1MmJMbDc1dzVUaXE2cW9Oalp6bmFRcDZkdmgvWUtzcktpTHJBVnFhaXV2aGNYZnk3czNzTVhMMHJLeTlsY3JtLzM3ck5teldyWHJwMnFxaW8rSklIR1FyckZCOUlOVFF2cEZoOUlOelF0cEZ0OElOME5wS3VyYTJOak0zSGlSQmNYRjNOemM4ekJEWklObmErV0p5c3JLeUlpNHU3ZHUvZnUzVXQ5Lzc2THZiMmJRMXRuU3d0bkt5dE5GUlY4aUNRcTFGT1o0OThseGI1Nzl5QWg0Y21yMXdiR3hqNCtQaDRlSHU3dTdnWUdCcUl1RUZvQXBGczhJZDN3N1pCdThZUjB3N2REdXNVVDB2MUYydHJhZ1lHQnUzYnRRamNRV2dOMHZscVNwS1Nrdlh2M1hydDJMVE16VTRISkdOVE40d2R2VHlOdGJYVmxaU2s2WGRUVndRZDhQcit3ckN3OUwvK2YrL2RQM2JsYnhlUHA2ZW4xNnRWcjBxUkoxdGJXb3E0T3hGUlNVdEt1WGJ0dTNicUZkSXN6cEJ1K0F0TGRJaURkOEJXUTdoWUI2ZjRjZEw2Z1ZVSG5TOXp4K2Z5aW9xTEl5TWdkTzNiY0RnMVZWbEN3ME5mL3NaZi9EMTZlU3ZMeW9xNE92cUMwb3VKaWVQaWhxeUZKbVZtc3FxcHVIaDZ6WjgvdTBxV0x1cm82UmhRRGxlN3c4UEE5ZS9iY0RnMVZVVkF3UjdwYkRxUWI2b0YwdDJoSU45UUQ2VzdSa083YTBQbUNWZ1dkTC9IRjUvUGo0K09EZzRNdlg3NmNrcFRVM3NxeW00T0R1Nk5EZTJ0ckdUeW1wRVhoY0xreGlZbmhDYy9DRTU1Rkp5WWFtWm4xNmRNbk1EQ3dYYnQyZUtaUDY4VG44Nk9qbzY5Y3VYTDU4dVhVcENSbks4dHVEZzZlN1p5Y0xDMlI3cFlGNllZNmtHNkpnWFJESFVpM3hFQzZLZWg4UWF1Q3pwZVlpb3VMMjdwMTY3MTc5L0p5Y3dlNHV3ZjE3bVZwYUtDaHJFekgyT2tXaTgvbkY3Rlk3ekl5ajk2NDhmZmRNRzBkSFU5UHo3bHo1em83TzR1Nk5HaFdWTHJ2M3IxYmtKOC93TjE5UXQ4KzV2cDZTSGVMaG5RREJlbVdQRWczVUpCdXlZTjBvL01GclFvNlgrS2x2THc4TlRWMTgrYk5aOCtja1djeVBkczVMUnN6eHRJUVV6QkttdFRjM05WSGp0NkppV1ZWVnc4YVBIakJnZ1htNXVhS2lvcWlyZ3UrSXlyZDY5YXR1M1R4b2p5VDJiMWpoMFVqUmlEZGtnZnBib1dRN2xZQzZXNkZrTzVXb25XbUc1MHZhRlhRK1JJWExCWXJPRGo0d29VTGQrN2NNZGZXRG5UdjJxT1RTMXN6TTB5UUthbDRmUDZybE5RYlVWRVhJeUtTY25JOVBEMEhEQmdRR0Jpb3Fxb3E2dEtnaWJGWXJIUG56bDI2ZE9uT25UdldlbnA5dTdnaTNaSU42VzQ5a083V0J1bHVQWkR1MXFZVnBodWRMMmhWMFBrU1BZRkFFQm9hdW5yMTZvU0VCRXRkbldrREF0MGRIUFJhNVR5THJSQ2Z6ODh1S25yNC9QbXVDOEZ2c3JJY0hCeVdMVnZXczJkUFBBTmJNZ2pUSFI4ZmI2V25PMjFBWURkSFIxMDFOYVM3TlVDNkpSdlMzWm9oM1pJTjZXN05XbFc2MGZtQ1ZnV2RMMUhpY0RqcDZla2JOMjc4NjhRSmRVWEZhUVA2VCtqYlZ4Wi85YlJLYkM3MzZMWHJPODZmenlrdUdUWjgrS0pGaTh6TXpKaVlNTFhGb3RLOWV2WHFjMmZQcWlzcXpodnl3K2llUFpEdTFnbnBsakJJTndnaDNSSUc2UWFoMXBCdWRMNmdWVUhuU3pUNGZQNkxGeStPSGoxNit2UnBSU242U04vdWc3dzhUSFYxUlYwWGlGaDZYdDc1ZS9kUGh0NHVycWtaT216WW1ERmpIQjBkTVhscXk4TG44K1BpNGs2ZVBIbjY5R2xWYWVaUUwyK2tHNUJ1eVlCMHd5Y2gzUklBNllaUGt1eDBvL01GclFvNlh5SlFVVkd4ZWZQbVk4ZU81ZVZrVCt6YmQ2eC9UMU5kWFFaR1VBTWhoQkFlajUrYW0zdmk1czNmL3duVzBkTWJPWExrNHNXTDVlVGtSRjBYTkFpVjdpTkhqaFRrNVU3czIzZGNyMTdHT3RwSU4xQ1E3aFlONllaNklOMHRHdElOOVpEZ2RLUHpCYTBLT2wvTmlzdmxQbjc4ZU9MRWlla3BLVjNzN1g2Yk10bkswRkRVUllHWVNzbk9udi9IdnZDRUJCMERnOE9IRDNmdTNGbkNobGhMR0M2WCsrREJnMm5UcHFXbnBIZzRPYTZmTUI3cGhzOUJ1bHNXcEJzYUR1bHVXWkJ1YURqSlN6YzZYOUNxb1BQVmZGSlRVL2ZzMlhQaStQRjJKaVpqL1h2NE9Edkx5OHFLdWlnUWE1VTFOZmZpNG81Y3V4NmJtanAwMlBDWk0yZWFtSmlJdWlqNEJDcmR4NDhkY3pZMUhldmZ3N2Q5ZXprWkdWRVhCV0lONlc0cGtHNW9MS1M3cFVDNm9iRWtMTjNvZkVHcmdzNVhjeEFJQkhmdjNsMndZTUhiMTY5bkRneWNHQkNnSmJuUHg0VW1WMUJhZXZCS3lPOFhMaGlibTIvY3VMRkhqeDRTTTcrQUJCQUlCTmV2WDErNmRPbmIxNjhYREIweTFyOG4wZzBOaDNTTE02UWJ2Z1hTTGM2UWJ2Z1dFcE51ZEw2Z1ZaRmF1WEpsYzU1djM3NTkxZFhWczJmUGJzNlRpbFpKU2NuZXZYdW5UcDdNNUhLUEwxazgwcSs3QW9aNlFXUEl5OHE2T3pwMHRyTzlIQloyOU1SZlVneUduWjJkWk13djBOSlI2WjQrYlJxVjdxRSsza2czTkFyU0xiYVFidmhHU0xmWVFycmhHMGxNdW4vNzdUY2JHNXZldlh0TFlWWTdhQVV3NXVzNzR2UDU0ZUhoSzFhc2lJMksrckdYLzR5QkEvUTBORVJkRkxSZ2VjWEZ1LzhKUG56OWhxMkR3NG9WSzd5OXZYR2hFaFUrbjMvNzl1MzE2OWZIUmtWTkNPZzd1VjhBMGczZkF1a1dIMGczTkMya1czd2czZEMwV25xNk1lWUxXaFYwdnI2alM1Y3V6Wnc1VTFiQTN6VnJaanRMUzh6cUJkK3VxcVltTmpGeDF1Kzd5L244YmR1MkRSdzRVTlFWdFZLWExsMmFQbjI2UEkzc21qWFQyY29LTTRQQXQwTzZ4UVRTRFUwTzZSWVRTRGMwdVJhZGJuUytvRlZwa2Zja2k3K3FxcXF0VzdjT0hqVElTa3Z6MnFhTmJtM2JvdTBGVFVKT1JzYXRiZHRiVzM1cnE2ODNZdmp3elpzM1YxWldpcnFvMXFXeXNwSkt0Nk9oQVpWdS9Pb01UUUxwRmpta0c3NFRwRnZra0c3NFRwQnVnSllDODN3MXZieTh2TVdMRisvKy9mZEpmZnFzQ2ZwSlYxMWQxQldCcEpHVmx2WnE1MFFqWk92K0Era1pHUjA3ZGxSU1VoSjFVYTFDWGw3ZS9Qbno5KzdaTTZsUG45VkI0N1RWMUVSZEVVZ2FwRnRVa0c3NDNwQnVVVUc2NFh0cm9lbkdQRi9RcXVCdXh5YVducDQrYk5pd055OWZydnRwM0dBdlQzeWdCTjlQVlUzTnBZaUhQKy9iYjIxbmQvTGt5UmI5V09VV2dVcjMyNWN2MXlMZDhKMGgzYzBNNllabWczUTNNNlFibWsyTFN6ZnVkb1JXQlhjN05obUJRQkFURStQajQvUHU1Y3QxUDQwYjZkY2RGMWY0cnVSa1pIN3c4dHcwYVVMeTY5ZnU3dTVSVVZITjNNaHVQUVFDd2VQSGo2bDBiNWt5R2VtRzd3M3BialpJTnpRenBMdlpJTjNRekpCdUFIR0d6bGVUaVltSkNRb0tVcUxSamkzK1pWUVBQem9kUDF2NDd1aDAraEJ2NzBPTGZ0YVdsdzhLQ25yNDhLR29LNUpNTVRFeDQ4ZVBwOUk5eU5NRDZZWm1nSFEzRDZRYm1oL1MzVHlRYm1oK1NEZUEyTUkxb0dtOGZmdDIyTEJockx5OEhUT25kM055cE5Gb29xNElXZ3NhamVicDVMUnYzaHh1V2RtWU1XTVNFeE5GWFpHa29kTE5ZN0dRYm1obVNQZjNoblNEcUNEZDN4dlNEYUtDZEFPSUozUytta0J5Y3ZLZ2dRTkxDd3JXamc5cWIyVWw2bktnTmJJMU1WazNQcWltckt4Mzc5NUpTVW1pTGtkeUpDWW1VdW5lTUhFQzBnMGlnWFIvSjhKck45SU5vb0owZnllNGRvUElJZDBBNGdhZHIyK1ZtWms1WS9yMDB2ejhYYk5uQnJoMXdXZEtJQkkwR3EySFM4Y2RNNmJYbEpWTm5qeFpnaDhpMFp3eU16T25UcGxDcGJ0N3h3NUlONGdFMHYwOTFMNTJJOTBnS2tqMzk0QnJONGdEcEJ0QTNLRHo5VTNLeTh0SGp4NGQ5ZWpSamhuVCs3aTY0dUlLSWtTajBmdzdkOW8zYjg2em1KaWdvS0NLaWdwUlY5U3lVZWwrRVJlSGRJUElJZDFOQzlkdUVCOUlkOVBDdFJ2RUI5SU5JRmJRK2ZwNmJEWjc2dFNwa1k4ZS9UeHNxQjgrVXdJeFFLUFJ1ams2TGgwOUtqb3k4c2NmZjZ5cHFSRjFSUzFWVFUwTmxlNWxZMFlqM1NBT2tPNm1nbXMzaUJ1a3U2bmcyZzNpQnVrR0VCL29mSDBsUHA5Lzl1elppeGN2VGg4UUdOU25ONTRYQTJLQ1RxZVA2dUUzYS9DZ2tKQ1FZOGVPY2JsY1VWZlU4dkQ1L0dQSGpsSHBIdDdkRitrR01ZRjBmenRjdTBFOElkM2ZEdGR1RUU5SU40Q1lvQWtFZ3VZOG43T3pjMGxKaVFUYzZweWVudDdEejg5Y1RmWElva1VLY3JLaUxnZmdQeXFxcXlmOHR2bGxidDdseTVmYnRHa2o2bkphbVBUMGRCOXZiMnN0VGFRYnhCRFMvUzF3N1FaeGhuUi9DMXk3UVp5Slo3cTF0YlVEQXdOMzdkb2xMUzB0NmxvQXZqdDhIdkkxcXF1cnAwMmJWbGxjdkg3Q0JGeGNRUXdweU1wdW1qeUp3MkxOblR1M3VycGExT1cwSkZTNitaV1ZTRGVJSjZUN3ErSGFEV0lPNmY1cXVIYURtRU82QVVRT25hOUdZN1BacTFldnZuM3o1cnloUTh6MWRFVmREc0NuNldsb0xCbzVQUHhlMkxKbHk5aHN0cWpMYVJscWFtcW9kUDh5Y2dUU0RXSUw2ZjRLdUhaRGk0QjBmd1ZjdTZGRlFMb0JSQXVkcjBZTERRM2R2MzkvTDlmT0k3cjdTa2xKaWJvY2dFK1RvdE1IZVhyMmRlMXk0TUNCa0pBUVVaZlRNbHk2ZElsSzl3Q1Bia2czaUMyayt5dmcyZzB0QXRMOUZYRHRoaFlCNlFZUUxYUytHcWVzck96UW9VT3FNako3NTg2Umw4Vm9haEJyOGpJeVc2ZFAxVlJRT0hqd1lHRmhvYWpMRVhkbFpXV0hEeCttMGkwbkl5UHFjZ0RxZzNRM0NxN2QwSUlnM1kyQ2F6ZTBJRWczZ0FpaDg5VTRrWkdSZDIvZlhqY2hDTDg2UTR1Z0pDKy9kZHJVUnhFUjRlSGhvcTVGM0VWR1JrWStmSWgwUTB1QmREY2NydDNRc2lEZERZZHJON1FzU0RlQXFLRHoxVGlMRnkrMk16Snl0Yk1UZFNFQURlVmkwOGJKelBUWFgzOFZkU0hpYnZIaXhjNFdGa2czdENCSWR3UGgyZzB0RHRMZFFMaDJRNHVEZEFPSUJEcGZqWERod29XRXVMZytYVncxVlZSRVhRdEFReWtyS1BUcjZoWWZHM3ZtekJsUjF5SytxSFQzZCsrS2RFTUxnblEzQks3ZDBCSWgzUTJCYXplMFJFZzNnRWlnODlWUXhjWEZtemR2TnRIVkhlenBTYVBSUkYwT1FFUFJhTFMrYm03V2hvYnIxcTByS0NnUWRUbmlxS0NnZ0VwM255NnVTRGUwSUVqM0YrSGFEUzBVMHYxRnVIWkRDNFYwQTRnRU9sOE5kZi8rL1JjdlhqQnM1V1VBQUNBQVNVUkJWRXp1RjZDdnFTSHFXaVFmbjg4WGRRa1NSVTlkZlZ6dlh1L2V2YnQ1ODZhb2F4RkhOMjdjb05LdG82WW02bG9rSDlMZHRKRHUrdUhhRFMwWDBsMC9YTHVoNVVLNkFab2ZROVFGdEF3MU5UVjM3OTdsY1RoQmZYcEx4c2RLN3pJemIwZkgrSFhzWUs2dlQ2M0pLU3dhc1didE1GK2ZjYjM4bVl6Ly80K3gvL0tWQndrSkk3dDM3OTZ4QTZPNW5oVWRGaGMvZVBrS1hYVjFQUTJOM3E2ZDV3MGRJdHgwTnpadTZyWnRPbXJxK2hvYW02Wk1NdFRTY3A4K3M0Yk4xbEpWZFRBMzJ6aDUwaWNQR0pmNExpWXhVVWROVFVkTnpWaFhSMXRWdGZiV1JmdjJ2ODNJMEZQWDBOVlFEM1IzZHpBMysvNXZzVm5SYUxReFBYc3NPL1RublR0M0FnTUQ1ZVhsUlYyUkdKRzhkRGZjdytjdkhpUWs2S3FyNjJtb1d4a2FtdW5wZlc3UFZVZU9ucnA5UjB0VlJVdFZkZW5vVWUydHJhbjExV3kyKy9RWlZIYjBOVFhuRHgyaTlLWC91NUR1cG9WMDEwTWkwMzB0TW5MV3psMTZHaHE2NnVxTFJnNTNORGVYcW5WcGZ2YisvYUo5K3p2WjJycmEyYm5ZMktncks5VnpxRFhIanA4TURkVlQxOURUMEZnNlpwU3RpUW1mejZmVHYveVphRlpCZ2I2bTVsZS9CUTZYRy9YNlRWaGMzTFhJU0VWWnVmTnJWdFV6Ti9tUmE5Y3ZQWHlvcjZHaHI2azUzTmVubnIrbUtEd2U3OUxEaHkrU1U1YU9HZjNWRllvSnBMc2VrcGR1Y2Y3Tm5NUGwxaTZBVWxKZXJpQXJXM3Y5enZNWHpvYUY2YWlwNjZpcERmUnc5KzNRb1VuT25sOVNjdVp1MkxsNzl6Wk5udVJpWTlNa3h4UTVwQnVnK2FIejFTRGw1ZVdQSHo4T2NPdnk4ZC83TFpTRnZ2NzA3VHZtN2ZtalYrZE8yNlpQTTlUUzB0VlFOOVhWbmJOcjk3NUxsOCt1V2lHODdoNjZldlY1Y3NxRit3OTAxTlVXalJneE1hQnZVOVZ3TVR6aVJVcks0bEVqUDdtMWhzTkp6YzJWWmpKbURocFllejJYeTAzTHpVdkx6VnNUTk01UVM0c1FVbGhXbXBhYlIxSlRkODJlR2YzbWJVRnBhYzlPTG5XTzl2amx5M2w3L2lDRW1PdnI3Wjgvcjg2L2pSTXpNbTg4aVNLRWpQVHJicUgvaGQrcVd5aFphZW4rN2wxalkyTUxDd3R4ZmEydHZMdzhKaVpHa3RMZGNBbEpTYXVQSGlPRUdPdG9uMXkydEo0OWE5anM5THk4OUx5OEJjT0dDdHRlaEJBcE92MVZhdHFyMURSQ3lPK3padjUxSzVST3B3ZTRkZEhUcUc5OERkTGR0SkR1ejVHWWEvZXZKLzRxWnBYUEdEVEFTRnVieStObEZoUmtGaFNNNitYdmJHVTFjTmx5RHBjMzJOTWp3TTFOWFZrcEtTc3JMQzQrTEM2ZUVES2dtL3VCQmZQbFpHUStkMWcyaDBNbGJ0N1FJYlltSm9TUWlPZlBGKzA3TUx5N3p4QnY3enBSRW5xUmt0Snovb0x1SFRyc21qMUxVVTZ1Z1c4aExUYzNOdkZkOU51M1QxNjlpbjd6dHJLbVJyaHB5TXBWNTFhdmtwV1cvdVFMTXdzS3FBaFA2ZC9Qb041MlcxRVo2OGoxYS9zdlgwM1B5eU9FTUtTa0ZvMGMwY0R5eEJiUy9UbVNkKzBXNTkvTWx4NDhsRnRjUEhQUVFPRXZBT1ZWVlFHL0xKYVRsam0rZExGd3pGMUplWG5NMjBSQ1NEZEhoODdmL015QmxKeWM2NUZQcmp4NmREOCtnY2ZuRTBJQ2ZsbHlmdldxcmc1dHYvSElZZ0xwQm1obUVuSzErTjZLaW9yaTQrUG4vTHhBMUlVMEdScU50bW55SkxkcE0wSWVSMGEvZlJ1eDYzYzlEWTBSM1gzL3ZudjNkVnJhd0dYTG8vYnRaVElZRDUrL2VKNmNRZ2hoTWhpYkprOGE3T25aVkFWY2k0d2MrK3NHRHBlYlYxeThkZHJVejMzSXpKUmlmTzUzR2pxOTdzZGNyTXJLMGV2V1orVG5iNXc4YVVyL2ZwOThWWHNycXk3MjlwK3JxbzJSa1FRL0ZYdVlqL2NQcTliazV1WWFHUm1KdWhZeFVsUlU5UExseTRVTGZ4WjFJZC9MMDlkdmJqNTkrcmtXTThWQ1g5L1p5cW9oUjZzenBJdkpZTkJvTklGQVFBaXhOREJRVlZUb09uM213bjM3cHdVR3JobzNWcXJlejZLUjdpYUVkSCtTeEZ5N2gzZjNkUndYZE9UNjliK1dMaEd1bEdZeXVUeGV4TFBuNVZWVlJDQ3dNVGJ1YkdlYmxwdEhiWldUa2ZsejRjL1NUR1pEanEraW9FQXRDQVFrN3QyN3VIZnZWdng1cElPMU5aMytpYUUwaVJtWnhhenlzMkgzRXBMZW4xbTF3dExBNE9OOThrcEszcVNsdlV4SmZabVMraW8xOVZWcWFoR0w5ZkZ1TWt5bXFhNHVxN0pxeXRadGh4Y3RyTDlJRzJOajRkdTU4U1NxcEx3OHdLMkx2S3dzbjgrL0Y1OXcvTWJOaXhFUjFXeTJjUCsxeDA5WUdCajg0TlZrdjdlSUN0TDlTWkozN1JibjM4dzVQTjdac0h0bncrNDVXMW1wS2lvUVFqTHpDOTVtWkJCQzNLZlBQTGxzQ1RVVWkvN3Y0RHNkTmJXR3Q4VnJTOHZOZmZMNjlZUDRaMkZ4Y2U4eU0rdHNaVlZXQmk1WmVtYlZTbS9uZHQvMlhzVUYwZzNRbk5ENWFwQ1FrQkJWZVhsYlV4TlJGOUkwcW1wcTVHUmtIQzBzdkoyZDc4VEU1QllWLzNIeDB1cWZ4blYxYU11UWt1THllSWtabVRGdkV6dmIyZTcrSjVnUW9pZ25kM0xaa3M4TldqNTg3ZHBmdDBJYlcwTldRU0dIeXlXRUhMaHlsVlZaZWVoTHY3c0ViZHlVbEpWTkNDbXJxS0RXN0wxNEtmaEJPQ0VrcDZpWVdqTm8rY3Jzd2tKQ3lQdzlmMmlycWc3eTlHaHNWYlU5ZXZHaW5uOUZ0MFIySnFicWlncDM3dHpwMkxHanFHc1JJeUVoSVZyS1NpMDkzVlUxTlZrRmhSK3Z6eWpJSDdsbWJUR3JQRGs3ZTgrYzJkL2pzM0dHbEJTVlpRRVJPRnBZRFBYMlBuWDc5cmF6WjVrTXFSVS9qbTNJRVpEdWI0ZDBmNUxFWEx0TmRYVTluQnoveDk1ZHh6VzEvbkVBZjdZeEdEQzZ1eFd3QU1VR1ViRmJ1VjRMdlhyMTJvcmRmWTFyWDJ5dlhkaWlZZ2NHQm0zU2lDZ2xYWVBCMlBiNzQ4aCtDSWlveUlMUCszVi92bzVuWTN2ZzU0Zm43SHVlOEE5L01kMTd4NmJKLzUvMit5STJyckM0dUxPanc3blZLNmt4VTBucEdkUkQ3ZXp0YTFuMnFsYTdKdlorRzlaWCs5RDI4eGVXL0hlQUVOTE0wa0kwQ0NzK09XWGZsYXNmMGo5OVRNOUl6c2dvRS9BVm1QSXNlWGx1YVdsYWRqYjFuSkhkM00zMDlIUTExUFUwTkEyME5JMTFkUFExTlg5c250cWJoSVRsaHc2ekZSWGRIQnhDWTJLb1h3N1VHQW90VlZWakhSMExBMzFiVTlPc3ZMd2YvUUZJRUtTN1dyTFJkNHRJeTVYNVB4UC9hbUZ0UlFqeER3OGZ0bW9OSWNSSVcxdDBTMHdVWjBhVjIxZGZmOVBNeUE4ZlhzVEdCVVZHQlVkSGZTcnY5RVhrbVV3elBWMXJJMk43Y3pON2N6TjVPZWFIVDUrKzkxdVRXRWczUUgxQzVhdFdmSHg4bWxwWWFLbXFpcnNoZFdQVmthTUxSZ3pYVUZFWjVOTHhmbGdZTllHZnVrV3NwNkdSbkptcHdHU2E2dW5HSmlWZGZmclV4dGpvNUxLbFRjek5DU0VYSHozV1VGR3BkS2RsYks5ZVkzdjErdDQyYlBRNXZlcklVV3FjeUJMUFVUVS9PVEl4VWRRQjN3a09HYmgwR1NGazBvRCtYaDVEQ0NGMm84ZFFkN252YmQxaXBxLzN2UzJwMXBZelo1Y2ZPdnliVzZmdm1zMGg0ZGhLaWkwYk5icDQ4ZUw4K2JKemovVG4rZmo0T0RWcUpPM3BMaXd1M2xMZDN0Z2Ywek55Q2dvSklhZnUzc3ZqY002dVhGSERpK1FVRkdpbzFMUXFrRWpFKzhRMXg0NGRYYlJRbnNsVVlES3BYeUFDZ1pDYWtlUno3eDRoeE8vcHM5cFV2cER1T29GMFYwdVcrdTYyOXZiKzRTOVk4bDhVcys2RmhmVnAxM2Jxb0lGRGxpMC9zWFNKaG9yS2gvVFBud203VjVnWGZPTDJuWkRvNk0xVEp0ZXdKSkRmMDJkTnYzTVZQRk05UGRGVVNpc2p3NDJUcTFtSmIrWGhJNXRPbjZHbVZPK2ZPNmZTb3h3dWQ5NmV2VXRHalRUUzBhbk5PL0w1ZkJxTkpocUtVbGhjcktLa2VIN1ZTbmttazYzSTBsUlZsWmxFVjRSMFYwczIrbTRSYWJreVYxU1FwMUxHWW42ZW51elV5TWJXMUpRNnBnYUFFMEtxSFM0cWtwNmJ1L1BpcFhjcEtmRXBxY1VsWEhrNUpsdFJVVlZaMmFWWk0xVmw1V2R2MzFKTEtCaHBhOS9idHNWSVc3czJpdzlLS2FRYm9ENmg4dlZ0eWNuSjRXRmhrd2YwRjAwSGtIYnYwOUt1UFhzK3FudTN2dTNiUFhyNXNvelBuelgwTitxaGkzK3Z2aHp3cEd0TEp3TXRyWEViTnZidjBIN1A3Rm5Velp6TEFVL0didmlIUWFjZlhieXdYL3YyUDltR0lpNlhPakRRMGhTdFhGQ3RvTWpJYm5QbXJaM3c1N1JCZ3lxZTEvcnlJM3E3SnZZQ1lXMzNqQXQ0L1Rvak4zZkxtWFBVWDkrbHBGQUhlNjljdmZRNGdGckhoQkJ5N3NIRGwzSHgxLzVaL3pOTCtVb09KUVVGQjJ2cmphZlBwS1NrR05iNE0yODRxSFF2R0Q1TTJ0T3RvNjYrZTVaWDFmUDdybHlscnFITjlQVDJ6SjVWd3l2Y0RRbWR0SFhiOVg4Mk5ESXhydm05K0h6K3BLMWJRNk5qUE5ldVA3bHNpVHFiWFZoY1RBZ3BMdUZTRjhIV1JrWnh5Y205MnJiNVpyT1I3cnFDZEZjbE0zMzN4L1QwbklLQzdzNnR5dmo4TnZaMmNjbWYvMGxuNWVXMWF0eW9pNVBqSCt2L2VaK1cxbVB1L012ci9vNzY4SUY2ZEVDSHo5MTB4UHZFV1R0M0ZaV1V4Q1VubjF5MnROcWZCb2ZMbmJWcnQ0cWk0dXB4WSt1MjhYZENRcW1EZnUwcVh6WUloY0tKbTdkY2VoeHc3ZG56UXd2bmQzVnkrdWFyYmZRNUhaT1U5Tis4dWFJenV1cnFEamJXZGR0bVNZTjBWeVV6ZmJlSWRGMlpmNDJ3L0tEaVdnZDhQajhoTGEzaXRHaGRkZlVhZnRYOHRYa0xWZmxTa0dlYTZPcitRRE9rQ05JTlVKOVErZnEyRnk5ZU1HZzBheU1qMmJqbmtGTlE0Qi8rSWpRbTl0ekRoNktURXpadHJ2aWNvS2dvUWtneHQwU1JwVEJxN1RycVpHQkVaQm1mWDhibmovcDczZDQ1czRkMzdWTHhTNDdmdXIzbDdObmlrbEsyb3FLSnJxNlZvVUhINXMwNk96cXFzOW5WTnFPNGZIWGJpb3Z2K2dZRThNcjRoSkNJOSsrcE0za2N6b1JOVzhyNC9BVjc5KysvNHVmbTZOQ3JUZXV6SzFjMHNUQTMxOWVubm5ONTdWb2RkYlczNzkrM21UUmwrcERCUzBhTnJQbi9xYXo4L0tFclZ2M1ZyMi9BVG0vcXpKQmxLMjRHQlJGQ0p2WHZSKzAwNXo1N3pyTzNFWVNROFgzNzFMeFd0eFNoMCtrV0JnYnljb3l3c0REMHJ4UXEzUllHQnJLUjdxb2kzaWRTQngyYU5hM2gzbmhCVWZIVTdmK21abVgxbXIvZzl1Wk5Wa1pmL2VleDk4clZVM2Z2VVordS9aNDkrL2Y4QlUxVjFhU01ERUpJYmlHSG11d1Fzbi92WDV1M3hDVWxKMmRraUlaeUlOMi9GTkpkbGN6MDNTL2o0bStIaEZESGE0NGRmeGtYVHgxSHZFOVVZN09mUjBSMmJlbEVDS0VSMnNPWEw2bTZtQnlETVhyZEJ1cHBpV2xwMUhMeS91RXZQTmV1dTdKdTdiVm56NSs4ZmswSWVmTG1MZldjZzlldVorYmxFVUxtNzkzM3crMDhkUDNHb2VzM0twMThFUmRISGZnOWUvYjA3ZHVLRDVXVWxrWWtKaEpDTXZQeUJpOWRmdTJmOVIyYk5hTWV5dU53Q291S3FPT0M4b093Mk5oVGQrL3h5c3BLZVdYTnJTeC91SjFTQittdVNzYjZia20rTXY4dW9qRmZjdVd6SGZsOC92aE5tNjgvRHp5eFpIRTM1enFZMEplZFgxRHpsclhTQmVrR3FFK29mSDFiYW1xcUhJT2hLUk1EcXZsOHZ0ZU9uWVhGeGIzYnR2bm1hcklWY1V0TFRUeUdVc2QyWm1haSswSWluajI2ZDNkdXRkSG45SUZyMTZNK2ZMaER5TjRyVjVVVUZFWjJjMTgrWmt6VlhxcWd1Smc2VUZMNC81clRoVVhGbWZuNWhKQUhMMTVRWjhvRS9MRzlQdy9Zdmh3UWNQRGE5WVBYcmpjMk1WR3RjcGN2NHYxN0RwZTc0ZVNwb0lqSVkwc1dVWk8yUHVYa0VLR1FtaE5SL28zdzFoNC9rY2ZoYkRwOXByR3BhYVdyaEtyc3pNeGtZN2RzaWpxYkxTL0hUSzZ5YUdpRFJhVmJYYVg2cTBEcEloQUlsaDQ0T0dmWTd4VXJYSkdKbnl0ZmFzcks3ck1yVHpVU3JhSVZtNVJrYjI1bW9xdERDUEc1ZDIvcGFNK3Z2WXVvZmlUaUh4NU9IZVNWcjlJVkVoMTkvdUVqZ1VCd0x5eHN4UjlqSmcvb1Q2UFJrTzVmRGVtdVJHYjY3cjd0Mi9WdDM0NFFVc2JuTzQ2ZklEcWZuSmtaOGY1OVowZkg4WDM3VUh1cjNRc05wVDU1N3B3NXc3TkhkMEtJeC9LVndWRlJoSkFlclowdnJsbE5mV0VyMjhZR1dwcUVrTXo4L0pEb2FFS0lSeWZYa2QzY0NTRlJIejVTbjdkRG8yUGNabFkvU2xTMGJsZWw0VGJqZXZjYTEvdUxDVlliVHA0S2o0MGxoTFJzM09pUjk3OWYrd2F6OHZQdmhvU0t5bDZFa09kdkk4NzYrMVBIRng4SFVBZHZFOTRQY1hXaFBpdStTMDJ0NFNmMjdPM2JNajdmcFhuekdwNGpYWkR1U21TcDc1YndLL1BhK0gzbDZqeE9JU0hrZmRybjJkWTNnNEo2enB0UEZmV285Zmc5VnF6OGQvcTBQM3IxL0s1WHJ1VEo2emVEbHkxZi85ZUVTcjlxcEJyU0RWQnZVUG42dHJTME5BYURvVm03NVc4a0dZZkxIYk51dzQzQVFFS0lqbHIxdTVWWEVwdVV0TkhuOU02Wk0rNkZoaFdWbE1neEdOTUdEMW8yMnJQYTNjZjFORFczVEoweXJrL3Z1YnYyUEhyMWloQlNWRkx5bjk4MXYyZlBiMnpjWUdQOHhSUXFVUSt0clBqLy9uVlU5MjdVd2IzeStSRmFLcXJVY2ovVXJLV2d5Q2hDeUYvOStrNnFzcm5ibEczYmo5NjhSWFgvcXVWcmJXNCtmU1k5SjRjUUlwb2U4akkrbmlYUDlPamtXbkVhVk1PaHhsYVdaOHFsTkx4di9HdW9kS3NyeThMVk01MU9IOXU3VjkrRmkvZk85bXBoYlUydEVpSWFjUEZubjk1MlpwVlhBdDU3K2NxYzNYdW9LWXBmVzgyNkJpV2xwYW5sbjRFSklXZnUrejkrK2VwVFRrNCtoK1BjdUxHUmpyYXhqbzR5aTBWVmw1RHVYdzNwcmtSbSttNlJBMzdYM3FYOHYrSXowS1ZqV0V6c3VoTW52UzljUEx4d2Z1KzJiWU9qb2draDJtcHFIdVViR21iazVsSUhsZ1lHb2kvVTA5Q2dLbVhVbjRRUVEyMXRwMGFOQ0NHRnhaKzc1cGFORzRsK0ovamN1Ny9iMTFkSFhWMVhYV1BCaUdFcG1WbUJrUkZ0N1p1MGIxclROaEdsUE41K1B6L3FlTW1vcjY3bVdjcmpEVisxNXNtYk56ZURncnhuVEtmbWNQVm83ZHlqdFROVkZEdDkvM01KekxON3QvRjkrMURIVzg1VXM2d2hKU2d5Y3REUzVTVTgzcjQ1czRkMmRxdnhKeW8xa081S1pLYnZsdndyODBxbWJQdVhyY2dpaE9RVmNrUW5qeXhhd0JjSUNDRkwvanQ0NE5vMUtxMXpoLzFPQ0lsTFN1NHdiVG9oUkZORnBkTGUwTjhySlROejFOcDFoY1hGMC8vMURvNksrbmY2dEovWnhFTnlJTjBBOVFhVnIyK2o3aXhwU1ArZHBiUCsvbFRuU2dnWjVOb3huOE1wTFN1cjRmbkpHUm1EbDYxSXk4N09MU3lrMFdqOTJyZGJOVzVzNDI5dHU5dkUzUHpHcG4vKzgvTmJ2UDhBTmNNaU5TdnJqL1gvUE5tMW8rTFQ4c3ZuTDFTN0h1MmI4dmxRWEY1cEtZLzNYWDJicGFHQmFIMkJUWk1uVVFkN0wxK2hTZ0J0N0d5UExsNVUrMWVUTWVyS2JLWWNFLzJyQ0pWdU5iYU1MQlJpWTJ3ODAyTncxOWx6ankxZTJMdHQyOERJU0E2WFMzMFNGaTFBV3lkQ29xSlhIam5Da2xjdzBOTGtscFpTSjNVMTFMZE1uYXlub1ZGYVZrYW4wYjRXVzZUN0YwRzZLNUdadnB1U21QWnB4ZUVqVkowNkxDYVcyc2Z3eE5MRmJTWk5LU3d1SHZmUHB0aVR4ME9pWXdnaHMzN3pFRTFXK3BUemVWeW5SWVhLVncxRUMrclJhUCtmUkpaWFdFaTk0NFMrZlN3TURDd01ERm8yYmtTdk1GN3lWbER3NVNkUEtyM1VwK3djYXBzMlJRV0Z5MCtlVkgwQ0pTNHArY21iTjRTUXMvNFBYc2JGWC85bmc3NldwdWpSa0tobzBYRm9UTXhRamx1bE1hRVhIajArKytDaGRZVUoya2tabWRRRXlYSC9iUHlVa3pOOThCZHJDRW9wcExzU21lbTdwZWpLbkxKNzFreXFTaTdha2FiaTdFZ3U3L1AxZ0o2bUp2VWlvcVh1elEzMFJac3lSMzM0TUg3ajV1cGVuaEJDUkZzM0ptZGtkcHcyUTNTZUx4Qm9xNnBxcTZwU2cxS1AzNzd6WjUvZU5YL2pVZ0hwQnFnM3FIeDlXMXBhbW16TW1HaHRaOGRXVkN6aDhaYU1HdG11U1pOOVY2NWVMKzl1cXhVWUVVbGRQbDUvSHVqVXlPYldwbzFLck5xT2Y1N1F0MituRmc1ajFtOTRGUjlQcmZSUldGeGNzU3NWcmR5aFd1VVdVSHB1Ym5yNXhYcE9RVUd6c1g4dUcrMHBHakJDQ0RsMTd4NDFmYU9pb0NwbmFvKzZWVVVJWWNqRWdoRTFVRmRoSzhqSllVeTFDSlh1cjYxNUlZMkdkZW5pK3poZytPcS8vNXMzTitialIrcGtuM1p0YVRUYTV0Tm5qSFYxQnJ1NC9QeHQwbGEyalVYalFZN2Z1azB0bTVXUm0wc3RtM1g2M3YzbGh3NFA3ZXptMmIwYk5mcE1CT24rZFpEdVNtU203Nlo2ektFclZ3a0VncDFlTTdUVjFJYXRXa09kdHpZeStxdGZYKzhMRnd1TGk3UHpDd0pldnlhRWlKYW1MdUp5cVRYNENDRk5MTXhyK1ViVVFiVjVFYTJwdEdqL2Y3RkpTYWVXTGFYcVVHM3M3WXgxdjlpY2tjY3I2Nzk0Q1NGRWdjazh0MnFscmtiMWcxblNzckowTlRSRUw4dGt5RlY2WnNYc2gwUkYyNHowWEQ1bTlKU0JBMFFGOTVIZDNMbWxwZE1HRFJSdFZURjU2N2FFMUZSQ2lMTnQ0OEV1SFd2elhVcytwTHNTbWVtN3BlWEt2SllLT0o5ZlFYVExRUlJWUmZuL3J4MW1hMm9xV291enFyODJiemw1NXk0aHhFaEh1NGFueVF5a0c2RGVvUEwxYlNrcEtVdzVobzZhbXJnYjhyT2FtSnZIKzV6a0N3VFUyaHdUKy9lYjJML2YxNTU4MXYvQjNmSkpTUjJhTnYyalYwL1JCOGhhYW1SaWZIL2JsdkViTi9zR0JBenMyTEhTSGFUcy9BTHFvT3ErUE5US3V4UURUUzE5TGEySlc3YUtKbTBSUW5vNE93L3JVbmtGbjVWSGpsU2NCdkpkQ29zL2Q5WFZMdXI1bjUvZndJNGRkZFJyTlFwZHdxa3BLek14cHJvQ0t0MHlzeTA2WmYxZkUyNEZoL3k1Y1pOb2g4VEJMaTZFa0VFdUxpMy9tcmpoNUtsZFhsNGRtalg5NXV2NEJnUUVSMFVQNzlxbHFZVkZ4Zk9CRVpIVC8vWGVNWE5HRzNzN1FrZ3p5ODlMVFVjbGZ0NVU3dUxqeDFuNStYc3VYemw0L1lhWHg1QVZmNHdSZlMzUy9lc2czWlhJVE45ZFVGUTBiTlZxUTIydEUwc1gyeGdiWDMzNmxEcFBmVHFkTmZRM0JwM1IxTkk4SVMyMXNMaDQzckRmZlI4SDlPL1FuaEFTOHpHSld2YUxRYWM3MjlyVzhCYUpuejV0UFh2MnlldTNlcHFmNXo4eTVSaGZlL0tOd01EOVYvMElJZDNuenIrOGRvMmVwcVk2bTEycEJySHQ3TG1zL0h4Q3lNS1JJem83T2xUN09za1pHVU9XclREWDF6dTZlSkZvM21VbHQ0T0RSY2VqdW5mYmRQcjAvTDM3TXZQeXFPMHlDQ0ZzUlpheGpzN0RsNjlFNi9vOUsxOUh2Mis3ZHFJZE5xUWQwbDJKelBUZDBuSmxYa3VwMlZuVWdhbXVIblhBNGY3c3F2a3lEK2tHcURlb2ZIMmJuSnljVUVpK3QzZVJURFVNWUs3SVAvekZwQzFiRlpqTUFSMDdUQjdRdjdXZDNZKzluYUtDd3ZFbGk3SUxDclRMUDNza3BuMjZFUmg0SXlnb05pbUpPcU5SWlJHV3g2OWVWL3pyNkI3ZDc0ZUY3Ymw4UlRSWlEwdFZ0ZXJlY3oremZFQkIwZWRGUGF1T0RnaDQvWHJUNlRON0wxKzl0bUY5eFNrWVVvcEdvOUVJVFNBVC81anJoQ2pkc3JCV1JEa0xBNE1wQXdkc1AzYytJeStQRUdLcXA5dkZ5WkVRWW1Wa09MU3oyOGs3ZC9zdFdueDI1UXIzVmkxcmZwM00zTHp0NTg1dlAzZSt1WlZWS1k5SG5Uei84TkhtMDJmeWk0cTZ6NTIzYkxUbm5OK0gycG1aeWpFWVpYeCtmbEZSOU1lUDZzcktEMSs4cEo0OHZrL3ZpbVV2cFB1WFFyb3JrWm0rZSt2WmMzT0hEYVBxUi9rY3pwcWp4NTBhMlN6MTlLUld3dEpWVi85Ny9EaEN5RXp2bmRNR0RmVDZ6Y04rOUI4bHBhVUs4dktCa1pIVUt6UzNzbEt1TWpBazVtT1NxQ00rZU8yNm0wT0x2WE5tQjd4K1E2MnBGeFFaSlZyaFhqUk84OUxqQUdyYW82aU9kdkQ2amNXalJsWjY1VS9aMlJ0OVRsUEgyODZldXg4V1Z1MzNGWitTbXBLWitURTl2Y1BVNmNlWExHclhwUEtxWVoreXM4TmovMThXVjJheCtuZm9jUFRtcmUzbkwveFd2cENaTWt2UnpzelUrOEpGcXZLVmtac2JtL1I1NkVTM2IvMktreUpJZHlXeTFIZEx4WlY1TGFWa2ZxNThpUllXRkswZHBzU3FzOHJYdTVRVVN4bmFCaEhwQnFnM3FIeDltNUdSVVZ4RVJIWkJnWkdzMzY4NGRmZmVyYUFnYlRXMTQ3ZnZkSEZ5Mmo5M1RxV2RYOUp6YzNXL2MzQUVuVTVYWjdPZnZubDdJekR3Wm1CUVJHSmlNMHZMWmFNOUg3OThSWDBncWRxL1BnaC9VZkd2MUlkMlFraENqWHM1MVo1LytJc1R0MjlYUEpOWXZxYkFrUnMzYmdZR1VpdVBVR2UybkRrckVBaWlQbnpvczNEUjAxMDdGS3BiUUZTSzVCWVdsdko0amVwMHlTZXBScVU3dDdCUVgxUHFDeDhWelI4KzdPVHRPMVRsYTB5UEhxTEpSTU82ZERsNTUyNEpqemRwNjdhbzQwZHIrV3BOek0wV2pmei9oOXVoSzFmbGYvaFF4dWNYRkJmekJRSUZlZm5HSmladjM3OG5oTndNRENvb0tpcmo4Nm5MNjdsZjdnS0pkUDlTU0hjbE10TjNWeXdmbjd4N2o4cmE5SCs5LzUweHJWZWJObVY4ZmxCa1ZGdDd1OExpb2kxVEo4c3hHTnBxYWhjZVBSN2gzdlhwbXpmVVYxV3FBWTNmdU9sZWFGaDYrZUwzaEpBeFBYdnM4cHBKbzlGS3lxY20vZWJXYWZPVXlkU3hhQ3VNUVM0ZHQwNmRVbk5yaFVMaFgxdTJpaFlNYW14cStyWGRNL1pmOVp1M1p5ODF2cXphNnZhMTU0SFVtRFdSVm8wYkg3MTVpMEduaTlxcG9xVGtZRzE5UHl3OE15OVBXMDN0VGtnSWRiNlJzWEZ6SzZ1YW15cEZrTzVLWkxYdnJrcENyc3hGcHYrN1EwVkprVnF2b05KREhDNDNKU3VMbXVvb3Vwa2sybnhabVZXckF0ODNoVVJGZDU4N2IzU1A3aHNuVFpTTkZlNlJib0I2ZzhyWHR4a2FHdkw1L0p5Q0FxUHlWU1JrVlVKcTZ2bUhqd2doeGpvNisrYk9ydFM1UnJ4UDdESnI5dVFCL1plTjlxVFhZc1djaitucDkwTEQ3b1NFK29lSDUzRTQxS3lvazh1V0RPalFJWS9ES1NrZlFxTDk1VlNVMSsvZVJYLzhTS2ZUUlhjL3RGUlZCM1RvRUJZYnE2T3VSdDF0M25uSjkvUjlmOUZpUVBabVptcHM1ZmhhVDRacVkyZHJxcXNyK210bVhoNjFkWlFjZzZHaXBMUjQxQ2hDeU9JcUcxRXBLc2hMK3dmanovMXJXWm54bDd2NU5HUlV1dk00SEJtN2VsWlZVdEpVVmFVcVh6ZURndWNOKzUxYUdON05vWVdHQ2p1bm9EQTFLK3R0UWtKdFgwMVp1ZUk0TEtiYzU0NmpoN096SElOQkRRQ2hQbzFmZWZMMFhYa042NisrZmZTKy9La2kzYjhVMGwySjdQWGRBb0ZndDY4djljSDF3cHJWelN3dFNubTgwZXZXWDNzZXVHN0MrSU1MNWxOUGM3WnR2TW5uOUNDWGpuZktKMGFOY085YThYV0VRbUhGc2hjaHhNclFrTnFEbFZyOW1oQmlYQ0ZIMzJYbkpWL1JoQ3lLSEtQNmlaT2lOZktOdExVclRhbW1ITHArZzBHbmQzSndFSTBhRytIZXRZelBiMkZsdGUvS1ZlcU1pYTZPb29KQ0l4UGpQWmV2TEJ2dGVmeldIZXI4OEMrL1pXbUhkRmNpcTMxM1ZaSndaVjdSanBuVHE2NXdUM2taRjA5MTd1MmIvbjg1aGR6Q1F1cmdoOWNPcXlnOU4zZkVtcjlMZUx6Ly9LNjlpbi9uczN5cG52VC9BMEM2QWVvTktsL2ZabUJnVU1iblY3MjVJY09VRkJRcXJaNlF4K0VNWDcybW9LaG9vOC9wOE5pNG80c1hWcnNLUUQ2SEUvRDY5ZjJ3OEh1aFlUSGxvNmFwKzdUemh2MU9MYk5OQ0JHdHVVc0lFYTBxUXZHNWU0OUdvODM2emFQaW51V25saThsaE16dzNoRVdFNnZNWW0yYk9xV1pwYVhWaU0rRFVIWjZ6V3hqYjdmOS9JV2dpRWd0TlZWcUFraE4zeDJMVmZGamZFVGk1NTNtMnRqWldSb2F2azlMN2RwU2RxWklWSkpYeUVIL1doR1Y3cnp5S3pPWmNUY2tOTHA4ZWZ2Z3FLaWRsM3huZWd5aFBqQzN0Vzl5SXpDUVFhZnJhZFRaOVdLZmRtMk8zTHhKQ0hrZUVVR2QwZFBVbUQ5aWVLV25JZDIvRk5KZGljejAzU2Z2M1AzUDd4clZkYVptWlJGQ1RIUjBwdi9yVGMwa29vck9DL2Z0VDgvSldmUG5PRUpJajlhdFQ5LzNuN3gxRy9YSnRvMmRuYzJYL3lwR3VIYzlmZC9meXREUVZFL1gvOHRoTGJra3pRQUFJQUJKUkVGVW1HbloyZFNCYVkyVnI5dkJ3VjJjbktxV3RHNEZCUzg5Y05CSVc5dXpSL2NOSjA5Um0wV0tCbjFVVXZNZWRtRXhNZUd4c2N0R2UvSUZBbEhsaXlVdi8xZS92b1NRMVVjL0QxbTFNalFraEhSM2R0NTU4VkpuUjRmSHIxOVQxekN5c2VtYkNOSmRpYXoyM1RVUTQ1VjVMUVdXWHdDNE5HOWVzWkhVZ1hyNW12ZExEeHdLZVAyNnVoZjRURFFHUERralV6VG5Xc1JRVzV2YXprSWdGTzY0NkV2TjlaWnFTRGRBdlVIbDY5dU1qSXpLQkxKdzlaeVNtVG51bjQwMVBFRTBMZWhqUmtiUGVmTXJQaVFVRWgxMU5SMTFOV3JGNkJPMzcwd2ROSkI2aU1QbEJrWkVQbnI1OHRITFY2RXhNZFJFSnhIM1ZpMW5ELzJ0VTRzV0ZVKytUMDBUSFJ0cWFZbU9TMHBMVC92N1R4ODh5TTNCb2VKblk4cWZ2WHY5NXRiSjBjYUdyYWdZOC9IL25UZDFiOHJMWTBncGorY3lmWWJuMnZXK2E5ZDg3WWFWUUNoOGw1SVNtZmpoOWJ0M1pYeiswdEdlb3V2KzNtM2IySnViemZEZUdiaDNkeTJYWFpBNjFKaHFVNHlwTGtlbE83ZVFJKzZHMUxIZGx5OVgvT3VHazZkR2RuT25RckhpanpGTU9VYS85dTNxY0dXckxrNU82bXgyYm9VUElkdW1UcTIwNGpYUy9hc2gzWlhJVE44OXNwdjd5Rzd1QW9HZzlhVEpxVmxaTEhuNVc1czNtdWpxRWtKMlhycTBZTzkrUWtqN3BrMm82allocEZlYjFncE01cmtIRDZtL0xobzVvdElMZG5aMEhOT3p4L1pwVTljY08xNnA4aVZhcG1mVDZUUEhiOThlM2FON243WnRLMzM1YnQvTDgvYnNiZGZFL3RqaVJZWVZ4dE05ZmZOMjVOOXJYWnMzUHpCLzd0UHlaZWJqazFQR3JOdFE3ZmYxb2Z5U28xcmJ6cDN2MUtMRnZHRy9iempsVTgzWHBxZFRnOFdvQnZScDIyYkR5Vk5EbHEyZ1prZisyYWUzREt4OVhoSFNYWW5NOU4yU2YyVmVlNWVmUEtWR2hROHRYNGFQV25xUE9oQmRFbnl6VmxWeGI4Y0gvMjc3Z1paSUY2UWJvTjZnOHZWdGhvYUdaWHhCVG9IVTMxa3kxTmErdWFtbS9uWHQ4UlByVHB5azdpZlgvTXlLUEphdGVQVHFWYVdUTEhuNW9aM2RwZzBlMU1TOG1wM1VSWXRvNnFxclY5eVBlYi9mTlZzVDA1Vi9qSG55NW0zVnIycGhiUzA2VHNuS3BBNFlkTHFwM3VkYjAydU9IWCtUOEo0UTBuUGUvR3NiMXV0cGF1WVdGcjVQVFl0TFNYN3c0dlBGL2NWSGp5OCtlcXlycnI1bzFNaHh2WHR4UzB2UCt2dFR3N0RIOU95aHFLQ1F4eW4wWEx2dXpJcmxzckY4UUNXNUhJeXAvZ0tWYnRFOVNka1FGQmw1T3ppRUVESnYyTytiVHA4aGhPUVhGVzA5ZTI3ZGhQR0VrR2FXRmo3TGw5WGlaYjREUzE1K2RJL3UzaGN1VW44ZDE3dlhnSTRkcU9PQ29xTGJ3U0ZET3JraTNiOGEwbDJKelBUZGxOUDM3MGNtZmlDRVRCMDAwS1I4UUpab2N0L0NrU05FRldFVkphVXVUazQzQWdNSklkMmRXM1Z6YmxYcHBlaDArdTVaWHRXK3kvdTBWRUtJcmFtcGxxcks3ZUNRMjhFaGpZeU5sUlVWSFcxc3FHWHZPMDZia1pTZVRnaDU5amFpM1pScGw5Zis3V0JqVFczNE9NTjc1K3B4WXljUDZFOHJuOFpJQ0xFeE5yNndabFcxN3lWYVBxeXFKNi9mSkdka1hsNzNONk82bVpLOHNyS2tqRXhDU01kbXphZ3pUbzBhTmJVd3AzNUY2R3RxVmwxMFg5b2gzWlhJVE44dCtWZm0zeFR4L3YzaS9mOXBxYW1GUkVjVFF2cTNiMTl4QnVLbjdNLzdZOVF3ZzdLQlE3b0I2ZzBxWDkvbTVPUWtFQXJqa3BNRlFpRzl3dlVjVU5aTytOTjFocGRvR1ZvamJlM3hmZnVNN2RWVDUrc3JicjZNajZjT0dwbVlpRTRXRkJYNWg0ZWZYYldpNm9JN003MTNpcjZFSWhxVkxjZGdPUHc1UWZSZW9nMm5UdDY5TzMzd1lNYy9KMVJhelVSVlNXbnFvSUV6UFlaUTYra2V1WEdUK2x3MHNYOC9ha1hQNFYyNzd2YTlQR0xOMmtNTDVxbis2TDdPa2trb0ZINUkrOFRqODF2SzdvU3Y3MFdsKzMxcXFpeWxlK21CUTRTUTN6dDNYam4yanh1QmdkU25RWjk3OTZuSzF5L2kzdEpKVlBtcU9Ncm04STJialUxTWtPNWZEZW11U3BiNjdpSXVkOFhobzlRL2NzL3UzVXA1UEhrbTg5TGp4MjhTRWdnaG5SMGR1am81aVo1Y1VscWFtUFo1K0VhSENndnVmSk5RS0h6OUxvRVEwcmQ5dTlEb2FPcmtybGxlN1p0K3NldmlETzhkQjY5ZEo0U002dDZ0cWFVRk5Rb3NNakh4a2ZkMmd4OGFLbEpWd092WGw5YXUrZHFtcnEvaTMxRzd6UTdwNUNvNmFXdHFTdjJ1YTlXNE1VdjZsKzJyQ09tdVNpYjc3anBVVjFmbVZZWEZ4QVpHUnIxNWx4QVVHVW50UzZqT1p2L2VwZlBoR3plRlFxRUNrN2wwdEdmRjU0dkdyQmxxMTgwdkJ4bURkQVBVSjFTK3ZrMVZWYlZ6bHk1dkVoTHlPWnhLODNlQXV0YzZ2R3NYbjN2MzNSeGFqTy9icDIrN2RsOWJ6cFlpRUFnZXZ2eDhKNnE1bGFYb1BFdGUvdENDK2RWT1JQcDN4clJLWnpyTjhLS1dPMWsyMnRNMzRNbXh4UXROOWZTcWZ1SElidDIyblR0SEhhc29LZjNWcjYrWGg0ZG9mZENNM054VlI0NFNRaXdORGVZTkgwYWRuRDU0MEg5KzEyNEVCcnJPbUhsNDRRTHFScmRzS09KeXcyUGpYRHQxVXNPZHQzSlV1bC9HeDh0TXVuMERBcDY4ZWRQVXdvSktUWS9XcmFsUGcrazVPZG41QlpVV3g2MHJIQzUzM3A1OW9yOWVlaHl3OWV6WjJVT0hja3RML3oxLzRjYkdmNUR1WHczcHJrcVcrdTdrek16dXJWcjVoNGNuZnZyazhPY0VHbzFtcEsxZFhGSkN6U0hhTjJkMnhTZi9mZnhFUkdJaWRienE2REZEYmUwUnRWdnVQUzQ1dWJDNG1FYWpEZXZTV1ZUNXFvR0pqZzdWM1kvcTV2NjFVbkxVaHcvdXMrZFUrMUJhK1dDUXFoWlVXU1d3SW1vSERGME5qZTdsdzltdVBuMUtyUUpPQ1BGNzlzeGwrc3hEQytkWE83QkZHaUhkVmNsZTMxMjM2dXJLbkZwbjhPbWJ0L2ZEUDYrMU4zUEhUdXBBbnNrYzFiM2JyTjg4YkUxTjM2ZWxIYjk5aHhwcDNzakV1T0xMUnBiL0xqTFgxNi9yNzFJV0lOMEE5UW1WcjFyeDhQQll0WGhSZG40Qit0ZHFyUjQzdGtQVHBuLzA2bG1iSjUrOGN6Yzk1L1AxYmx0N2U5RjVwcHhjTFgrOHArL2ZwOFpVMjVxYVR1emY3ME42ZXB0SlU3eCs4L2lqVjA4OWpTOVc1UnpYdStmMjgrYzFWVlFtRGVnL2VVRC9pdnMwbC9INWs3WnN5eTRvVUdleno2eFlvVncrdE50VVQyL0tnUDcvWHJnWW01VHNNbjNtc0M1ZGxvL3hyUGFEdDlRcExPYStpSStidDdTT1o3cEpPdzhQajdYTGxzbEd1alB6OG1idDJHV2dwWFZoelNwcXVNVHZYVHB2UFh0T0tCUXFLaWhRTzVIWE9hRlFPR25MMXVpUEgvVTBOYmdscGRUMGsyVUhENWVVOHZnQ1FYcHVycm0rSHRMOXF5SGQxWktadnR2RzJIalhySm1Fa0JleGNmLzVYVHZyN3k4YUdrbWprUmR4OFVZNk90UmZmUU1DdHArL1FBanAxNzdkMWFmUEJBTEJoRTJiNDFOU2xvd2ErYzJ0Mys2R2hoRkMrclpyYTJkbTlsM05xMkVFcGEycDZkMnRXNnA5cUliWmpqVzdHUlJNQ0ZrNFlqaTF6MnpFKzhUSlc3ZFJZOStvWmN2ZUpDUzRUSnN4cG1lUHFZTUdXaHNaL2NCYlNCU2t1MXF5MUhmL0NuVnlaVTZ0eDBmdFlDT2lwYW82dG5ldlNmMzdVV004aFVMaDVDM2J1S1dsZmRxMUZkMW5vang1ODRiRDVSSkMxSlNWYTcvSHJtaW9Xa09BZEFQVUoxUythc1hkM1gzbXpKbHh5VW1XaGdiaWJrdGR1dmJzT1kxR1ZKU1UxSlNWRlJVVTRwTlRxUE1NeHJlM1JxN0lRRXVyaHM1MTF5WGZCeTllSkdkbXFpdXpTM2k4d01oSTZyd0NrOW0xcGRQWHZ1cHJIcjk2TmVQZkhkUktCQ2VYTFZGaXNlYjhQdFRuM3YzVlI0K3RQWDdDMmRhMlhaTW1MYXl0ckkwTW0xcFlXQm9hemh2Mis2emZQQ3BkbHd1RndpbmJ0dDhNQ3RMWDFMejA5MnA3OHkrdThwZU05cnoyUERBdU9Wa29GUHJjdTNmRzM3OWJxNVlUKy9YNzVyNXlFdTVkYWtwV0ljZlYxYlVXejIxQTNOM2RaOHlZSVJ2cG51bTlVMEZlL3NxNnRjYmxINE9ibUp0dm1EaGh5NWx6czM3ellNckpaZWJsdlV0SllTc3FxU2dwS3JGWUgvLy80Ym1teUY4T2VQS3F3b1RFZHlrcEZSOWRzSGYveFVlUG0xbGFubCs5TWpRNlpzU2F2Nm56Zng4L1FXM0VYdnRGdFpEdUg0WjBWMHYyK200SEcrdC9aMHdyTEM0U0RYSEtLU2owWEx2dXhjSC9UUFgwSHIxOE5XN0RSanFOdG52MkxNOGUzUWNzV1hvM0pKVGE0K0pCK0l2ZHM3MGFmem1QaVYrKzdqVTFYOHp2NlZNRkpuUDVtREhpK001cUt6MDMxejg4M003TWRGenZYb1NROTJscC9SY3Z5ZU1VclowdzNzdGp5SVJObTAvZHZVY0lLZUh4OWwvMSs4L3YydGhlUFhmTW5DSHVWdjhVcEx0YXN0UjNWeVJwVithZVBicXZPM2xLSUJBUVFoeXNyU2YyN3p1MGMrZUtFNG8zbkR6MTZOVXIxK2JOankxZUpNZGc3THgwcVpoYm9xR2lJaVRDWFpkOHFlZTBiOXFVOXBWSnFlOVNVcTQ4ZVJvYUU1TmZWS1NtcEN6UGxMc1pGRVE5cENpdjhGM2ZzalJDdWdIcUV5cGZ0YUtxcXRxMmJkdkxBVSs2TzB2M3A2TktYSm8zQzR5STlMNXc4ZnJ6d0lybjYzWWR5cW1EQms0ZE5QREJpeGZEVjYzSkx5b1NuUi9aemYyNzd0UUpCSUlkRnkrdE9uSzBoTWZyN3R4cXg4d1oxTWQ3WXgyZFhWNHovOWp3RDE4Z2VCNFI4VHdpd2tCTGE4R0lZWFptWmt4Q1Z2eFIrU0tldytWTzNyTHR3cU5IM1ZxMTJqZG5Wc1dWT0NuS0xOYnBGY3U2ZU0ybVdpc1FDSXE1SlN3RnFWODM1UFM5KzQ2T2p0cTF2dTNXUUtpcXFqbzZPc3BBdWpmNW5JNzUrUEhlMXMyaTBSK1VhWU1HVFJzMGlEcFdVVlFzTGkwOWR1djIwVnUzcVF0WmlrYU5TUnpRc2NQV3FWTkVmMjA3ZWVycmQrL3N6Y3lNdExVWDd0dS95OWQzVXY5K2F5ZU1aOG5MRyt2b0xCNDFrbHFPbDVLY21ma3lMcTdpQXZiVlFycC9FdEpkTGRucnUxT3pzaVpzMnV3Zi9zSzFlZk5sWTBhdk9YcnMwYXRYSlR6ZXgvU01wMi9mVHQzMnI3bSsvb0g1YzUwYU5TS0U3SnM5dThPMDZXbloyWVNRNXhFUnpuOU5tdWt4Wk0yZjQyNEVCcDcxZi9BMjRYMUNhaXIxc3VvcTdPU01qSURYYjlaTkdGK3BXUHlUU25pOHhMVHE5M0Q4c1cwM1Q5MjV5NUtYUDdGMENWTk9MaWd5OHZkVmExUVVGZTlzMlVRTlZOazVjMFpTZW9ab2JlL2YzRHF0SGpmMjU3NEQ4VU82cXlVemZYY2xrblpsYnF5ajA5blJnYzFTbkRYVVE3VGFwc2dCdjJ0L0h6OHhyRXZuWGJPOHFITFlsQUVEL0YrOG1MdHJUMHpTLzdkcEh0clo3V3N0c1RRMDlQck5ReUFRK055N1AyL1Azb3E3RmpRMnJXbkZNZG1BZEFQVUoxUythb1hOWmpzN094L2F1NWZQNTFlNzA1Q1VVbFZXN3ViY3FwdHpxMVZIam03ME9TMDYzN04xNnpwL0x6Y0hoNG45KzFFN3pWR2pxZGVPLzdPV1h5c1FDSzQ4ZmJydStNbTQ1T1ErN2RwTzdOOVB0S01UaFZybWRvYjNqdHpDUWdVbTgrN1d6VjliVU9ESjZ6ZFR0MjlueVN2NExGL1d2MFA3cjcyam5abloxZlhyQmk5Ym5wV2YzNzVwazJ2L3JQL21QQkVKSnhBSWZCOEhqQnc3VnF1T1ZpQ1dHV3cyMjhIQjRkekprMUtkN2xOMzczM015SGpvdmIzbUxaa1U1T1U3dFdqUnFVV0xyaTJkUnYyOVRuVGVwVVd6R3I2cTBaZGJEdTJkUFV1TnJheXZxVG45WCsvWDd4SnViUHpIdFVWejBhTkxQRWZ4QllKL1R2bFFmeFVLaFh1dlhOMHplOWJYWGh6cC9ubEk5OWZJVXQvTkt5czdmT1BtbXFQSGREVTBEaTJZUDdTekc0MUd1N3BoM2ZaejUrbDBtdCt6WjhkdjMxNHdZdmowd1lNVUZUNFBsTkRYMGp5L2VtWGZoWXR6Q3dzWmRQcmY0LzhjMzZjM0lhUlhtelk5VzdjZXVXYnQyL2Z2cWEwZU96UnR0dTNjK1ZIZHVrMFpPS0RTKzg3dzltWXJmckhTdkdqNS9OcEl5Y3hjZmZSb3RRL0ZKaWQvN3c4aGo4UFo3WHY1NktLRmpZeU45MTYrc3VYc3Vaa2VReWIxN3ljYWdhSWdMMzkremFvLzFtKzQvanpRdFhuelF3dm1mMjJraWJSQXVyOUdOdnJ1cWlUd3luekhqQm5HT3RwVmY4aWJUNS9aZmZueXdRWHpoblhwSWpwSnA5TzdPamx0bXo2MXo0SkYxSm5Pamc0ZW5iNHhwb2xPcDQvczVsNVFWQ1NhQWEyb29PRGw0ZkZ6MzUra1E3b0I2aGtxWDdYQ1pESmRYVjMzN2R0MzJ0OS9STmV1MG40aFZkV3MzencybnprckVBZ1VtTXkvK3ZXZE9tamdyM2lYSmhZV0trcEtqVXlNaDdpNlR1cmZyK291YnhVcE1KbU5URXdtOXUrN3llZDBhRXlNc1k3TzB0R2VYWndjcTEwa20vcDQzTEZaMDEyK2w5K25wbFg3d1RnMktXbTM3MlZ1YWVtT21UTmNtamV2N2pXKzBNcTJzZi8yYlJPM2JKblF0NiswZnpBV0NvWG5IanprQ2dTdXJxN3lzclhwMWM5ak1wbHVibTZuVHAyUzZuUTcyemF1NVNMV2xFRXVMbzJNaldPU2toaDArc2h1N24vMHJHWk9SQmNueHpNcmxqZTF0S2dVS0FjYjY0VFUxTWxidDNWM2JyVnZ6dXlxVjhQTHg0eHViV3M3YzhkT2FpbWlxZ3ZySXQxMUNPbXVnV3owM1JtNXVTZnYzTDMwT01EZTNPem80a1Z1RGkxRS8yamxHQXhIRytzZEYzMDdObXY2OXVnUnRTcnJiVG5hMkZ6L1ovM1FsYXRIOStnK1k4aGcwWGthalRha2srdVZwMCtibUpzdEhEbkNWRTlYaWNYYU5IbFNwUjlSRTNQenM2dFdWQXJkVE8rZHArL2Z0elUxcFRaMnJJR0dDbnRpLzM2TFI0MnM5dEc5bDY5RXZFKzBNalRvMzZIRE4xL0h6Y0doWjV2VzV4ODhQTFprVVNOamt3WDc5dHVibTRVZjJGLzFsNFl5aTNWbXhYTHZDeGVibUp0TDZmL2pJa2gzRFdTajc2NkI1RnlabStsWHN4cm1UTytkYW16bDhBUC9WZjIxUXdocGJtbWxxcVJrWVdqd1c2ZE9Vd2NOckdVLzI2RlpVeHFOWnFLcjQ5cWl4WnloUXlzdWxpOTdrRzZBK2tlcjUzVUVIUjBkYzNOekV4SVM2dk5ONjBSaFllR2dRWU9TWXFLdnJGOVgrMlVhcGNpRmg0OTBOZFFkYld5Kzl1RlRYQVFDUVoxOE5NM09MMUJuSzMvdlN3a0VnaEllVDNRTFhVcWxabVY1TEYraHJLZC84K1pOTnRhQ3JTSS9QMy9Ja0NGSk1kSFgvdG1nWDJWK25LeTZFUmdvRkFwYjI5bjl3QnlLNHBJU2xyeDh6WjgweXZqOG9NaW8waktlYS9QbVg4c2QwdjN6a082YXlVRGYvU0kyVHBHbFVHbUpMb3BBSUFpS2lxcTBJblZWR2JtNWNneEd4VjBncUJRTGhFTGxyNHdTVGN2S1ZtSXAxTEIwZmMxNFpXV2xaV1ZmZTNHb0phUzdaakxmZDB2c2xUa2hwSlRIcS8waW5yVWtGQXA1WldWMS9yS1NTVUxTcmF1ck8zRGd3SjA3ZDZMNkJnMkJkTi9ycms5c05udjI3Tm52VWxJdlBId2trOXVPRE9uazZ0Szh1UVIycm5VMUlrTlRWZVVIWG9wT3AwdjdCMk9oVUhqOWVXRDB4NlJGaXhiaDBybGFxcXFxVkxxdlB3K1V5WFJYcTFlYk5yM2J0djJ4cFVNVUZSUytlWU5kanNGbzM3U0ptNE5ERGJsRHVuOFMwdjFOTXRCM085aFlWMXYyb3Y0TmY3UHNSUWpSVVZldlZQYWlVbHhEWlVwZlMvT0h5MTdVWnMwb2UvMGtwUHViWkw3dmx0Z3JjMExJcjZoUDBXaTBCbEwyUXJvQnhBS1ZyKy9RcTFldlZxMWIrejE5bHBtWEorNjJBTlJXUG9mait6akFxVldyUG4zNmlMc3Rrb3RLdDI5QUFOSU5VZ1RwcmczMDNTQ05rTzdhUU44TjBnanBCaEFMVkw2K3o0WU5HMkpTVXgrOGVDSHVoZ0RVMXFOWHIxOGxKaTVidGt6Y0RaRjBHelpzZUpud0h1a0dLWUowMXhMNmJwQTZTSGN0b2U4R3FZTjBBNGdGS2wvZng4SEJ3YTFMbDcrUEhzOHJMQlIzV3dDK0xiZXdjTWwvQjlwMTZPQXNXOXQrL3dvT0RnNXQyN2RIdWtGYUlOMjFoNzRicEF2U1hYdm91MEc2SU4wQTRvTEsxL2RSVVZINTg4OC9jMHBLcG16YnppMHRGWGR6QUdyQ0xTMzEyckVybzdCd3pKZ3htcks0K0d2ZFVsRlJHVHQyTEpYdUVoNVAzTTBCcUFuUy9WM1FkNE1VUWJxL0MvcHVrQ0pJTjRBWW9mTDEzYnAyN1RwejVzeGJRY0dIcnQ4bzQvUEYzUnlBNnZFRmdwTjM3OTRNREp3MmJWci8vdjNGM1J6cDBLOWZQeXJkUHZmdUk5MGdzWkR1SDRDK0c2UUMwdjBEMEhlRFZFQzZBY1FMbGEvdkppY25OMmZPbks3ZHUrLzI5WDJmbWlydTVnQlVMelVyYS91NTh5NmRPeTlldkpqWk1QYksrWGxNSnBOSzkvWno1NUZ1a0ZoSTl3OUEzdzFTQWVuK0FlaTdRU29nM1FEaWhjclhqMUJTVXRxMWF4ZE5VV25ab2NNbG1EY0JrcWVrbERkL3p6N0NVdHk2ZGF2eVQreE0zd0JSNlM1bE1KQnVrRXhJOXc5RDN3MFNEdW4rWWVpN1FjSWgzUUJpaDhyWER6STJObDYxYXRXRDEyLys4VGxkaW1VRlFKS1VscFZ0UFhmdVRuajRraVZMcksydHhkMGM2V05zYkx4NDhXSXEzYnl5TW5FM0IrRC9rTzZmaEw0YkpCYlMvWlBRZDRQRVFyb0JKQUVxWHorSVRxY1BHVEtrWjgrZXUzMHZIN3Q5aHk4UWlMdEZBSVFRSWhBSXp2cjc3N3g0eWQzZGZkaXdZUXdHUTl3dGtqNTBPbjNreUpGVXVzODllSWgwZzRSQXVuOGUrbTZRVEVqM3owUGZEWklKNlFhUUVLaDgvVGhGUmNWRGh3NDFkM1JjZS96RTQ1ZXZoRUtodUZzRURaMVFLQXlKamw1eCtHZ2plL3RUcDA0cEtTbUp1MFhTU2xsWm1VcjM4c09Ia1c2UUJFaDNYVUhmRFpJRzZhNHI2THRCMGlEZEFKSURsYStmb3F5c2ZPN2N1WGF1cmhPM2JMM3k1S2tBWFN5SWoxQW85SHYyekhQdGVnZG41ek5uem1BUmdaOUVwYnRGSzJjcTNiaUFCakZDdXV0V3BiNGI2UVl4UXJyckZ2cHVrQnhJTjRCRVFlWHJaeGtZR0d6YnRrM0gyR2pPN2ozWG5qNURGd3RpSVJRSzd3U0h6Tit6VDBsRHc5dmIyOHpNVE53dGtnVUdCZ2JlM3Q1VXV1K0doaUxkSUJaSTk2OVFzZTlHdWtGY2tPNWZBWDAzU0FLa0cwRFNvUEpWQnl3c0xIeDlMN05VVlpjZVBQUW1JVUhjellHR0tPWmowdng5KytYWTdOdTNiOXZZMk5Cb05IRzNTRWJZMk5oUTZWNjAvd0RTRFdLQmRQOGlvcjRiNlFaeFFicC9FZlRkSUhaSU40Q2tRZVdyYnBpYW12cjUrZW1hbVkzZnVQbDJjSWdBeTJwQ2ZSRUlCUDdoNFo1cjEya2FHVjI2ZEFuM2xPb2NsVzVsSFIya0crb1owdjJySWQwZ0xrajNyNFowZzdnZzNRQ1NDWld2T21Oblo3ZDM3MTZoa3RLVWJkdU8zTHBWeHVlTHUwVWcrL2dDd1JuL0I1TzNiaXRsTXZmczJkT3NXVE54dDBnMjJkblo3ZHUzajByM0dmOEhTRGZVQTZTN2ZpRGRVUCtRN3ZxQmRFUDlRN29CSkJZcVgzV0dScU0xYTlic3dZTUhscloyU3c4ZVBuTGpabkZKaWJnYkJiS3N1S1RrekwzN2MvYnNOYkcyZWZic21hT2pJNFpTL3lJMEdzM0p5WWxLOTV3OWU1RnUrTldRN25xRGRFTTlRN3JyRGRJTjlRenBCcEJrcUh6Vk1XMXRiVDgvdjBsVHBpdy9lbXp1N3IzeHljbmliaEhJSUtGUW1KQ2F1bURmZnEvZGU4YU5IKy9yNjZ1bHBTWHVSc2srS3Qxai8veVRTbmRpV3BxNFd3UXlDT2tXQzZRYjZnSFNMUlpJTjlRRHBCdEE4c21KdXdFeVNGMWRmZG15WlJZV0Z0T25UNDlOVHRvM1o3YUZnWUc0R3dVeUpTVXJhOHEyN1VGUjBWdTNiZlAwOUdTejJlSnVVVU9ocnE2K1pzMGFXMXZiNmRPbkozNUsyekZ6QnRJTmRRdnBGaGVrRzM0MXBGdGNrRzc0MVpCdUFNbUhNVisvaExLeThzU0pFLzM4L0JKemNydk5tWGM3T0tTSXk4VzJ5dkNUaEVKaGNVbkovYkF3MStrejR6SXl6NTQ3TjNueVpIU3U5WXpOWmxQcGprcjdSS1c3dUtRRTZZYWZoSFJMQXFRYmZnV2tXeElnM2ZBcklOMEFVb1N4Y3VYSytueS9mZnYyY2JsY0x5K3YrbnhUY2JHMHRHelhybDEwWE55V284YytmdnBrWTJ5a3JhNHU3a2FCRkl0UFNWbDErT2lhWThlZDJyVHg5dloyZDNmSDhnSGlZbWxwNmV6c0hKZVFzT1hvc2RTc0xDdERBNlFiZmdiU0xUbVFicWhiU0xma1FMcWhia2w3dWpkdDJtUnJhOXU3ZDI4R2d5SHV0Z0Q4Y3JSNnZ0M2g2T2lZbTV1YmtKQlFuMjhxWHVucDZhZE9uVnF6ZXJVYWk3Vm8xSWhoWGJvdzZCaHFCOStIeitlZmUvQnczWWtUT2NYY2hZc1dqUjQ5V2s5UFQ5eU5ncy9wWHJWeXBZYVNFdElOUHdicGxreElOL3c4cEZzeUlkM3c4MlFqM2JxNnVnTUhEdHk1YzZlOHZMeTQyd0x3eTZIeVZVK2VQSGt5ZWZMazJKaVlFVjI3TEI0MVVsOVRVN3J1Q1lDNENJWEM5TnpjamFkOGp0MitZMnB1dm52M2JqYzNOL3pqa1NqMzc5LzM4dktLalluNXMxZXZXVU05a0c2b0phUmI4aUhkOEdPUWJzbUhkTU9Qa2FWMG8vSUZEUW9xWC9YbjA2ZFArL2Z2UDN6b2tKYUN3dGhlUGZ0MWFLK2xxaXJ1Um9GRXk4clB2LzdzK2NFYk56NFZjdjRZTzNieTVNbjYrdnJpYmhSVWcwcjNnUU1IZEJVVngvYnFPYUJqUncwVnJQSUFOVUc2cFFYU0RkOEw2WllXU0RkOEx4bExOeXBmMEtDZzhsV3Z5c3JLUWtORFo4eVk4ZWJsUzJjNzIxVmovM0MydFJWM28wQkN2WWlMVy96ZmdaQ29hS3RHalhidjN1M3M3SXh1U1pLVmxaVUZCZ2JPbmozN3pjdVg3Wm8yV1RiYUUrbUdyMEc2cFF2U0RiV0hkRXNYcEJ0cVQvYlNqY29YTkNpb2ZJbEJXVm5adG0zYmR1ellrWmFhT3JaWHp4bERCcHZvNnNwaFpVRWdoQkRDRndpU016SjJYcnkwMysrYXZvSEJwRW1UNXMrZkx5Y25KKzUyUWExUTZmYjI5djZVbGphMlYwK3YzenlNdExXUmJxQWczVklONllZYUlOMVNEZW1HR3Nod3VsSDVnZ1lGbFMveEVBcUZjWEZ4eDQ0ZE8zbnlKT0VXajNCMy83MXpaeXNqUTNHM0M4UXNQaVhsdlAvRFUvZnU4cG55dzRZUDkvVDB0TFcxbGRLMUF4b3NvVkFZR1JucDQrTno4dVJKT1Y3cDBNNmRrVzVBdW1VRDBnM1ZRcnBsQU5JTjFaTHRkS1B5QlEwS0tsL2l4T1B4NHVMaXZMMjlUeHc3WnFpbE9YbEEvekU5ZWlqZ1YwK0R4Q3NyTzNIN3ppNWYzOFJQNmNOR2pQRHk4cksxdFdVeW1lSnVGL3dnS3QwYk4yNDhmL2Fzb1phbWw4ZVFZVjI2SU4wTkU5SXRZNUJ1RUVHNlpRelNEU0lOSWQyb2ZFR0Rnc3FYUkxoejU4NkNCUXVpbzZPYm1Kck9IVGEwWFpNbUdtdzJIVnNzTndBQ29UQzNvUEI1Uk1TV00yZGZKaVEwYnR4NDNicDF2WHIxRW5lN29NNVE2WTZLaW1wcVpqWjMyTkQyVFp1cUt5c2ozUTBCMGkzemtPNEdDK21XZVVoM2c5V2cwbzNLRnpRb3FIeEpDZzZIYytuU3BZc1hML3JmdjIrcHA5dS9RNGNlenEyYVdGZ3cwTXZLS0w1QUVKbVllRHM0NU1xVEo3R3BhUzZ1cmg0ZUhnTUdERkJUVXhOMzA2Q09jVGljYytmT1hibHl4Zi8rL1VhR0JyM2J0a1c2WlJ2UzNYQWczUTBOMHQxd0lOME5UUU5NTnlwZjBLQ2c4aVZCaEVKaFRrNU9iR3pzamgwN3J2ajZhckNWdXpnNnpocyt6RnlhdDh1RmFpV2xwMjg2ZmVadWFGaDZibTZmZnYxbXpKaGhaMmVucWFrcE13c0hRQ1dpZEcvWnN1WG05ZXNhYk9VZXpzNWV2M2tnM2JJSDZXNW9rTzZHQStsdWFKRHVocU5ocGh1VkwyaFFVUG1TVU9IaDRldldyWHZ3NEVGaFFjSElybDMrNnQvUFZFOVBSVkZSdG4vL3lqYWhVRmhZWFB3eFBmMC92MnRIYjk1U1VWUHIyTEhqNHNXTG5aMmR4ZDAwcUZkVXV2MzkvVG1GaFNPN2RwazhjSUNSamc3U0xkV1FicUFnM2JJSDZRWUswaTE3a0c1VXZxQkJRZVZMY2drRWdsZXZYdm42K3ZyNStTWEV4YmEwYWVUU3ZKbHJpK1lPMXRaTW1kaEp0K0VvNC9OZnhNVTlmdlg2OGF0WElkRXhwcGFXZmZ2MkhUQmdnSU9EQXdON1pqZElBb0VnTEN6TXo4L1B6ODh2TVQ3ZTBkcmFwWG16em80T3pTd3RrVzdwZ25SREpVaTN6RUM2b1JLa1cyWWczUlJVdnFCQlFlVkwwcFdWbGFXa3BEeC8vbnpQbmowQmp4L3JxcXMzdGJUdzdOYXRWOXMyaWdvSzRtNGRmRU1SbDNzN09PVG9yZHR2RXQ1bDVPUzJhZGR1OHVUSkhUcDBNREl5a3NORlVvTkhwZnZ4NDhjSERod0llUHhZVDBPamlZVTUwaTB0a0c2b0FkSXQxWkJ1cUFIU0xkVmU5WTZmQUFBZ0FFbEVRVlNRN29wUStZSUdCWlV2YVJJUkViRmp4NDdyMTY5blptYnFxNm1ONmRuek56ZFhMVFUxSlJhTGpySFdFa01vRkhLNDNKeUNnZ3NQSHgyNGR2MVRYcDZtcG1hUEhqMW16cHpackZremNiY09KRlJFUk1TV0xWdnUzcjJMZEVzeXBCdCtBTkl0RlpCdStBRkl0MVJBdXI4R2xTOW9VRkQ1a2o1SlNVbVBIeisrZi8vK3c0Y1AwMU5TWEZzMGIydHY3OVNvVVFzclMxVmxaU3czSUM1Q29UQ1B3M245N3QyTHVQakhyMTQ5ZmZOV1EwZW5hOWV1blRwMWNuRnhNVFUxRlhjRFFRb2czWklKNllhZmgzUkxKcVFiZmg3U0xabVE3bTlDNVFzYUZGUytwQldIdy9uMDZWTmdZT0RPblR2RHc4SlVGQlVOdGJRNk5tL1d2MzI3MW5aMldHNmdQdkhLeWtLaW82OCtmZmJ3eGN2VXJLejg0bUtubGkzLyt1dXZEaDA2Nk92ckt5c3JpN3VCSUdXUWJzbUJkRVBkUXJvbEI5SU5kUXZwbGh4SWR5Mmg4Z1VOQ2lwZnNpQWlJdUxzMmJPWEwxOU9Ta29xTEN6VTExQWYwS0dEUnlkWEUxMWR0cUlpUzE0ZXQ1dnFsbEFvTE9IeHFPMWdMang4ZFBIUjQ3VGNYQlVWRlJNVGt6NTkrZ3dkT3JTQmo1MkdPb1IwMXpPa0crb04wbDNQa0c2b04waDNQVU82Znd3cVg5Q2dvUElsTzBwS1NpSWpJME5EUTRPRGcwTkRReU1pSWt5MXRSMXRiSnBaV3RpYW1UWXlOamJUMDZQVDZlSnVwaFRqQ3dRZjA5T2pQM3lJU1VwK0ZSOGZGaFA3TVRQVDFzN08yZG5aeWNtcFpjdVdUWm8wVWNEaXB2QUxJTjIvR3RJTjRvSjAvMnBJTjRnTDB2MnJJZDAvQ1pVdmFGQlErWkpCeGNYRldWbFpxYW1wVjY1Y3VYanhZbXhNaktxU2txcXlzb0dXcGt2ejVxNHRtcmV4czhQdU03WEhMUzBOaW96eUR3OS8rdlp0U2tabUhvZVRYMVJrYVdVMWRPalEzcjE3R3hzYmEybHBLU29xaXJ1WjBDQWczWFVMNlFiSmdYVFhMYVFiSkFmU1hiZVE3cnFDeWhjMEtLaDh5YjZFaElTYk4yL2V2WHMzTkRTMHNMQ3d1TGhZVUZiV29XblRyaTJkT2pzNjZtcW95OHN4RmVTWkxDYVRUcWMzNU5IWFFxRlFJQkNVOEhoY0hxK1V4OHZJelhzUUhuNG5OUFI1UktTQUVDVWxKVGFiN2VEZzBMTm5UM2QzZDJ0cmEzRzNGd0Rwcmkya0c2UU8wbDFMU0RkSUhhUzdscER1WHcyVkwyaFFVUGxxUUlxS2lpSWpJNk9qbzZPam95TWlJbUppWXVMaTRsUlpMQk5kSFJOZFhWTTlQUk1kNmtEWFJGZFhuYzBXZDN2clNWNWg0WWYwOUkvcEdVa1pHUjgrZmZyd0tmMWpldnFIalBRQ2JvbUZoWVdkblYzanhvMGJOMjVNSGJBYnpJOEZwQXZTWFMya0cyUUEwbDB0cEJ0a0FOSmRMYVM3M3FEeUJRMEtLbDhOa1VBZ3lNL1B6OC9QejhuSmVmdjJiWGg0ZUhoNCtJc1hMemdGQllvS0NteEZsakpMMFZoSHg5SEcyc0hhcXJtVmxabStQa09HbGlIZzgva2YwOU5meHI4TGo0MTlHZi91dzZkUEhHNHhwNWhiVkZMQ1ZsVnQxcXlabzZOank1WXQ3ZXpzTkRVMTFkVFVWRlZWc1FvRFNBdWtHK2tHV1lWMEk5MGdxNUJ1cEZzc1VQbUNCZ1dWTC9oTUlCQWtKQ1NFaElRRUJRVUZCd2UvZi8rZXkrV1dsSlNVbEpRb3lNbVo2K3RiR1JwWUdScFpHaGxZR3hvWjYrb29NSmx5REFhVEljZVVrMk13NkF3Nm5TSHVJZGxDb1pBdkVGRC84WGhsUEg1WkdaL1BMUzFOeWN5TVQwNkpTMDZPVDBtSlQwMU5TRWt0S1N0VFVGQmdzVmdzRnN2VTFMUk5temJPenM0dFc3YTBzckpDVndxeUIrbEd1a0ZXSWQxSU44Z3FwQnZwL3RWUStZSUdCWlV2cUI2SHcwbElTUGp3NGNQSGp4OC9mUGlRazVPVG5aMmRsWldWbloyZG5aMmRuNWZIWWpBMDJHd2RkWFVkZFRXMm9wSXlTNEd0cE1TU2wxZG1zWlFWV1VyeUNrb3NsaEpMUVpuRlVtS3hsQlFVNUJoeUREcWRRYWZSNlhRNm5jNFEvVW1qTStnME9UazU2dVlWWHlBb0t5dmpDNFFDb1lBdkVBZ0VuLzhVQ0FSOEFkVjk4amxjYmhHWFc4UXRvUTZLUzBzNVhDNkh5K1dXbEJRVUZSVnhTd3FMaXovbDVtVGw1V2ZuNTNNRkFoVlZWVTFOVFMwdExjMXl4c2JHcHFhbVptWm01dWJtR0NZTkRRM1NEU0Nya0c0QVdZVjBRNTFENVFzYUZGUys0TnNFQWtGcGFXbEp1ZExTVWk2WG01K2ZUM1c5SHo5K1RFdExTMDlQVDA5UHo4ekl5TXZObFdNd0dIUzZISVBCWUREa1B2OUhwOUhvZEJvaGhFYWowV2cwUXZ0OFFLTVJRcVBSNkRRYW9lNUtDWVVDb1ZCSVB2OVBXSDVjZm9JSWhNSXlQcC82ajAvOUtSQUlDRkZWVmRYUzF0YlYxZFhSMGRIWDF6YzFOVFV4TVRFeE1WRlRVMVA0a3J5OFBHNGZBVkNRYmdCWmhYUUR5Q3FrRytvRUtsL1FvTWlKdXdFZ0JlaDBPalg4dU5MNWR1M2FWWDB5ajhmTHlzcjY5T2xUV2xwYVdsb2FkWkNSa1ZGY1hGeFdWc2JqOGFnL3FRUFJjWEZwYVZsWkdTRkVUazVPWGw2ZXlXUXltVXc1T1RrNU9UbnFRSFNHeFdMcDZ1cnE2ZW5wNitzYkdCaFF4OXJhMmt3bXM3NStIZ0N5QStrR2tGVklONENzUXJvQkFMNFh4bndCQUFBQUFBQUFOQ0FZOHdVTkNrYVdBZ0FBQUFBQUFBQ0FiRUxsQ3dBQUFBQUFBQUFBWkJNcVh3QUFBQUFBQUFBQUlKdFErUUlBQUFBQUFBQUFBTm1FeWhjQUFBQUFBQUFBQU1nbVZMNEFBQUFBQUFBQUFFQTJvZklGQUFBQUFBQUFBQUN5Q1pVdkFBQUFBQUFBZ0FhRVJxTVZGeGZuNStjTEJBSnh0d1hnbDVPcjcvZVRreU9FQ0FRQ09oMUZOd0FBQUFBQUFJRDZwcVNrZFBmdTNULysrTVBLeXNyT3pzN096czdlM2w1SFIwZmM3UUw0SmVxNzhxV25wNWVXbHBhYm02dXBxVm5QYncwQUFBQUFBQUFBcDA2ZHVuVHBrcisvLy9YcjExa3NscUtpb3JLeXNyVzFkZWZPbmJ0Mjdlcms1TVJpc2NUZFJvQTZReE1LaGZYNWZsNWVYc2VPSGJ0MDZWS25UcDNxODMwQkFBQUFBQUFBb0tLOHZMeW5UNThHQkFRRUJBU2twcWJtNStmbjUrZXpXS3dPSFRyMDZ0V3JiZHUydXJxNjZ1cnF5c3JLTkJwTjNJMEYrRUgxWGZrS0NRbHAzNzY5bDVmWDZ0V3JVVVVHQUFBQUFBQUFFRHVoVUppV2xwYVFrUER1M2J1WW1Kanc4UEN3c0xDOHZEeExTMHNiR3hzN096dEhSMGNIQndkemMzTUdneUh1eGdKOG4vcXVmQW1Gd21IRGhqMTQ4T0RXclZzT0RnNzErZFlBQUFBQUFBQUFVTE95c2pJT2gxTlFVQkFSRVhINTh1WHIxNjhuSlNVcEtTbFJNeUtIRHg4K2RPaFFMUzB0Y1RjVG9MYnF1L0pGQ0huMzdwMmJtNXVXbHRiVnExZU5qWTNyK2QwQkFBQUFBQUFBb0pZRUFrRmtaT1QxNjlmdjNMa1RIeCtma1pGUlVsTGk1dVkyYk5pdzl1M2JhMmxwYVdwcVlnczdrR1JpcUh6eCtmd2pSNDdNblR2WHdjSGh3SUVEVmxaVzlkd0FBQUFBQUFBQUFQZ3VBb0VnTGk0dU1EQXdPRGc0T0RqNHhZc1hLaW9xclZxMWF0T21qWXVMaTdPenM0cUtpcmpiQ0ZBTk1WUytDQ0U4SHUvVXFWUGp4NDl2MTY3ZG9VT0hySzJ0Njc4TkFBQUFBQUFBQVBDOXlzcktDZ29LMHRMU0xsMjY1T1BqRXhVVnhXYXp6Y3pNeG93Wk0yN2NPRFUxTlhFM0VPQUw0cWw4VVM1Y3VEQjE2bFJDeU83ZHU5M2QzVlZWVmNYVkVnQUFBQUFBQUFENFhudysvK0hEaDN2MzdnMEtDa3BOVFdVd0dDTkhqcHc0Y2FLdHJTMmJ6UlozNndBSUlZU3hjdVZLY2IyM3JhMnRnNE5EUkVURXpwMDdrNUtTOVBYMXNld1hBQUFBQUFBQWdMU2cwK2tXRmhaRGhneHhkM2MzTXpNVENBUzNidDN5OGZGSlNFaFFWRlEwTlRYRlhwQWdkdUljODBYSnljblp1blhycGsyYjJHejJvRUdEVnExYVpXaG9LTjRtQVFBQUFBQUFBTUIzRVFxRkJRVUZzYkd4aXhZdHVudjNycXFxYXVmT25UZHUzR2hqWXlQdXBrR0RKczR4WHhSRlJVVTNOemNuSjZlM2I5L2V2My8veElrVHBhV2xob2FHU2twS2NuSnk0bTBiQUFBQUFBQUFBTlFHalVaVFVGQXdORFQwOVBSMGNuS0tqNDkvOXV6WnZuMzdORFEwbWpScHdtUXl4ZDFBYUtERVgvbWk0dEdvVWFNaFE0YVltcHBtWldVZFBYcjA4dVhMS1NrcDh2THlob2FHR0JzSkFBQUFBQUFBSUVVYU4yNDhZTUFBS3l1cmQrL2VuVDU5T2lzcnk5SFJFU3QvZ1ZpSWY3WmpKUVVGQlRFeE1aczNiL2IxOVdXeFdQcjYrak5uenZUMDlGUldWaFozMHdBQUFBQUFBQURnT3lRbkp5OWV2TmpIeDhmR3h1YlFvVU50MnJRUmQ0dWd3Wkc0eWhkRktCUytmUGx5Ky9idER4NDhTRXRMWTdQWkkwYU1HRDU4dUpXVmxiYTJOcDFPRjNjREFRQUFBQUFBQU9EYmlvcUtWcTFhNWUzdDdlVGtkTzdjT1N6dERmVk1JbVk3VmtXajBmVDE5UWNPSE5pbFN4ZHpjM00rbjMvMTZ0V1RKMDhHQmdZbUppWnl1VndORFEwbEpTVnhOeE1BQUFBQUFBQUFhc0prTXJ0MTYxWlVWSFRwMGlWVlZWVlhWMWR4dHdnYUZna2Q4MVdSVUNnc0xDeE1UMDgvY2VMRTRjT0hrNUtTMkd5MmlvcEt1M2J0Um84ZTdlN3V6bUt4eE4xR0FBQUFBQUFBQVBpcS9QejhhZE9tblQ5L1BpVWxSVjFkWGR6TmdRWkVDaXBmbFFRR0JwNCtmZnJodzRkcGFXbloyZGxzTnJ0UG56NURoZ3l4dDdmWDBkRlJWVldsMFdqaWJpTUFBQUFBQUFBQWZPSHExYXVlbnA0SER4NGNNbVNJdU5zQ0RZajBWYjRvZVhsNXIxNjlDZzBOZmYzNjlldlhyNk9pb25SMGRGcTFhdVhvNkdobloyZHZiMjltWmlZdkx5L3VaZ0lBQUFBQUFBQUFJWVNFaDRmMzY5ZXZiOSsrZS9mdUZYZGJvQUdSMXNxWFNFbEpDWWZEU1U5UGYvejQ4WVVMRjU0L2Z5NFFDSlNVbEhSMGROcTNiOSt6WjA5WFYxY3RMUzF4TnhNQUFBQUFBQUNnZ1hyejVzM2V2WHV2WGJ1V2xKVGs2dXA2Nzk0OWNiY0lHaENwcjN4VmtwZVg5L1RwMCt2WHJ3Y0dCbVprWk9UbTVwYVdsalp0MnJScjE2NXVibTVtWm1ic2Nnd0dROXlOQlFBQUFBQUFBSkJCUXFFd056YzNLeXNySkNUa3dJRUR3Y0hCNnVycVRaczJuVEJod3NDQkE4WGRPbWhZWkszeUpWSmNYUHp1M2J1SWlJam82T2pJeU1qSXlNaDM3OTRwS0NoWVdscWFtNXVibVpsUkI5U3hnb0tDdU5zTEFBQUFBQUFBSVBVeU1qTEN3c0pDUWtMQ3c4T0RnNE9MaW9yYzNOdzZkZXJrNHVMU3BFa1RPVGs1Y1RjUUdoeVpyWHlKQ0FTQ3dzTEN2THk4bkp5Y3QyL2ZQbmp3SUNBZ0lDWW1SbDVlbmhyOHBhNnVibTl2MzZwVnF6WnQydGpiMjZ1cXFvcTd5UUFBQUFBQUFBRFNoTVBoK1B2NysvcjZQbm55SkNzcnE3Q3cwTVhGeGNQRHc4WEZSVjlmWDAxTkRadlJnYmpJZnVXcld1bnA2YUdob1ZRUk9pNHVyckN3a01QaGNEaWMwdEpTVTFQVEZpMWFORy9ldkhuejVqWTJOa3BLU2twS1NtdzJXMUZSRVJNa0FRQUFBQUFBQVBoOGZrRkJRVzV1YmxwYTJwTW5UeDQ5ZXZUczJUTStuNit0cmQyMGFkUEJnd2YzNjljUHcwcEFRdFIzNVd2VnFsVyt2cjcxK1k3ZkpCQUllRHhlYVdscGFXa3BkU0Q2VXlnVU1wbE1lWG41U244eW1Vd00wUVFBQUFBQUFJQUdoYy9ubDVUamNybGNMcGZINHpHWlRCYUx4V0t4RkJVVmxaU1VtRXptajcxNHo1NDkxNjlmWDlkTkJxajN5cGVqbytQcjE2LzE5SXpyODAwQkFBQUFBQUFBUUdLbFo2UVlHeGtsSkNTSXV5RWdnOFF3Y0VsUHovam0zWmo2ZjE4QUFBQUFBQUFBa0VDL0RYWXU0ZWFMdXhVZ20ramliZ0FBQUFBQUFBQUFBTUF2Z2NvWEFBQUFBQUFBQUFESUpsUytBQUFBQUFBQUFBQkFOcUh5QlFBQUFBQUFBQUFBc2dtVkx3QUFBQUFBQUFBQWtFMm9mQUVBQUFBQUFBQUFnR3hDNVFzQUFBQUFBQUFBQUdRVEtsOEFBQUFBQUFBQUFDQ2JVUGtDQUFBQUFBQUFBQURaaE1vWEFBQUFBQUFBQUFESUpsUytBQUFBQUFBQUFBQkFOcUh5QlFBQUFBQUFBQUFBc2dtVkx3QUFnQjhVRnZyazlzMExmRDYvNmtORlJad1R4M2J3ZUR4eHRLdXkySmczdk5KU2NiY0NBQUFBQUVBTVVQa0NBQUQ0UWVucEtYTm5qK2picThtcEU3dUtpamhCZ1E5eWM3T29oOTY4RHQ2NFllN2dBWTRQL0svVi9DSnYzNFIrU0l5cmRETGhYYlJBSUNDRVBManZWMVpXVnUwWEpyeUxybVU3bHkyWk1MQy93NzI3bDJ2NS9LcnUzTDUwL0tnM2wxdGMreS9KeTgyZU5LRnZiT3piSDM1VEFBQUFBSUNmSnlmdUJnQUFBUHlVaHcrdXQzQm9vNjZ1VlNldjVuL3Y2dUZEVy9ZZHVLNm9xRlQxVVE2bllPcWtnY1ltRmdzV2JWRlJVWk9YVnlDRUpDY2xIRHE0eGJsMXA5MDdWaWQraUZ1NmZFZFg5d0d2WGdZUlFoTGZ4ODZZT3JqZmdGR3IvOTdQWURDcWZjY1BIK0pYTHBzNDNXdE41eTU5cVRQcG4xS21UUm5VcVZQdk5lc09IRG04YllmM2l2a0xOeHViV0ZUOHFwY3ZBcGNzSE9zNVp1YXNPZXRvTkZvTjMxRmlZbHpFMnpCQ3lLd1pRMXUzN2J4MSsybFZWWFhSbzFHUkw0MU5MTmhzMVpwL0xJV0ZlWnYrbVhmbzRPWW1UWnhxZnFaSVFrTE14dy94VVdOZi9IZjRsbzFOazFwK1ZjM3ljck1MQ25LTlRTeC8vcVY0UEY1MmRycWVubEZkdE92SHZYNFZiTk9vS1l1bEtONW1mSmNMNXc2cXFtbDI2ejVJM0EwQkFBQUFxQlZVdmdBQVFJcGR2M1pteWNLeE5qWk45eCs2VWJYNDllcFYwTlpOaTRSQ1FTMWZqYy9udjM0VkpCUUsxLy90dFhydC9xcFBVRlpXMGREUXV1SjdQRFQ0OFk0OWw2aktGeUZrNWFyZFRLWjhXTmdUcXNEVXQ5K0lUNStTcVllR2o1d3laOTZHcjVXOUNDRnljc3ppNHFLTjYrZHNYRCtuNG5tL3E2ZjRBajZEd1lpTmVUTmhYTTlxdi9iSW9hMHB5WWtidDV5ZzA3ODZpUHZxNVJQVWdZbXAxZUFoWXo5K2lCYzlsSmVYUFgrdXA0NjJ2dmV1Q3lhbVZqWDhaQlRrV1lTUXJNeFBqeDdlcU9GcFZXVm5aNXp4MmJkMHVmZDNmVlZWQW9IZytGSHZQYnZXREIzMjEreTU2MnQ0Wm41K2JtRmhubEFvcFA2cW9hNnRwTXltanBPVDN3dUZ3c3lNdEtqSUZ5ZVA3eFFJaGRkdVJ2eGt3MzVBVVJFbkp5ZWpoTXU5ZisvS25sMXIvQjkvWkRMbDA5SStWbm9hblVaWFZsWlJWZE9vL3hiV0xEc25jOVdLS2M2dE82M2JjRWhQMzFqY3pRRUFBQUQ0QmxTK0FBQkFzdnkzYjhPcGs3dHIrZVNjN0F5QlFCQVY5Zkt2Y2IycUZyK2FOMi9kdDkvd05hdW1pZW9ndGVSNzZXanJ0bTU5KzQybyt0QzhoWnNlUGJ5Um5QeCswb1MrUzViK1M1MlVZeklQSHRoRUNKR1RrNXM4ZGRuZ0lXUDc5bXBDQ0RFMnNWeXdhRXNOWlNsQ2lCempjMS9jdGwxWExTMWRRa2hrWlBpNytDZzZuZTdpMnZQYVZSOUNpSklTdTNPWGZoVy82dG5UdTluWkdhcHFHcDVqWnRUdytubTUyYWRPN0tLT1AzNklYemh2ZE5YbjVPZmxqQnptc25uYnFkWnQzTDcyT3N6eUd0L3N1ZXNIZTR5cjRkc1I2ZCtuV1haV3VyVzEvYytYdllxTGkrYlBIZlhRLzFxVHBpMy9tclNvMnVja0p2NlB2YnNPaXpKcnd3QitobUVHaHU3dU1BQURFRUZzVEN6c0xzVEVUbFJBN01EQzdrREZWdXkxeFFJcEVRUUVwRU1hcEdFWW1PK1BWK2VicFVUWGRkengvbDE3N2ZYeTFqenZNTHZLelRuUGlUOTViUHZqeHpkS2lqL3o3NTgxWi9YYytSN1V0bjJmbHZ5SG1nNzcvajNQL2U2NkxKdkV2eWN2TjdOT2JUenk4a3JkZWd5WU05ZE5RMFAzVnhYNERVN1RsMmVrSlYyL2RtclU4STU3RDF4cmI5NUowQlVCQUFBQU5BWEpGd0FBL0Y1bXpGcVptNXQxOGZ3aEZrdENYbDZaTHRyVUgxVVNFbCtHODVTVmwyNVlOMi9MdHRPOGNWaVVrYU9uR3hpMmxwR1ZWMWZYbHBTVWJ2QW1YQzdYKzdUWFhpOTNUblUxSVVSZFhhZDd6NEZTa2cxUEFOVFEwTFVmT09iV2piTTUyUm1Sa1NIVXpzU0VtRHUzZkdnMG12dmFBOE9HVHcxNzYxOVdWa0lJR1RuS3FVNHNWVno4bVgreUlaV2FmWDF3RjZ1TzNRa2hPejFkRWhOaXhNUlpnd2FQdjMvdk1pRkVVVWwxaStkcC9xdkdqTFFwS01qVjFUVnUxOTZtaWZmbitORnRwYVhGaEJBVlZVMTcrMUg4aHlxcktpOWZQRUpsZ3AwNjk5YlFiQ3BZNFQyRm1KaDRuZm9iUTgzQlpJcUpOK2ZrSnVUblpjOXpIaFlWR2RyQnF0dUJ3emNibklYNitORU4xMVhUS3NyTFJFVkZqVnVZRlgwdXlNbjVSQjM2RUIzR082My8xM2Nnd1A5SlVWSEJQeXpzaDJsbzZQUzNIL1h1M1p1c3pDL2p2TVRGSmZyYmo0cU9lcHVhbWtBSWFkdk9Xa05ENS9QbmdyallpSUtDM0p1K1o1NDl2WDN1L0FzOS9SYUNxcG1maUlqSTJnMkhXU3dKbjNNSFpqclo3enZvYTIzVFU5QkZBUUFBQURRS3lSY0FBUHgyVnJ0NVRaZzBUMGZIc09rT1ZzMWtZZG01d2YzWHJwem8wcTAvWFlUdXVzb3B3UDh4SWNUQ292UDBXUzZkdS9SdCtuVWRoazY2ZGVPc2xKU015ZGVtVjFzM0x5R0VEQms2NmZDQlRjYkdadjZ2SHhGQzZIVDZFSWVKL0JjZU9yRHhwdStaRTk0UE5UWDFlRHVibUFoSkNCRnA1T2pud254Q2lJS0NVaFBYcHFiRVg3eHdtTnJPeWM0d01qWjFHUGIvTVYrN2RxeWlZcS9CUXlaczJucXlpZnNRUXVnaVg4b29LaXJNeUVodSttUktiVTBObFNvMjUrVEdWTFBaYytjTWpZNTYyNmFOMWY2RHZnM0dYaEhoZ1N1WFQyYXpxN1IxREE4Y3VrSEZRMjhDbnF4Y01iVWdQK2REOUR2ZW1aNDd2MHo4bkRITlB2RE4wMzlTMkQvUnJyMU51L1kydTNhc09uMXlGN1ZIVms3QmMrYzVyMTJ1SjQvdklJVE1kbmJ0MHJVZklhU3Fxbkx6aG9XKzEwOFhGeFh1MmUyMmUrOWxRZFZjbjh2cVhlWGxaYjdYVHkrYVArcjAyYWN0VzdVVmRFVUFBQUFBRFVQeUJRQUF2eU5kWGFPZmZzK0UrQTk2K2kxNFNkT0g2SGU3ZDdtSzBrVUxDbkpibTVqUFg3aE9XbHEyc0RDL3dkaXJxcXB5dzdwNW56SlNlSHRLUzR1UEhOekVmODZUUnpmS3lrcG16UmhJVGJoak1KZ3IrQ2Exc2RsVkVlR0JoQkNuS1gyUG4zNmdwZldsWS8wMzVrS0tNbmpiK2ZrNTFIVEk4ckxTbkp3TVFvaUNna3BqRjFaWFY3c3NuMXhWVmFtZ29MeGkxYzdWTGxQWGVjeFJVRlRwMnEwL0lTUTA5TlZaN3oyRUVHVmw5V1V1bnQ5Kzc3NitKd2YzcnorNGYvMjN6LytxckxTNCtTZlg1N2x0ZVhUVVcya1p1ZTI3ZlhqdHV2alYxTlNzWFRPSHphNFNGUlgxMm51Wk55cktwbE92TGR0T3pabytNRGMzTXo4dlcxRko5WitVOFcrUWxwYjk1amxpWXVLcjNMeHUzenJINFhEOFh6L2ljcmsvSlF2K1dWYTc3NG1LQ28yTGZiOW93ZWhMVjk4MGN6QWdBQUFBd0MrRzVBc0FBSVRaeWhWVHpNdzZEQi9obUorZlBYYVVqYUdSeWNZdEo0eU1UQWdoMGpLeXhVV0ZoQkFqSTVOejUxOVVzU3ZIamJiTnljNDRjZnJScDR3VUc5dGUvRC9KaTRtSno1bnI1alNsNzZkUC93Ky9ZbUxDK1YrTG11SEk2ek5WV1ZrUkV2eWlma21mUHFVNFRlbDd3dnNoRlg3UmFGK1NyeTJiRmxOcFNBWmZ2c2FmZERoTzdsWDB1Y0M0aFJtTkpsSlRVME1JTVRCczNkaUQ3L1Z5ajRvTVpUTEZkdSs5Ykc1aG01anc0ZWpoTFlzWGpONjE1NUtTc3RvQzUrRTFOVFdpb3FKYnQzdkx5emMxY0l4U1cxdERiWmkxNmFDcmEvek44d2toangvNVZsVlZscFFVTmVma0J2azl1M3Zwd21GQ3lHcFhyOGE2WEQzNDYwcjh4eWhDU0wvK280eGJtUEVmNm1UYnU0TlZ0NURnRngraXc3cDBhM2lKQUFGcVR2SkZDQkVYWjZtcWFXZWtKMVZVbEplWGx6WTJZMWNneE1URXQzaDZqeDV1bFpHZXRIZTN1NXZIUGtGWEJBQUFBTkFBSkY4QUFDQU1zclBTZmE5N3o1cXp1czZnbUlMOFhNK3R5dzRmMmpSbTdLd1dMZHUrandnYU85TEczV08vdzdESnZJNWdxOTMzMEVWRlZ5OXhURW4rU0FpWjV6eE1WSlJSV2xJMFl0UzBTWk1YcUtsclU2ZHBhdXFkT3ZNNE5TWGVxSVVaa3lrMmNWelhwTVJZNmhDTEpXSFZzZnZJVWRONzJBMDZkbVRydmowZWhCQkhwNldMbDI2bWxoU2srcGRQbnJwdzJZcTZBNng0QlZNSlRoMGl0UCtQQ0pzd2NlN0o0enVEQXYyb0wwVkZSYnYzR05EZ3UzSHI1cmt6cDcwWURPYjJuVDdtRnJhRWtEbHozVC9HUlQ1N2VudnhndEVTRWxJbEpVVTBHczFqM1NHcXM5ZzMxZForV1I5enhNaHBJMFk1TmVlU3dHN1BISVlPR2V3d29Ua24xOGZsY3ZkNnVSTkNXclpxTzJEUTJNWk91L1YxNWNxQmc4ZlZQenBpNUxUNGoxRWNEdWZIYXFENnN0WFcxdFJaT2FHbXBvWi9LVVoxZFIxcTRGNStYblpsVlFXMVUxWldRVXFxZ1ZaeGhZVjVZa3h4Q1VrcHFlWWxYOVF5RG9RUUpsT00xOVdPcDdxNit2UG5QQkVSdW9LQ2N0UER3YXFxS2o4WDVuRnEvdjlXOE1xdW82S2l2S3kwV0Y1QnVlbDV1QlJqWTFQN0FXUHUzRDUvOWNweHgrbEwrYWZ4QWdBQUFQd21tcHBoQVFBQThKK1FsWmsyYldyZmcvdlhiOTY0cUU1aktTYVRTUzFmbUpQemFkdU9Nekt5OG14MjFScTNtYTllUG1Bd3ZpUmY3YzF0TjY2ZjcvZjBEdFZMdm5QblBqblpHZVhscFdlOTkwNGMxeTAvUDRkM04zVU5IZXRPZHJLeUNtdGNaL0JpTHlvc2VQSDhyd1h6UnB3NXZZZVh4V1JscFZNYkJmbTUxSWFxcWxiOTRubnB3NG5URHlPaXF5S2lxNlpNWFZUL0tDRmt6TGpadnJmQ3FDUkxXbHAybGF1WHFsb0ROM3o4NklhSDIweHhsc1NlL1ZkNzl2cXlJaVNkVHQrMjQ2eXVybEYxTlp0cTd1NngvaEIvMjYrbTFYeE5USnJac1Q0bEpWNUVSSVFsSWRsMEEvNG12SThJb3FMQXdVTW1OcGJwc05sVlFVRisxTHRrWWRGQU43ZSsvVWMrZlpIYXcyN1E5NzQ2aDhNNWNXeDd2MTdHWFd4VXU5bHFkTFBWMkxaNUNXLzhHclVVSSsrZjBxOHpPbGV1bU1yYmVmWEtpVG8zUEhsOFIrOGUrdDA3YTlwWUtZNGYwL25kMjREbVZCSVU2RmRlWGtwMUIrTi9IMTQ4LzJ2NnRQNDJIUlI2ZGRmcjJWWGJ0cU95NjhwcDJWOC9jdndpd2dObk9nM29aS1hZeDg2UXYyeXFtejQvdjJkM3g0L3BiRzBwYjlkZHQyc250WFVlenZ3Zi9zWlFuNkxhMnRxYnZtZWE4MFFBQUFBQXZ4akdmQUVBZ09CVlZWV3U5M0JPVDAvNnNjdFRVeFB5ODdJSklWOG14N2w1OFRJQ0JvTkpDR0ZKU0c3WWRJd1FNbSsrQjVXT1hiMTh2RTNianRRNW16Y3V2SHI1T0NIRXJ0ZVFOZXNPS2lnb2w1ZVhQbmw4VTVUQk9PbjlpR3F0eFZOZFhlMjYwdkhKNDV1RWtJR0R4dDI5YzRFUU1uMm15MW52UFZWVmxUczhWL0RPelB5VVNtMFVGdVpSRzZxcW12V0wvMGJucHI4ZmxaQ1VXckpzUzNKU1hPKyt3M2J2ZEwzaDJPL0E0UnY4STVMS3kwcDNiRnVocFcyd2UrOWxhbElucGJpb2NQT21SU2twOGJ3OTU4N3NrNVZWNkdrM3VPbEdZeFEydTRyYXFLMnBXVFIvVkNyZmZScVVuWjFSVWxMa2ZXbzNwNXJ0c25yWE4rOWZuLy9yeDlTR1pZY3VqWjBUL3pHS1dvNVRUVTI3d1M1Z0RBYWpvZXUrZ2MydW1qdDdLTlVDdjcxNUozRnhpWkRnNXo3bkRyeDhjZC83M0RORkpWVnFLY2FJOENEK3FhK0VrSTdXM2JuY1d0NmdQQjRPaDdOazBSZ3FXcVVHZ2tXK0Q0bDhIOUowR2JXMXRjRkJ6OTFkWjFBZmtobXpYSGlIdG0xWjZuTjJQeUhFdUlVWmxXYStEWDE5KzVaUGNQQ0xxNzRoL0xOMFh6ei9hOUg4a1J3T1I5K2dwWjVlaTdTMFJON1F3dXpNTkQyOS8wOWNQWFowMno2dk5WVDRxNnlrRmhmMy90cVZFNjlmUFR4eDZvRzJqbUVUZGJZMzc4UmdNS3VyMmNGQkRjenRCUUFBQUJBNEpGOEFBQ0I0WW1MaTh4YXNuVGExYjhhUGhsODhkY0l2T3YxdmY5SU5IVDUxM3g2UGtwSWkwellkZUR1dlhqNHVLU205WXRXT1ljT25VbnVvdnZJTUJsUG43NDMyaTRzL0wxazRKaWpRVDVUQmNGbTV3N1p6SHlyNTZtamRYZCtncGV2S2FkUnBEc01tMy9ROWs1RHdnZnJ5MDlmRkVOVTB0QnVvdUJrOXk5TlNFOHpiL0cxWnc3VnJabE90dmlaUDZISDQyQjFlR3l3SlNhbkwxd0pGNklsdHhLOEFBQ0FBU1VSQlZIVGVWTHZhMnRxYk44N3MzN00yTnplVEVOS24zM0FHZzNudnpzWDRqMUdMRjR4V1U5ZnVieitxZTQ4QlptMnN4Qm9mejhWTHZ0UTFkRmE3NzVudTJDODVLWTVPcDB0S3lmRFB4K1NoMDBXcFBPN3VuWXVTVWpMekZxejk1alBXa1p3Y1IyM3dtdGJYOStscnRxaWlxdkc5OTIrQzU5YmxnVytlaW9xS2J0dCt0aysvNFlTUTZLaTNNNXpzVTFNVFhKWlBQbjdxUVoybEdIbG16RnJadTg4d2gwRjFWems4ZG1RTEZYdE5jVnk4Y1BGR0VSR1JseS91dTYxeW9nYmYxYmQ0d1dnUk9wMVRYVjFkemFiMnJIYnpzdW5VaTlwK0UvQ0VpcjFHajUzbHRtWXZ0VE1pUEhEaXVHNVptV20rMTA1UGNmei9tTUh0VzVkeE9KenhFNXhYdXU2bTl0eTZlVzZONjR6YTJ0ck16UDlQMkh6dWQ0K0t2Y2FNbSsyeWFxZW9xR2pZVy85WjB3ZGtaYWE1cm5JNjQxTTN5K01uSmlhdXBhMmZsQmo3OFdQazk3ek5BQUFBQUw4SWtpOEFBUGd0cUd2b25EN3pPQ1VsM3NqWVZGWldnYi9IVUhMeVI0ZUJiYmhjcm9pSXlMVWJidzJOR20zclhsK2RBVTNpNHF4bExwNHhIOEpIajU2eHhtMG10Vk5HVnY2c3ozTjlnNWIvdjZxaERrY2ZQcnhidG5oOFdtcUNqbzdoaHMzSHpTMXN0MjFaU3Yza0x5K3ZiTk9wVjNUVVc1K3orMDNOTE4wOTlqOTdlcnU0cVBEVHB4UU5EVjFxcEJXTlJqTXlOS2wvMjZaUitaMlltRGlEd1N3dExXN1R4a3FVd1NDRUZPVG5VTGVWa1pFdkt5dmx2MFJHVnA2My9kenYzcjQ5YStKaTMvUDJaSDVLblR2Zm8zdVBnVHUycmNqTnpjektURHQ5Y3RmcGs3dEVSVVgxRFZxMU5qRlhVOU9Ta1pIWDBUSGtueVJZVVY1R2JjakxLNm1vYUhpZmUxWllrS2R2MFBLYlN3M3kxcVA4WHRTaWtDSWlJazMwZEMvOU92MVFYRnlpc1hPKzE4ZTR5Q3VYamhKQ0preWFUOFZlaEJBVFU0c2x5N2FzV3pNbktORHY2Wk5iZHIyR05QK0d4Y1dmVDUvY1JRaHAwYkxONHFXYnFROWs5eDRESElaTk9uTjZUNE9YS0NxcVNraElzdGxWbnpKVHFVRnQ1ODd1NzlGekVEVzVsVGRMVVpidkcyM1d4b3BPcDlmVTFDUit6VnVwZ1g3VWg4VEt1Z2R2NXhDSGlXRnYvYTlkT2NHYmpjdmxjbmR1ZHlHRWFHa2JyRnk5aS9wUHo5ekNkdGdJeHdzK0I5K0ZCVVJGaHBxYVdUYnhqRXBLYWttSnNhVWxSYi9iNnBNQUFBQUE2UE1GQUFDL0VWVTFyWTdXUFJUcXRkWStjbkFUMWIxcjBKQUozeFY3Tldqb3NDbnQydHVNSEc3MTdPbHRhazl4VWFIemJJZS83bDNtblZOL0hGTjVlZG5NYWZaNXVaa3pacTI4ZWlQVTNNS1d6YTY2ZnUwVU5UVHN6dTN6NVdXbDh2SkthdXJhdS9kY1lqTEZxSkFyTE5TZkVCTC9NWm9Rb3ExdDBPQ01QSjRWeXliMTc5MmlmKzhXMTY2ZTVPMmtFUm9oUkVWVmMrRGc4WVNRT1hQZHZNODk4ejczeks2M0E1V0w3ZGpsWTJ4c1dyL2FhMWRPakJocU9kOTVXRnpzZXcwTlhUZVBmWFBtdWxQejdOWjd6RzNicnVPZCs5R0xsbXhTVmxhbkx1RndPQi9qSW0vZE9IdjA4SllkbmlzT0g5ckVmOFA4L0d4cVEwRkJtY3EvREF4YmZUUGpTRXlJR1QyODQ1Wk5pK3MwWDJzT2F0Z2RsY3MwZGc2WGZEbFV5NjM5M3ZzMzVzcmw0OVFyamh3OW5YLy9nSUZqcVRGeFZ5NGYvNjRidm5oK3I2S2luR3BZeHAvRFV0L1pCcmw1N0x0K0srek8vZWlYL3BsVEhCY1RRbEtTUHk1Zk9wRXF6TTV1U010V2JkWFV0WHYzSFVaOTR4TGlQeng5Y292NmR2Qkc1MUZOMmFpZDU4OGQ0RzlMTjI3OG5KYXQyaW9wcVZKZlJvUUhKaWZGRVVLR2ozRGsvMCt2Yi84UjFFYUEvNU9tbjVIMjlibCs0QnNOQUFBQThHL0RtQzhBQVBpdFJVUUUzYnQ3a1Zvc2IvR1NMM0hNc2FQYmpJM05ldlFjK0YyM3FxMnRmZmIwOXBHRG0ySml3bWswbXE2ZU1iV1lZNHVXYmVKaTM3c3NtM1RsMHJGMUd3NDMyTldJeTYxZHRIU1RrWkdKa3JJYUZRT0ZCcitrUmtLSmkwdVl0ZWtRRVJGNDdNaldPWFBkcWJVZ3pkcDJlUHYydGIvL1kvdUJZeUxmQnhOQ1dyVnUzMkJWTlY5WEhtd3dDdUdGTzUwNzk3bDA0ZkR0V3o1ZHV2VW5oUGkvZmtRSWFkTzJJMi9wU1NvRUNRbCtmdmZPeFVjUHJsTnQwUzBzT284WTdkVGZmalNEd1ZqbjRVeWRkdVQ0WFdvTnZtblRsMDJZTk0vS1hKWmFLWkszQnVLa0tRdEdqNTNGWHdhdlNmL3lwUk9iLzRaL2pJc3NLaXE0NEhPUVUxM3Q1ckh2dTBZRHFhbHBVZCt5MHRKaTZVYVdRWlNVK0RJY3JLcXlvdmwzYmxwUTRETnFBUUhkdjA5MFpiRWs5UFJieE1aRXZBMTlWVnRiMjV6bWFKU295RkJxbzdWSnd4K0FKa2hLU2k5ZHZqVXU5bjJBLytOM1lRRkJiNTVaZDdKVFVsYTdjajI0c3JMaTRmMnJlNzNXaElXK3ByN1g5WW1MczNyMEhQVHM2ZTNnb09jT2c5cTJiV2R0UDNDTXc5QkpMVnEydVhJOW1IZGFSSGdRdGNFLzdKRWFla1p0eE1jM3NPb292L3pjTEVLSW5KeGk4OThXQUFBQWdGOEd5UmNBQVB5K2FtcHFOcTZkUncwa1dlWG1wYWlrU2kya2VQM0t5Y3pNMUVWTE4wOTFYTnljKzFTVWx4MC82bm50NmttcWo1aWF1dmJHemNmZlJ3VHYyZTFHQ0RseDZ1R2lCYU5EUTE2R0JMOFlQY0w2OExFN0RWWnkvY3JKOSsrRDZ4L0t5OHRhdm1RQ3RlMjF5elUvUDN2WkNrK2JUcjNPbk43ajkvUzIvK3RIWldVbGhKQk9uWHMzV0Z0eDhXZHFZLy9oR3lZbTVvU1FuWjR1M3FlOTZweG0yNldQakt6OG8wZStDektTcTluczJKZ0lRc2pnSWVONUoxUlhWNDhaYWMzclgwN0p5a28vc0hmZGdiM3JDQ0dGaFYvU3E5a3ovaitOa2NPcHBqYU1qRXdIREJxYm5wWWtyNkEwZDc1SG5WZlB6czZnTnVMaTNoY1hGVGJ5TmpmcXl1VmoxZFhzdFJzT056OFpNV3BoUm0wa0pjYTBiV2ZkNERteWNnclVSbk9XSUd5bXJNeDAzdEMyT3VUbGxhblBVbkZ4SWYrcUFrM2pyVy9BQzVLK2wvMkEwUUgrandraE4zelBXSGV5STRTRWhyeDBYZWxFOWRlWGtwTHAzbk5ncTFidFRoeno1R1dYUE9zM0hsMjJaQUxWclQ4aVBEQWlQUERBM3JXanhzeVk3ZXpHWW4yWklzb2IwTGR5K2VTL3pmUDlPb0Nyc0NDdmlmTEt5a3BTVXVQNXYyVUFBQUFBdnhVa1h3QUE4UHM2YzlvckppYWM2aGsvWU9BWWFpZUxKYkhUNjhMa0NUMTJiVitabWhMdjZyNlgzbEJicmpyMmVybFRHMTI2OXR1ODdaU2NuT0w3aUM4eGxxU1V6TUVqdDZaTTZCRVRFMTVXVnVLNVpWbWR4dmFFRUJrWnVTTW43czJkN1ZCY1ZLaWphMVJlWGthbENXM2JXZXZwdDZpb0tIdjA0RG9oUkZOTHY2TjFUeHFOWnRXeE8wdENzcVNrYU8yYU9ielhiYkN3NHVJdlFaS0N2Rkw5bzd6cFkweW0yS0JCNDg3N0hOeTFZNVdDZ2dvMW9zZCs0RmplbVF3R3czWE4zc2lJa080OUIrcnBHVi93T2JobDArTHM3SFJaV1FWeGNZbGFiaTAxNTY1TzJ5eGVEM1VKU2VrQmc4YXFxRFRjS3Y1RGRCZ2haUENRQ2RObnVoUVhGK3JydDVTU2xxVmlyRFd1TTIvNGVsTjNYclppMjRoUlR0LzhYalJINTg1OWFEUWFsOHNOOEgvU1dQSmxZTmlLMnNqS1NxdG1zeGxNWnAwVEFnT2UzcjkvZGRic1Zmd2o0NXIyWldCYVE4UFRlTEdkaU1pM1AyLy92K3Jyek5ubWZFb2JwSzFqUUcxUVBieWlvOFBtekJ4Y1dWa2hKaWErY01tbWthT2N4TVZaaEpCVEozWVNVamY1a3BWVE9IYnlyd0QveDFjdUhYdnVkNis2bWwxYVduenF4TTdBTjgrT24zcEFMWVBBcTFCSlNZMFhoL0ZyTUFma2VmTDRKdFdNek5xbTU0ODlJQUFBQU1DL0Nza1hBQUQ4cGhJVFlnN3VYMDhJTVRJMlhlMzJ0MTdnSnFZV3kxMDhOMjFZZVBYeThkeWNUOXQzbmFkKytHK0N1RGlyc3JKaXl0UkZTNVp2clQvdGpzV1MyTDN2OHJoUnRwOC81MGRIdjlYV2JXRENvNVNValBlNVo5VDJ3bmtqcWVsZCt3LzV5c2twbmo2MW0wcStYRmJ1Nk41akFOV1QzczV1eU4wN0YzS3lNd2doSGF5NnFhcHFObGhZYms0bWxhcklONVF2Y0d2LzM4RnE0cFFGbHk4ZGZmVGdPaFhCREJ2aEtDTWp4Myt5cFdVWFM4c3UxUGE0Q2M2ZE92ZFJWOWVtdWxPOUNYZ3kwMmtBSVdUNXl1M0RSemp5TGpsM1pwL24xbVdFa0tYTHR6WVdlMlZrSkZNRGx5d3NPOWVaRUJjYSt1cm1qVFBVdGxrYnF3WW5pdjRZTlhYdHpsMzZ2bnI1NE5yVmsxT25MV2x3M1VsbFpYVVZWYzJjN0F4T2RmV0hEMkgxQTdMbnorOWR1M0xDMXJaMzg1TXZkWFh0K1Bqb29zOE5yTHBZV0pCTENKR1FrR3BzOW1XRGVBUFRTa3VMbTM5Vmc2aWhiYnQzcks2c3JDQ0ViTjErcGxkdmh5Yk9UMHROQ0FwNmJ0ZHJTQ2ZiM3Axc2UrZmxabDI4Y1BqS3BXT0ZoWG5SVVcrUEhOcThkUGxXUW9qQzF5VUlGaTNkMUsvL3lPOHFpY1BoSER1eWxlcDJOM1RZNUgvMmZBQUFBQUQvQ3JSakFBQ0EzMUZsWllYTDhrbFZWWlZTVWpLNzlseXFQeFJsekxqWjFJLzl6LzN1T2M4YVV2NTE4Y0VHc1NRa2QzcGRuTDl3M1lKRkd4NC85STJLRE0zTHphcXErbHR6S0UxTlBmZTFCMmcwbXFHUlNSUGR4NmtlVzFSM2ZEbDV4WnUrWi8yZTNUMTZhRFBWSnFrN1grdXh3UTRUZU51VEppOW83Rzd2STRLb0xtQU5oanY4TGNPMXRQVEhqcDlEZGI5aVNVZzZ6VmplUkpHRUVEMDlZOTQ5TDE4OFNzVVRkZFlscEZxYlU0bFBZL2VKZkI5Q2JYVHUwcGQvZjNGUm9hdkxOQzZYS3lvcXVtTGxqbU1uLzJyUnNzMlVpVDNQbk41VFUxUFRkRzNOc1dqSkpnYURtWldadHNQVHBiRnordlFaU20wOGZIQ3R6cUh5OHJKN2R5NnlXQktOelROdGtLVlZOMExJNTgvNVdabHAvUHNyS3l1U2ttS3ArSTlLVGhtTUwwUE1hbXYvLzdEVU9meGF0R3hEYlNRbngvSHZqK2RiaExGcG56NmxVaHZ5Q2tyVjFkVWh3YzhKSVNvcUdrM0hYb1NRbXpmT3Jsc3poOWVmWGtsWmJkNkN0ZGR2aFZFdHpLZ1psRlNPL0tYNHhMckZwNlRFVDNmc0Z4cjZxckdYT0hwNE05VXN6Mm5HY3Q1cUNRQUFBQUMvRlNSZkFBRHcyeWtwS1ZxK1pIeHNUQVNOUnR1MDVhU2VubkdEcDdtdlBVQzFXd29KZnJGMDhiaW0xNVhyMnEzL2pGa3JLeXJMbHk0ZU4yNjByVjEzM2NNSE4xRmp3WGpUMFByMEhYYnd5SzJ0Mjg4MFhWN01oL0EyYmF6RXhWbkpTWEU3dDdzc21EdWNHczVqYU5pNm9DQ1hkOXJiME5lODdZcUtSb001S2xmcWFOMmp3YU4xVmkza2hRc01CcE1hTE5ZY2dRRlBIeis2UWExWFdLZEJWWExLUitwTlVGUnF0QXZWQzc5NzFNZzcvcEZUTlRVMUxpdW1mUHFVd21BdzkreS9Obkh5ZktyVGZFRkI3ZzdQRmVOR2RVcUliMjZ5MDVnV0xkdXNkdk1paEZ5NmNQanlwYU1ObmpONjdDeFJCb01RY3VYU3NiVFVCUDVEdTNldUxpaklIVEowTWpXbnI1bEdqSnhHYlZBTGQvTGN2M2VaR21rMWF2UU1hby9pMTZGU256SlNxSTJhbWhydlU3dXBiZDVndmE1ZCs0dUtpdGJKNXRMVGs2alpzbldHOVRYby90ZFZSNjF0ZWxaVWxGR3BZazN0MzdMRldyNmJUSm5ZYzhLWUxvUVFPWGtsUXNoTjM3OTluaFVWVmJwMnR5ZUUwTC9PMld6WDNrWkRRNWNRY3VuaWtmS3l2elhMMytlMUppalFyNlplK3pCS2dQOWphc0JYMTI3OVo4eGExZlJUQUFBQUFBZ0traThBQVBpTlpINUs5ZHJsT25pQTJYTy9lOVRQNURtNW4wNGUzN0YzdC91bURRdFhyWmc2MzNuWTFJbDJ3eDBzK3RnWkR1amI2dlBuZk9yQzF5OGY4S0tFSmtoTHkrNDljTDI5ZVNmZW5wNjlodkJQZnV6Y3BhK1JrY21YTHhxSjBxWk5YK1p6NmRYcndOdzFhdy93WC92NDBZMmhnOXBSQTJkT0h0OXg5UEFXM2lHMzFVNFh6eCtxZjZ1SThFQXFMT3RwTjdqQjErS1BSZnllM2VWMUt5c3VLcHcydFkvUHVRUDFtNXJYa1p6OGNhWExWQ28xbXptN2JqeVJuQmhMQ05IWGI5bll3b3NWRmVWK3orNFFRb1lNbmNUYldWMWR2Y1oxeHV1WEQwUVpqSjI3TDNUdDFwL2FyNnFtZGNyN3NiNUJ5NWlZOFBGamJHL2RPTnQwYmQ4MFlwVFRvaVdiQ0NHYk55eTg0SE93L2duNkJpMm5PUzJqNm5TYzB1Zld6WE9KQ1RHaG9hK1dMaDUzNmNKaEpTVTE1M251My9XS3JWcTNvN0t0NDhjOC8vb2FPVVdFQis3WTdrSUk2ZGJkdm1ldkw5K3A5dWEyMU1ibWpZdjhudDE5OU5CM3pzekJZVy85cVoxN3ZkeXRPeWl3MlZWS3ltckRoanNTUXZ5ZTNqbHlhSE54VWVISGoxSExGbytuZW1NUlF2cllHYXgxbjkxZ01Wd3U5NExQd1pjdjdsT1RiU2ROWGlBakkyZG8ySm9Ra3ArWGZlM0tDZXA3NGZmczdwaVIxbXgyRlRVQUxTTTlXWndsUVFpUmsxT2c4cW5kTzFmeklxMkNndHpYcng0U1FxaG0rVlFEc29WTE5sTDNkSjQxNUgxRWNEV2JuWjZXdUhiTm5JY1ByclZyYjlOZ0xQc3VMR0RKd3JFMU5UV1dIYnJ1OUxySVlEQys2MzBHQUFBQStHVm9UZitHL0tjek56ZlB5U204L3ppdUdlY0NBTUFmcDZBZ2QxQi9rMloyUkpLUmxWZFQwMHBOaWFjRzQ4eVo2elpuYnQyWVk4N013YTlmUFdTeEpLN2ZDdVB0NUhLNXExMGMzNFVGR0JtWmJQSDBscEt1T3labys5YmxUNS9jWWpDWW9lRWxEYjQwbTExMS90eUJRd2MyVkZTVVMwbkpqSjg0OThtakd3a0pId2dodzRaUEpZVDRYajlOelNPekh6Qm01L1l2ay9VNjJ2UjBudXR1WWRtWmR4L1hWVTYzYjU1cjA3YWp4N3FEM3FlOTJyVzNidFc2dmMrWmZYL2R1OHlTa0F3TUtWZ3diNFRmMHp2YU9vWno1M3U0cjU1ZVhjMGVQWGFXdFUzUEZVc25VR04vVkZRMCt0bVA3R2pkaytvdlZrZEk4SXZsU3lmbTUyV3pKQ1NQbmZpcmJUdnJ3SUNuc25LS3hpM002SFI2WE96N2tjTTZVRFd2MjNpa3dTZTlkdlhrdWpWelpHVGw3OTMvSUNNclg4MW12dzE5dFhlUHgvdUlJRkZSMGRWdWV6cGE5NmhpVjdHcktxdXFLcXZaVlZYc3F0VFVoTzFibDFGL3dWaTVldGY0aVhPYjg5MXN3c1h6aHp5M0xlZFVWMCtidm16aDRvMTFRam91bCt1NWRablAyZjExcnBLVFV6eDQ1SlpabXc3VWx3VUZ1Zk9kaDFQYjhSOGpLeXJLNlhTNmlZa0YxY3plWTkxQjNyUkVOcnRxNmFLeFZQYXFxYWtuSmk2ZW1CQkRDREczc0QxdytDYi9DRExuV1VOZXZYekEvNkttWnBicGFVbEZSUVh5OGtxS2lpcVhyZ1l5bU16eXN0TFpNd2U5Q3d2Z1AxTk5YWnVhVUttalkyalcxaW90TlRFalBZbUtRVFUxOVJRVVZRaVhtL0VwcFNBL2gvcW83L0s2U0NWUUljRXZaczhZUk9WYzB0S3lWVldWMUxhSWlBaHY1TmZNMmF2bUxWajc2c1Y5NTlsZlprU0tpWWxyYU9yU1JlaXBxUWxzZHBXdW52RzU4eTk0UGNnSUlVY09iVDZ3YjEyZDkxQkJVZVhDcGRmcUdqcDE5dCs2ZVc2OWh6T2JYV1UvWUxUSHVrTVNrbExOL21ZQ0FBQTBiTlJ3cTZySzRxU2tKRUVYQWtJSXlSY0FBUHhlamgzWnVtK1BCLzhlR28ybW9hRnJZTmhLUjlkSVQ4OVlRMU5QVTFOUFhVT0hhdjYxenNPWkd2eXllZHVwUVlQSDgxOTQ0dGoyUGJ2ZGZyZ1NHbzBXSGxWWloyZEpTZEgxcTZkOHp1Mm5Zb3N1WGZ1NWVlelQwTkRsY0RpblQrN2lqY2tpaEF3Y05HN051b01zbG9UM0tTOWUrRVVsSFRObXJYUVlOamtuNTlQQWZxMnJxOW5uTHJ4a01KZ1R4bmFoSWd5S2hvYnUvY2R4OCtZTWZmSDhMenFkWGxOVHcyU0tMVnk4Y2RLVUJWUjNzeFhMSmxaODdXNW1aR1RDSCswUlFvcUxQeC9hdi83QytVTzF0YlhhT29hNzkxeWlrcDBCL1ZxbnB5V3lKQ1NOamMxeWN6SXpNMU1iZk9zb0hBNW42S0MycWFrSksxYnRuRGhwSGlIa3hmTy81czBaMnZ6M2tNRmdQbmo4VVVsWnJmbVhOQ2cwOU5YcUZZNlptYW16blYyZDU2MnBmMEpJOEl2TEY0KytmZXRmV0pBcko2ZllyY2VBMlhOV3E2cHA4VTdJemtydlk5ZG9BLzdUWjUveUo1SmNMdmVtNzVucjEwNTlqSXVzNWRicTY3Y2M0akJ4OU5oWjFMeEZudkt5MGoxZTdvOGVYQzh1THRUUTFMVWZNR2JJMElrRCs3VmV1bnpiaEVuemVHdEJFa0txcWlwUG45eDErK2E1ckt4MFRTMjljZVBuVUIra25WNFhURXd0SGoyNHZuVHh1UHBWc1ZnU21scjZYYnIybXpoNVB2LzZBN0V4RVVlUGJBa05mbGxjWENnakk5K21YY2Zod3gxbDVPUTNyVitRa1pIY3VVdmY5UnVQU2tuSnZJOEluakMyQy84Tm1Vd3hUUzA5dTE1RHBrMWZYcjlQZjloYi83Tm45b2E5OVMvNm5DOHZyOXk1UzEvbmVlNzFGd2U0Yy92OGFoZEhDUW1wRmF0MjhLK1dBQUFBOEU4ZytZSi9ENUl2QUFENHZWUldWZ3l5TnkzSXorNWcxZDJtazEyNzl0YXRXNXMzTWFqa1kxemtxT0ZXcHFhVzNqNStkWUtKejUvelowNnpqNGtKTnpJMmJkbXliZk5yZVBmdVRVWjZFaUVrNk8xbmF0WEkydHBhLzFjUDc5NjUrUFRwcllyeU1qcWRidHU1ejh6WnE5cTF0NkV1eWN2Tk9ucGtLeldsVVYxZFo3WDdIdjVCV0RldWUyOVlONis2bWsxOU9YbnF3bVVyUEJmTkgvWDB5YTE1QzlaU2t4QUxDbkwzN2ZHZ1VqeENpUE84TmJPZFhha3hhOVIweU9VdW5scmFCcng3eHNkSEwxMDBOaWt4MW43Z21NbFRGcHFhV1ZMN0N3dnpMcDQvN0hOdWYzRlJvWlNVelBTWkxoTW56MmN5eGFpalVaR2h1M2FzQ2c1NnpydVBuSnppL1VkeERiN0RWeTRkMjdCdVhudnpUcWZPUE9GMVE1czB2bnY0dXplOGMwUkZSVlZVTkRVMGRkWFV0SlJWMUpWVk5CUVZWWlNVVkhkdVh4a2Q5WllRY3Y3U2E5N0FxMytpdkx6czlzMnpMQW1wSVE0VC8vbmQ0SWNkT2JTNXNySjg0cVQ1VGZTR0F3QUErRjVJdnVEZmcrUUxBQUIrTysvQ0FyUzFEWnIvYzNYayt4QjlnNWFTa3RMMUR4VVhGUjQ3c3RWNXZrZjkxU0dic0dyRjFMdDNMbGhZZEQ1eTRoNjFQR0oxZGJWZE41M3FhbmJiZHRiZHV0djN0eC9GUDQ3cDRQNzFwMC91cXF5c1VGZlhtVFo5NmJBUmpyeWtpU2ZzcmYrS1paTkVhQ0o3RDF4cjJhcHRSRVRReExGZCsvVWY2Ym56SFAvMHZZM3I1bCsvZHRMUmFkbmMrUjRpSWlMVHAvVVBldlBNcnRjUXIzMVg2dGRaV1ZseDZjS1JLWTZMZUh1T0h0NXk5UEFXTnJ0S1RrNXh5TkNKMDZZdlYxQlFybk1WbDh2ZHZYUDE2Wk83cU9aZjIzZjU4QTkzNHZuOE9YK3d2Um1YY0M5ZUNkRFMwdWZ0RHc1NlBtTmEveTVkKy9XMEc5ek92Sk91cm5HRFBaNUNnbDlNbTlKSFI4ZlE5OVk3QnBQWnZEY2VBQUFBL2xCSXZ1RGZnK1FMQUFDZ3JoUEh0aHNabTlicG5KV1JrYXlxcWxWbldCbmw0dmxEUVlGK0RzT21kT25hanpjMnFyNml6d1h4Q2RHV2xsOG1vTDBKZUdKcDJiVk9LcFNibTFsVlZjbExtdmJzZHJPeHNlTTFJLyttaFBnUGU3M2NCdzJaMEtQSHdDYnlKaTZYdThadHBvVmw1Lzcyb3h2TEJBc0tjbWRNNjcvQ1pYdjlWMDlQUytRZmZkYVl3SUNuaGtZbS8zeXFJd0FBQUFnOUpGL3c3MEh5QlFBQUFBMnJycTdHbW4wQUFBRHdDeUQ1Z24rUFNEUE9BUUFBZ0Q4UllpOEFBQUFBK0s5RDhnVUFBQUFBQUFBQUFNSUp5UmNBQUFBQUFBQUFBQWduSkY4QUFBQUFBQUFBQUNDY2tId0JBQUFBQUFBQUFJQndRdklGQUFBQUFBQUFBQURDQ2NrWEFBQUFBQUFBQUFBSUp5UmZBQUFBQUFBQUFBQWduSkI4QVFBQUFBQUFBQUNBY0VMeUJRQUFBQUFBQUFBQXdnbkpGd0FBQUFBQUFBQUFDQ2NrWHdBQUFBQUFBQUFBSUp5UWZBRUFBQUFBQUFBQWdIQkM4Z1VBQUFBQUFBQUFBTUlKeVJjQUFBQUFBQUFBQUFnbkpGOEFBQUFBQUFBQUFDQ2NrSHdCQUFBQUFBQUFBSUJ3RXYzMUw1bVQrMm5VY0t0Zi83b0FBQUFBQUFBQThCdEtUb3BUVjFjVGRCVWduSDUxOGhVV0ZxYXZyMTlWV2Z5TFgvZjN3ZjJLZjd1R0Q0ZkQ0VzFUcDlGb05CcU5SbTN3ZnlueUZaMU9GMm5jTDNpaTJxOXFhbXBxK2ZDK3BCNEVBQUFBQUFBQUJLTEJIOHA0UDVueS81dmFvSDdTcE5QcGpLOUVSVVZwZi9jVHkxTlhWeHM2ZE9oUHZDRUFEdzJSeEwra3RMUTBOemMzTHk4dkx5K3ZzTER3OCtmUCtmbjVSVVZGbno5L0x2eTdpb29LQ1FrSkdSa1pHUmtaZVhsNWFXbHBXVmxaV1ZsWkdSa1ozcjhsSlNXbHBhV2xwS1NrcEtSa1pHUWtKU1ZsWldXWlRLYWdueElBQUFBQUFBQitkMncydTZZUlZWVlZKZldVbDVkLy92eTV0TFMwc0xBdzk2dVNraEoxZFhWVlZWVjFkWFUxTlRWMWRYVURBd045ZlgwOVBUMTFkWFZCUHlKQW81QjgvUndGQlFWeGNYRWZQMzZNalkyTmo0K1BqWTNOejgrdi9vckQ0WEE0bk9ycWFqazVPVzF0YlYxZFhTMHRMVzF0YlQwOVBTMHRMVFUxTlJhTEpTb3FTcWZUUlVWRitUZCt3WWd0QUFBQUFBQUFnRHA0YzVMWWJEYjFnMjFsWldWeWNuSjhmSHhjWEZ4OGZIeFVWTlNuVDUvRXhjWEZ4Y1ZWVkZSc2JXMDdkZXBrYTJ0cllHQWc2Tm9CL2diSjE3ZFIvNFZUcXFxcUtpc3JjM0p5RWhNVGs1S1NFaE1UNCtQajQrUGpTMHBLeFA5T1VWRlJYMS9mME5CUVgxOWZVMU5UUTBORFcxdGJRa0pDMEU4REFBQUFBQUFBOEJQazVlVzllZk1tTURBd01EQXdQVDI5cEtTa3RMUlVXbHE2YytmT0F3WU1zTEt5a3BlWGw1T1RFeE1URTNTbDhFZEQ4dFdBek16TXVMaTQ5UFQwckt3c2FzWmlmbjUrd1ZmNStma2lJaUtxcXFwcWFtclV2OVhVMUZSVVZCVDVLQ2dvU0VsSkNmbzVBQUFBQUFBQUFINkZnb0tDdExTMGxKU1UxTlRVbUppWWlJaUk5UFIwVlZYVjFxMWJXMWxaZGUzYTFjek1UTkExd2g4S3lkY1gxZFhWL3Y3K1Q1OCtmZkxrU1hKeWNrVkZCVzlJcDRLQ2dwR1JrYkd4c2FHaFljdVdMVnUwYUtHc3JNemd3MlF5NlhTNm9KOEFBQUFBQUFBQVFQQXFLeXZMeTh1TGk0dERRa0o4Zkh5ZVAzL09aREwxOWZVWExsdzRmUGh3ZEt5R1grd1BUYjRxS3l1TGlvcUtpNHRUVTFOZnYzNzk0c1VMZjM5L1FnalZVVjVMUzZ0TGx5NXQyN1kxTWpJeU1EQ1FscFlXZEwwQUFBQUFBQUFBLzBsWldWbVhMMSsrY09GQ2NuS3lpb3JLN05tekJ3NGNxS21waVJFazhHdjhXY2xYWVdGaGNIQndTRWpJaHc4ZnFFWmQrZm41aG9hR3BxYW1wcWFtTFZxMDBOZlgxOWZYVjFOVEUzU2xBQUFBQUFBQUFNS2pxcW9xTEN6TXo4L3Y1czJicGFXbFE0Y09uVHAxcXFHaG9hRHJBdUgzUnlSZlZWVlZEeDgrdkhyMTZxdFhyd29MQzB0TFN4VVVGSHIwNk5HclY2OXUzYnJKeTh1eldDd0pDUW5relFBQUFBQUFBQUQvbnBxYW12ejgvQWNQSHJpN3U5UHA5QTBiTm93Wk13WS9qTU8vU2ppVEx3NkhVMWhZV0ZCUUVCSVNjdXZXcmJ0Mzd4SkNGQlFVMU5UVWV2ZnU3ZURnWUdscEtTb3FLdWd5QVFBQUFBQUFBUDVFaFlXRkhoNGUxNjVkbXoxNzlySmx5MWdzbHFBckFxRWxiTWxYZG5iMml4Y3ZIajkrSEJNVEV4MGR6V2F6TFMwdHJhMnQyN2R2YjJKaTBxcFZLd2FESWVnYUFRQUFBQUFBQVA1MEhBN242dFdyaXhZdG1qQmh3b1lOR3lRa0pBUmRFUWduNFJuM0ZCRVJjZmp3NFFjUEh1VG01cGFYbDV1YW1xNWF0V3I0OE9HeXNySlNVbElJdkFBQUFBQUFBQUIrSDZLaW9pTkhqa3hQVDkrNGNhT05qYzJvVWFNRVhSRUlwLy93bUM4dWwxdFFVSkNhbXZycTFhdXpaOCtHaDRjcktTbnA2ZWwxNmRKbDNMaHg3ZHUzRjNTQkFBQUFBQUFBQVBBTnBxYW1MVnUyOVBiMmxwYVdGblF0SUlUK3EyTytrcE9UYjk2OCtlVEprNUNRa1B6OC9KNDllNjVidDg3S3lzckN3a0plWGw3UTFRRUFBQUFBQUFCQXMvVHQyOWZYMS9maXhZdmp4bzJUa3BJU2REa2diUDU3WTc3eTgvTTNidHpvNit1Ym5aMnRxYW5wNk9nNGF0UW9GUlVWR1JrWkVSRVJRVmNIQUFBQUFBQUFBTjhoUER6Y3lja3BOalpXUjBkbno1NDl2WHYzRm5SRklGVCtNOGxYUVVGQlJFVEVKUHVOdndBQUlBQkpSRUZVMmJObkwxMjZwS1NrWkc1dVBtUEdqRDU5K3FDQkZ3QUFBQUFBQU1CL1dsVlZsYSt2Ny83OSsxTlNVcFl0V3pacjFpeHhjWEZCRndWQzRqK1FmR1ZtWnQ2NGNlUEJnd2YrL3Y1YVdsb09EZzU5K3ZTeHRMUVVFeE1UZEdrQUFBQUFBQUFBOEhQazUrY2ZPblRJeTh0cjBhSkZMaTR1R09rQ1A4WHZubndkUFhwMDA2Wk5tWm1aaG9hR25wNmVQWHIwa0pTVXhLeEdBQUFBQUFBQUFPRlRVMU16YytiTTI3ZHYzN2h4dzliV1Z0RGxnREQ0VFNPazNOemNjK2ZPdFd2WHpzWEZwWFhyMWxldlh2M3c0Y1Bnd1lPbHBhVVJld0VBQUFBQUFBQUlKVHFkUG5QbXpPTGk0dURnWUVIWEFrTGl0MXZic2J5OC9NNmRPMmZPbkFrSkNlblJvOGVhTld2czdPeXdYQ01BQUFBQUFBREFuNkN5c3BKR28ySFVDL3dzdjFmeWxacWE2dWpvK1ByMWF5TWpvNXMzYjVxYm16T1pURUVYQlFBQUFBQUFBQUMvQW9mRDJiWnRtNVNVbExXMXRhQnJBU0h4dTJTb09UazVodzRkTWpjMy8vVHAwK2JObThQQ3dxeXRyUkY3QVFBQUFBQUFBUHdoeXN2TFBUMDlYNzU4T1d6WXNJNGRPd3E2SEJBU3Y4V1lyOURRMEkwYk43NTY5V3JhdEdtT2pvNnRXclhDc0VZQUFBQUFBQUNBUDBkQlFjSDY5ZXU5dmIwZEhCdzhQVDBGWFE0SUQ4RW5YeWRPbkZpNGNLR2VudDdkdTNjdExTM3BkTHFnS3dJQUFBQUFBQUNBWHljb0tHakdqQmx4Y1hIejVzM3o4UENRa3BJU2RFVWdQQVNaZkpXV2xucDVlZTNhdGF0VHAwNEhEeDQwTmpZV1lERUFBQUFBQUFBQThDdFZWbForL1BqeDNMbHozdDdlK3ZyNjU4K2ZIelpzbUtDTEFtRkQ0M0s1QW5uaHlzcktCUXNXM0x0M2I5YXNXZlBuejVlVGt4TklHUUFBQUFBQUFBRHc2L241K2ZuNCtOeS9mMTlYVjlmUjBkSEJ3VUZKU1VuUVJZRVFFc3lZcjVxYW12bno1L3Y0K0d6ZHVuWE9uRGtNQmtNZ1pRQUFBQUFBQUFEQXIxUmJXeHNRRUxCcTFhclEwRkJOVGMxOSsvYjE3ZHVYeFdMUmFEUkJsd2JDU1FESlYyMXRyYmUzOS9YcjEyZk9uSW5ZQ3dBQUFBQUFBRUM0MWRiVzV1VGtwS2Ftdm56NTh0YXRXM0Z4Y1NZbUpnY09IQmcyYkppc3JLeWdxd01oSjREWmprbEpTUU1IRHV6UW9jT1JJMGRZTE5ZdmZuVUFBQUFBQUFBQStEWEt5c3FlUFh0Mi8vNzlkKy9lSlNZbUdoa1pEUjQ4dUZPblRwYVdsZ2dFNE5jUXdKaXZuVHQzaW9tSnJWMjdGcDl5QUFBQUFBQUFBT0ZUVzFzYkhoN3U0K056N3R5NTR1SmlHbzAyYXRTb0hUdDJ0R3ZYVGt4TVRFUkVSTkFGd2gva1Z5ZGZLU2twM3Q3ZWJtNXVlbnA2di9pbEFRQUFBQUFBQU9EZlVGeGNuSm1abVo2ZS91SERoMWV2WHIxNjlZckQ0V2hyYS9mdDI5ZmUzbjdBZ0FHWTFRaUM4cXVUcjRzWEx6SVlERnRiVzBTOEFBQUFBQUFBQVA5ZGxaV1ZzYkd4TVRFeElTRWhjWEZ4cWFtcDZlbnBxcXFxSFRwMGNIVjFOVFkyTmpRMDFOWFZ4WS8vSUZpL092bDYrL1l0aThVeU1ERDR4YThMQUFBQUFBQUFBUC9jWDMvOTlmTGxTMzkvLy9Ed2NBNkh3K0Z3YURTYW5aM2RqQmt6Qmc0Y3FLU2t4R0F3R0F3RzFtcUUzOFN2N25EZnNXUEgzTnpjaElRRWhMNEFBQUFBQUFBQS95MW56NTZkTm0yYW9hR2hwcWFtcnE2dWxaV1ZwYVdsdWJrNWc4RVFkR2tBRGZ2Vlk3NnFxNnNKSVlpOUFBQUFBQUFBQVA1enlzdkxKU1VsM2QzZEJ3d1lJQzh2TCtoeUFMNE5DUlFBQUFBQUFBQUFOQXVYeTZYVDZSb2FHb2k5NEw4Q3lSY0FBQUFBQUFBQUFBZ25KRjhBQUFBQUFBQUFBQ0Nja0h3QkFBQUFBQUFBQUlCd1F2SUZBQUFBQUFBQUFBRENDY2tYQUFBQUFBQUFBQUFJSnlSZkFBQUFBQUFBQUFBZ25KQjhBUUFBQUFBQUFBQ0FjRUx5QlFBQUFBQUFBQUFBd2duSkZ3QUFBQUFBQUFBQUNDY2tYd0FBQUFBQUFBQUFJSnlRZkFFQUFBQUFBQUFBZ0hCQzhnVUFBQUFBQUFBQUFNSUp5UmNBQUFBQUFBQUFBQWduSkY4QUFBQUFBQUFBQUNDY2tId0JBQUFBQUFBQUFJQndRdklGQUFBQUFBQUFBQURDQ2NrWEFBQUFBQUFBQUFBSUp5UmZBQUFBQUFBQUFBQWduSkI4QVFBQUFBQUFBQUNBY0VMeUJRQUFBQUFBQUFBQXdnbkpGd0FBQUFBQUFBQUFDQ2NrWHdBQUFBQUFBQUFBSUp5UWZBRUFBQUFBQUFBQWdIQVNGWFFCOE1mWnZuMzcrZlBuQlYwRkFQd3BaR1ZsMTYxYjE3MTdkMEVYQXZDSGNuRnh1WHo1c3FDckFBRGhvYWlvZU9IQ0JXTmpZMEVYQWdEL0dVaSs0RmU3ZCs5ZWVIaTRvcEsyb0FzQkFPRlhXOHNwalk1KzkrNGRraThBUVhuNDhHRmFlb2FXVml0QkZ3SUF3cUNzOUhOQndjZUVoQVFrWHdEUWZFaStRQUJZTEptOVI2SUVYUVVBQ0wrODNQUmw4OXNKdWdxQVA1Mjh2UHFXWGY2Q3JnSUFoTUdyNTVmT25Wb2k2Q29BNEQ4R2ZiNEFBQUFBQUFBQUFFQTRJZmtDQUFBQUFBQUFBQURoaE9RTEFBQUFBQUFBQUFDRUU1SXZBQUFBQUFBQUFBQVFUa2krQUFBQUFBQUFBQUJBT0NINUFnQUFBQUFBQUFBQTRZVGtDd0FBQUFBQUFBQUFoQk9TTHdBQUFBQUFBQUFBRUU1SXZnQUFBQUFBQUFBQVFEZ2grUUlBQUFBQUFBQUFBT0dFNUFzQUFBQUFBQUFBQUlRVGtpOEFBQUFBQUFBQUFCQk9TTDRBQUFBQUFBQUFBRUE0SWZrQ0FBQUFBQUFBQUFEaGhPUUxBQUFBQUFBQUFBQ0VFNUl2QUFBQUFBQUFBUGgzVlZaV1ZsUlVDTG9LK0JPSkNyb0FBQUFBQUFBQUFCQkNYQzQzTFMwdExTMHRPVGs1TGk2dVJZc1dFeVpNRUhSUjhNZEI4Z1VBQUFBQUFBQUFQdzJYeXcwTEMzdno1azFRVUZCK2ZuNUpTVWxwYVNtWHk1MCtmYnFnUzRNL0VaSXZBQUFBQUFBQUFQaHhiRGE3b3FLaXJLd3NMQ3pzNWN1WHIxKy9MaTh2cHc1eHVWeHFnMGFqeWNqSUNMUk0rRU1oK1FJQUFBQUFBQUNBNzhQbGNsTlRVek15TWo1OStwU1ltQmdiR3hzVEUxTlpXY2s3U3FWZC9KZElTa29LcUZqNG95SDVBZ0FBQUFBQUFJQm1xYW1wWVRLWmp4OC92bnIxYWtwS1NsbFpXVmxaV1UxTkRmL3dMbjQwR28zTDVWSVJtTFMwdENCS2hqOGRraThBQUFBQUFBQUFhQllPaHlNbUpoWWVIbDVVVkZSL1NtUDljVjQ4WEM3WHpjM3QwS0ZEdXJxNit2cjZPam82dXJxNnlzcktUQ1pUVEV5TSt2ZXZlZ2o0c3lENUFnQUFBQUFBQUlCbUVSTVRLeWtwY1haMkZoVVZEUWdJaUlpSVNFNU9wZ1oyVVNmd1JualZRYVBSMkd4MlVsSlNVbEtTbjU4ZjcyNUtTa3FhbXByYTJ0cDZlbm9xS2lvcUtpcXFxcXBLU2twME92M1hQaGtJTFNSZkFBQUFBQUFBQVBBZFdDeFd6NTQ5dTNYcjl1blRwL2Z2My92NitrWkhSM000SE9vb2YxZDczaVhTMHRKejVzeFJWRlRNenM3T3pNek16TXpNeWNuSnlzckt5TWpJeU1nSUNnb2loRWhKU1VsTFMwdExTeXNvS0JnWkdiVnMyYkoxNjlaYVdsb01Ca05BRHdyQ0FNa1hBQUFBQUFBQUFIdzNjWEZ4QXdNREF3T0R3WU1IUjBaR2VudDdoNGVIbDVTVThDSXcvaFNNeFdLMWJkdTJkZXZXZFc1U1ZsYjI5dTNic0xDd2tKQ1FuSnljc3JLeXdzTENqeDgvdm5uemhqcEJRVUdoVTZkT2RuWjJKaVlta3BLUzR1TGlHQTRHM3dYSkZ3QUFBQUFBQUFEOE9CRVJrYlp0Mis3WXNTTWhJZUhWcTFjaElTR1JrWkVsSlNYODV6Q1p6QWFIYmtsS1NuYnQyclZyMTY2RWtQejgvT1RrNU9UazVKU1VsRStmUG1WbVptWmxaUlVXRnQ2OWUvZmV2WHNxS2lvbUppWW1KaWJHeHNZR0JnYnE2dW9pSWlLLzhDbmh2d3JKRndBQUFBQUFBQUQ4VXpRYXpjakl5TkRRY01pUUlZbUppWDUrZnJkdjN5NHRMYVdPTXBsTUpwUFo5QjBVRlJVVkZSVXRMUzFyYTJ0TFMwdUxpNHVMaW9xU2twSUNBd09EZ29LeXM3T3pzN09mUDM4dUl5TkRkUWV6dHJidTJyV3Job2JHTDNrKytLOUM4Z1VBQUFBQUFBQUFQd2VOUmxOUVVGQlFVT2pRb2NQQ2hRc3ZYNzU4NjlhdHJLd3NhZ0hIWnQ1RVJFUkVSa1pHUmtaR1MwdkwxTlIwMEtCQkhBNG5QRHo4MGFOSGdZR0JSVVZGeWNuSjhmSHh6NTgvOS9UMGJOZXUzYmh4NDh6TnphV2xwYkZBSk5TSDVBc0FBQUFBQUFBQWZqNEdnekZod29TaFE0ZUdoSVJrWldWSlNrcis4SzFFUlVVdExTMHRMUzByS2lvK2ZQZ1FHUmtaRnhlWG1KaVlsSlFVSGg0ZUhoNnVwNmRuWTJOallXRmhabWFtcXFyNlU1OEQvdHVRZkFFQUFBQUFBQURBdjBWU1VySjc5KzYxdGJYOFN6MytNQmFMWldGaFlXRmhVVkZSa1plWGw1MmQvZVRKa3lkUG5sRGR3ZTdldmF1dXJ0NmhRNGRCZ3dZWkd4dWpFUmdnK1FJQUFBQUFBQUNBZjkxUEQ2RllMSmEydHJhMnRuYUhEaDNtelp2MzZORWpYMS9mMU5UVWhJU0V1TGk0Q3hjdW1KcWFqaDA3MXRMU1VsWldGck1nLzJSSXZnQUFBQUFBQUFEZ1AweFNVbkxvMEtIMjl2WlJVVkZ2M3J3SkN3dUxqWTJOakl4Y3MyYU5wcWFtalkyTmpZMk5wYVdsdExTMG9Dc0ZBVUR5QlFBQUFBQUFBQUQvZVdKaVloWVdGdWJtNWprNU9jbkp5YytmUDMvdzRFRmFXbHBhV3RyRGh3L056TXhHalJyVnBVdVhuekxwRXY1RGtId0JBQUFBQUFBQWdKQ2cwV2lxcXFxcXFxclcxdGJPenM2WExsMjZjZU5HWGw3ZTY5ZXZYNzkrYldwcU9uZnVYRk5UVXlrcEtVRlhDcjhJa2k4QUFBQUFBQUFBRUVKU1VsSk9UazZEQnc5Ky9QaXhuNTlmUkVSRVZGVFVraVZMT25iczJMdDNieHNiRzBWRlJVSFhDUDg2SkY4QUFBQUFBQUFBSUxSVVZGVEdqUnZYdTNmdjZPam9peGN2aG9hR3ZuanhJaVFreE5qWTJNSEJZY0NBQVF3R1E5QTF3cjhJeVJjQUFBQUFBQUFBQ0RNYWphYWlvcUtpb3RLMWE5ZVhMMS91Mzc4L0l5TWpQRHc4UER6Y3g4ZG41Y3FWYmR1MkZSVkZRaUtjOEgwRkFBQUFBQUFBZ0Q4Q25VN3YwYU9IcmExdFFFREFvMGVQQWdNREV4SVNGaTFhMUxkdjN3RURCclJwMHdianY0UVBraThBQUFBQUFBQUErSU13bWN6dTNidGJXbG9tSnlkZnZuejU0Y09IdnI2K0FRRUJQWHYybkRGamhxeXNyS0FMaEo5SlJOQUZBQUFBQUFBQUFBRDhhbEpTVW1abVpoNGVIcDZlbnFxcXFqazVPUmN1WEJnNWN1VGp4NC9aYkxhZ3E0T2ZCbU8rQUFBQUFBQUFBT0FQUmFmVHUzWHIxcVpObTJ2WHJqMTY5Q2doSWNIVjFkWGEydHJCd2FGcjE2NU1KbFBRQmNJL2hlUUxBQUFBQUFBQUFQNW84dkx5am82T2RuWjJWNjlldlhidDJ1dlhyNk9pb2pwMDZPRGs1TlNpUlF0QlZ3Zi9DR1k3QWdBQUFBQUFBTUNmams2bkd4Z1lyRml4NHRTcFUyWm1acVdscFk4ZlA1NDFhOWFEQnc4NEhJNmdxNE1maCtRTEFBQUFBQUFBQU9BTEV4T1QvZnYzTDErK3ZFMmJOdVhsNVc1dWJoczJiSWlOamEydHJSVjBhZkFqa0h3QndFL0Q0VlQvazh1NVhHN1I1NXltL3ppcHFDajVKeThCQUFBQUFBRHdUZExTMGlOSGp0eTRjZVBFaVJPWlRPYTllL2RjWFYyZlBuMHE2THJnUjZEUEY4QWZpbDFWRVJzVElDdW5LaWVuS2kyalNLUFJhbXRyUDBTOWxKTlhrNWRYazVEODduVjhVMU9pMXJqME5HcGgxZHEwU3l1VHpzWXRySmhpck8rNlEzVjExWnhwaGlJaWRCbFpaV3ZiWVZPY1BPdWZzMyszVTJIK3A1NjlwL1RzTTFWVWxOSDhtMTg0NHk0cEpTOHJwNkt1WWRTaWxVM1RKMGRHK0RFWVl2SUs2dklLNmd5R0dHOC9wNW90eXZoYmgwdE9OVHMzTjBWZHc3aXhFd2doSDJPRDlBM2ExOThQQUFBQUFBQy9NeTB0cmZuejU3ZHIxMjdkdW5YSnlja3VMaTRqUjQ2Y1AzKytsSlNVb0V1RDc0RGtDK0FQVlZKU3NHV2RBN1U5WXN6cUVXTldjVGpzVFI2RHFEMERoeXlZTUhYVGQ5M3cvcDJEYkhaRmRPU0w2TWdYOW9QbktTbHJxNnJwODUvd01UWlFSYzFBVmxhNTZmdlUxdGFVbFJZMkdIc1JRc1pQM3JCaVVjZFR4NWE4Zkg1aHRjY3RjVmFqZitTd3F5cGNWM1F6YTlPam5YbnYxbVpkSDk0L1ZsVlpSZ2haNFhidG04OXk0ZXlhcElRd1FvaGRuNm5UNSt6ajdUOTZjQzZiWGRHcnI1TloyeDVVVm5qQXl5a3M5TUdFS1p2NjJNOGdoUGhlOVl5TGVkT3p6MVFyNjhGVVpCWVo0ZWU1Y1lTdVhwc0Z5N3lWVlhTLytkSUFBQUIvdU9ycUt2NWZPMUhTMDJLMHRGdng3N2wrWlZ2Q3g5Q09Ob010T2d5UWxsSDg0WmM3dEhkV2JrNnlySnlxckp4S3o5NVRkUFhhL1BDdEFFQllkZXZXN2RTcFU2ZFBuMzcwNk5IMTY5ZVRrcEttVEpsaWEydExvOUVFWFJvMEM1SXZBQ0NEaHkydXMyZm9xT1hmZFllc3pJU1h6eTlRMjFiV2d5YzVicWx6d3FzWGw0N3VkMVpXMVhWZGUwZEJVZU9IUzlYVWF0bXlsVTFNdEg5OFhQRGpCOGNIRFYzVTJKa3B5UkVaYVRFWmFURXZudmtNSDcyU3Q3KzlSZC82SjErL3ZEVXJNMEZXVGxWRHMwWFAzcE41KzhkTVdNdC9XZzJuT2lqZ1psREFUVzFkVXpFeENTNlhtNWp3bGx0YmUrcllrcGdQL3ZNV24rUnlhNlBlUDQ5Ni8xeEZWVjlHVm9rUWtwK1h6dUd3RStKRFZ5L3RzbXoxNVphdE8vM3dzd01BQVB3SmJsM2ZGUjM1b2xmZmFSMXRIS2dSMDlTdmtTdzdEcHcxOXlEdmwxNWh3WDhseEllR2hmd2xLNmN5dzNtL1JRZjdIM3U1dk56VW1HaC9Rb2hkWDBjdDdkWS85VkVBUUhqbzZPZ3NYcnpZMnRwNng0NGRvYUdoS1NrcC9mdjNuelZybG9TRWhLQkxnMjlEOGdVQVA4SEZjeDQxWDV0OGZmcjBjYzFLTy82anRiVTFpZkZ2Q1NHWkdSL1h1L1YzWFhmN3UwWS9uVDIxaWo5S2E5SEtodm9iYWxWVk9XL25uWnQ3ckt5SDhJOHlTNGgvUzIwTUhyNWtvTU9DcTVjMjg5OHpJejMyeVA0NTg1ZWNWbGJSSVlRa0piNExEYnBMQ05tMDQyVnpTcHEzK0tTMmpna2haUHBFcmZMeUlpYVROWFhHRHY3ZitZd2N1N3BMOTdIVVg5OHZudk1naEhUcU90TFF1RVB6bnhvQUFPQlB4ZjBROWVwRDFDczkvWFlzQ1dsQ1NHNU9Lb2ZERHZUM1RVK045dGo4U0VwS3ZyUzBNREV4akRyYmFkWWVLdmJLejB2M2YzbGwwTkJGUHpZS1ExRlJpMDdIRDBjQTBDaHBhZWwrL2ZwWldGaXNXclVxSWlMQ3g4Y25KU1ZsNWNxVmFtcHFnaTROdmdIL2N3ZUFmeW8wNkc1UXdFMUNpSUtpcHNlbUIzVlNMUzZYdTNQcldONlhES1pZWk1Sei9uRlZEYXFwNFp3OXRYTGNwUFZNSmlzbzRJYWhzYVdjbkNwMVNGRkpXMHBLUVp3bHFhdlhOanJ5SlNFay9PM0QyemU4N3Q4NTVMYnVqcHFHRVhVYWxiWEp5YXZaRDNLdWMvUGFtcHJEZTJjbHhJZTZyK2krZE5WRjQ1Yld2RVBxNmtZLzhBN1FSRVNrcGI4eHowSkpTZnU3R3BNQkFBRDhBa3ZtbW1kbHhtdnJtR3p6Q216c25QQ3d4OXMyREd2d2tKaVlCSXNscmFwdVlHQm8wYW5MQ0tNV1ZyeERsODZ0dlhsOVo0TlhqWjdnTVhURXNtL1dObWZoVWVyM1RIZHU3am52N1VZSTZUL1FXVXBLbmhBUzhPb2F0N2FXRUNJdG82aWgxU0lyTTZHMHRIRHZqaWw1dWFucGFURXo1eDVBaGdVQS94SmxaZVh0MjdkZnYzNzk2dFdyTDErK1RFcEttak5uVHMrZVBjWEU2azdUaHQ4SC9rZ0ErQ1BVMUhCKzdLK0FaV1dmSlNYbG1qaWh1Q2p2NU5IRmhCQWxaUjFwYVlXeTBzOTFrcThyRnphOERiNUhiZXZwdDNQYmNFOUNRdWFicjN2MzV0Nkg5NDVrcE1WMDd6VXBQeS85NWJQelJpMytQMkNxMzhCWjFIeEc2c3QzWVk4SUlRWDVHZXZkK20vWkhVQzFFcVBHaGFtbzZubHVIRUVJWWJNcnFKTTN1TnNUUXBoaXJOYW1YUWdoZjkwNWFHaHMxVWdWQUFBQXdpd2wrWDFXWmp3aEpDMDFPaTAxbW9xWjZtdG4zdnZZMmJUUGhkbEg5anZIeHdWUk85ZHZlNmFtYmxoV1doZ2ZGM0xuaHRkZmR3NzhkZWVBbGMyUTJmTVBzMWpTaEpBeEU5Y09kRmp3dVREYmRYblg2dW9xUW9pa2xMekhwb2R5OHFwVWV2VURWTDRPN243NjhDUzEwYkoxSjk4cm5vU1FqTFNZdk54VVFzaEx2L05jTHRkNTRWSCtDeHZzSGRZY3IxOWN0cllkaHQ5ZEFRQS9lWG41S1ZPbVdGbFo3ZHExNi8zNzkxdTNiazFNVEhSMGRHU3h2bStCTC9obGtId0IvQkhPbjNIdmFEUGtCNXBNSGRnOVBTc3p3YWJ6TUJ2YjRUcDZabldPMXRiVTdOczF0YkFnczIzN1huTVhuMGo0R0xyT3JkOFVKODl1UFNlS2lJZ1FRbTVjM1g3ajZuYnFaRlYxUTVjMXZ2VmpyOExDck4zYnhsT2p3Nmc5SEE3NzJ1VXRoQkNxWnhZMXczSFlxQlUrcDEwN1dBK2ludUp0OEQwRlJVMGR2VFlpSWlKdmcvOGloQmdZV1N4YmRabUt2VExTWS9OeVUzdjNjNW8yeTR1NnArTjROYXJEdmZ1R3YzN29MUVFBQUJBMmdmNit2TzJBVjFlMXg2OXA3RXhKU1RsSlNUbHBhUVhlSGlrcGVlb2ZWVFVESzVzaFc5Yzd4RVQ3QjcrNVZWNVd0SHJ0YldxK29aUzBncFMwZ2doZGxGUlhFVUtZVFBFNlhlcC9UT3lIZ0pUazk0U1FYbjJuT2MzZVErMTBYOUdEMnVqU2ZkenNlWWZxWFBMdzNwSGd3TnU5K2s2enRoM0daSW8zODRWdVhOdHgyV2Zkby92SEZpNC9LeStQMlV3QThIK2lvcUp0MjdiZHVYUG5talZyZ29PRFQ1dzRrWitmdjN6NWNuSHg1djRmQm40bEpGOEFmNFRPM1VadmNMZDNjYnZleXNTMitWZlYxdFRFeGdSVWxCZmZ1THI5cGQrRktVN2JPMWdQNGovaDlQR2wwWkV2SEVZc0d6WE9YVVJFcEwxRjM4RkRGeDA5TVBmdXpiM0RScStNREgvbTkrUU1kYVpwbSs3emxweHFjR0ZIZVhtMTlWdWZFa0xZN01xcFk1VUpJYUtpVE8rTHVZU1Fvd2VjL1o2Y0pZUW9LS29uZkF5OWUydnYzVnQ3VzdTeWNSaXhWRUZKYTZQN0FLWVlxMGV2U2FtcFVTWm0zWmFzdk1DTDFkNjh2dGEyZmEvSlR0dWJlTHI3ZHc4cEtHaDA3T1RRL0RlRTU4aitPV0ppRW9TUXlzclNCays0Y1hYN3M4ZmVWTStSSDdnL0FBREFMeEFVY05QUXlESWhQcFFRRXZENit1akdreThLOVdzdENwMysvMkZRVEtiNGxPazdWaTJ4cFg1cjllYjE5VTVkUnZCZFJhOS95VDl4K2Z4NlFnaURLVzdUZVRpMTUxM29BK29wV0N6cGNaUFhpOURwZFM3aEVtNWN6SnU0bURkblQ2NVUwekRrUDVTUkZrTnRQSGw0TWl6MC92OHY0WElUNDBNSklYRXhiMXlYZGxtdzdNeDMvU1VLQVA0RWlvcUtPM2Z1UEhMa3lNMmJOMi9jdUpHYW1ycHc0VUlURXhQKy8xdkM3d0RKRjhBZndjRFFYRlZWZjllMmNadTJ2MmgrZC9tUGNVRVY1Y1hVOXV6NWgwM2JkT2MvZXVHTWUzVGt5OVZyYi9Qdkh6NTZKVk9NZGQ3YmJmOHVSOTdPQVVQbWo1KzBvZjVmUTcrcGM3Y3g3MElmcXFvYmRPdzA5T1RoTDhzNEtxdm9xcW9hYUdpMVdMTHl3cFoxUTZneFpmYURuUGxIazhuSUtDOWRkYW1KdVFudnc1K2VPN1dxdHJhbTM4QTVFNlpzK3Q3Q1pzMDdSRTBKbVRsWnQ2YVdJeSt2bHArWHJxaWt4VHVoblhtZm9hT1dTMHNyOGpyY1MvN296QTRBQUlCL1EycEtGSjB1T21UNDB0MmU0d2toMlprSmlmRnZEWXdzbXJpRWwyRVJRdXAwVWREVmE2T2dxRm1RbjBFSUNRendiVGo1K2hsekJzTkM3MytJZXRYT3ZNK284ZTZlRzRhdldudExWVlgvMUxHbDFOSGhvMWMyUFRqTHVHWEg1YTVYK1Bkc2NMZi9FUFdLR2tFMmJOUUsva05yVnRyRnh3VVRRcFJVZEgrc2F6NEFDRDF4Y1hGbloyZFRVOVB0MjdlSGhZVzV1cm91Vzdhc2E5ZXVncTRML2diSkY4Q2ZvbHZQOGVkT3I5NjFiZnlHYlg3TmJGY1I4VC8yN2p1dXFycUI0L2p2WHU1bEl3Z0lDQW9DSWpoQVVISGozaFBOdlhLbFZxN0tuV1ptYVdxYVQybXB1Vk16Ujg1Y3VUVVJOemhRa1p3Z1M1Rzk3MzMrT0hZalZNTEZZWHplL3p5SE03K1gxL05LL2Q3ZjczY3VIWkkycWxUenkxVjdiZjExbHJXTjA5Y0xBcVRYamV2RVA0bU9pYnFyVk9wcE5ObTZuZnQyL3hCMDRZQmpCVStuQ3A3bG5hcFlsTFl6TlMxdGFtWXByUU9TaDZxZWpYOVllVXQ2OStLcGs1dUZFQlVyMVI3MjRXSnBxWTRxMWZ4NkQ1aTVidFZrSWNUQ2VmMm16L3Fqb2xzdDZRMVFKNDc5Y3VMWUx6bHZwVnZuUzNydlpITHlFMHNyQjJsNWZ0M2ErZm5rN09walVmcnBKVXRXMzU3NzVUdkJsdzZPSGw3RjFjM1h5N3ZaOUs4T0hEMzA4OTdkaTQ4ZldUOTUrZzVQNzJhVzFnNVdWdVhjUGVxKzFGTUFBSGlyemdSc3IxM1B2M3FObGtaR1pxbXBpZEt5OFhrM1g0cC9qZm5LL2U4STZ6TGxwZVlyNnVGZi83cnE3ODVJVC9seTM0R3RYVEhCME1nMDV3MVRVeExXci9tMGdWK1A0U04vVktuMXZYeGFmdkZwNjRxVmZHT2k3d29oNnRUdjBxN1RxSmQ2UkQ0MWFOVGpGWmFNQUZCQ3FOWHFGaTFhdUxpNGpCbzFLanc4L0tPUFB2cm9vNDk2OU9paFZyTkVZR0ZCOHdXVUZMNTFPNjliUGVYdTdlQTlPNy92MVBYai9GeWlXNW0rVjc4WnVRNjkwM05LcmoyUFloOGMzTGQ4LzU2bDBnUkFOL2M2WmUzZFRwM1lsSldWb2RGa2h6KzRFZjdnUnNESkxUa3ZLV3Z2Tm1MVUVqZjMyczk5ZWxKUzNKbUFIUldjdlNxNGVLOVpQbDZyMWJwV3JEbCt5cWFjSzlTMjZ6ankrclUvendYdXpzN08ydlhiZ284bWJoQkNsTEZ4bEtaUDVxUmI1K3ZaUTBLSW5HK2Z6RU9QdnAvMUhqRFR1a3g1M1o0YklRSEJsdzVLY3lJOHF6ZnQwSG1Nb1pGcGVjY3E1ODdzVGs2S08zRnM0N3RENXBhMWQvdDB2SitOVFlWUkg2OHlOakhQejRNQUFIamJBazl0R3oxdXJiNitZUTNmZG44ZS8xVUljZnJVYjMzZS9US1B3VTBLa2VQUWkwOVRxZjcxclpqdWhpODFiTXJJdUZTVDVnTVdMeHdpRFJhekxsTyttbGVUMDZkKzY5NW5Xc05HUGFWeitnMmNGWFR4d09XZ3c5SnluKytQV3NySUxBQnljWEZ4V2JGaXhjS0ZDNDhlUGZyOTk5L2Z2WHQzOE9EQmRuWXNFVmdvMEh3QkpVVVpHOGZ5VGxYdjM3MjZiZk9jcGkzZS9jL3pIOFUra0phUHJlL1hQZWRMeW5QSnlzd0lEanAwN05EUDU4L3UwV2l5TFN4czNhdlVmNmZISk9tU0huMm03ZCt6NU5TSnpjOHVkK1ZRM21QNlZ3ZWUrM2FuN095c3I3L29jdWQyME9EaEMxMHExdGl4ZGY3TjY2ZHIrcmI3Y093SzZidmZuQVlOKy9ieXBjUHA2U2thclVhM1U1T2RuYTNKeXVNdFR0blpXYUUzenVSendZNk05TlRIanlPZWZ0NnNqTWlIWVU4UGFMVXJsejJkZytsUXpyMUJveDVQbmtTSkoxRkNpTnAxT3dXYzNGckp2VTdrdzdDdHY4NStHQjc2TUR4MCt1VG1FNlp1emY5c1V3QUEzcElIOTY5cnRCcHA1bjdkK2wyazV1dFI3SU9iMTAvbk5iZ3BSNi8wcnhaTUNDRkVkT1J0YWNQT3Z1Sy9MdEtkbWI5YXFtYnREdVdkcWxXdTJ1QlJiTGkwcDNuTFFRUGZteStFeU1yS3pEbHUvZkhqaUt6TURHazdOVFh4MnRVVDNqVmE1ZWNSQVBBMjJOblpUWjQ4MmRYVmRkbXlaVHQyN0xoeDQ4YnMyYlB0N2UzbHpnV2FMNkFrcWVuYjd2N2RxK25wS1gvc1g5NjRhYis4VHo1L2RvOFF3c0RRcE0rQUw1ODlHaDhmYyszeThZdm45NTAvdTBlbFVsZHdydDYxNTJSdm41Yk9yajd2RDNLWlBybTVXU2xyNnpMbDIzVWExYnYvRjczNnpRaTlFWGc1NkhESTFUL0RRcytscDZjSUlYcjAva3hYZTZVa3g0ZGNQYW1iWEtuUlpHZGxaWHcxNzRTVnRVUFF4WU43ZG4wL1pNUjN6VnNOZWphR0VDTGd4T1lHalh1cTFZWnQycit2MjVtYy9PU1RVVFg4bXZScDNuS1FmYmxLejE2MVljM1VmYi8vMExyOSs3MzdmL0dmcnpsUFRuNmllMFBsdjM1RlozNVBUbjRpRFY1emRhdTE4N2NGUW9qb3FOdFA0cUlyZWRTcFhhOXowTVUvZ2k3K29hZW5hdFMwcjNUSnRTdkhHemZybi9makFBQjQyd0pQYmF0ZDkrazdYcXI3dERRMk5rOUppWmZlOEpoSDg1VnpSRld1MFZXaE53S2ZQSW1TdHYyYTlNNTEyZFAvZmFZc2V5NTdlemVuQ3A0S2hVTFhmRWtlUDRwclV6WWZBQUFnQUVsRVFWU3d0UHJuSDVBeDBYZm5mdmxPYW1xaW9hRnBXbHJTdy9EUXVWKys0MXF4WnVzTzc5ZXEzY0hRMENRL3p3S0FOOHZjM1B5OTk5NnJWS25TakJrenJseTVNbXpZc08rKys4N1oyWmtScWZLaStRSktrQnExMmtvTlRzREpMZi9aZkowTDNDMkU2UHpPdUp4L3k1UmFxbjE3bHFTbEpsbFpPZFJ0MExWNzcybGxiQngxUjdWYWJXcHFvbGFyVFlpUDhhN1J1bjdEYnRKZmppdDUxSzNrVVRjN08wdWhVRVpGaHQyN2M3VzZUd3Zwa3FDTGY4ejlxcHRXODgrSUxiWGE0Tk1adTZVL0hpSWpiczFmZFBHNVE4T2toZXJYcjUwcWhPamVlNXF0blhQT1EwbUpqL2Z1V25UODhEcUg4aDQ1MS9uNmZFcExJY1RkTzVlMVd1MiszVDljdi9ybloxL3VlKzdOZFVwYmxoMHhha211bmRzMno1VnFMMmRYbjBuVHRwbVZzcEwyWjJWbHpwblpKU0UrdG4zbjBaV3JOdVRGTGdDQVF1aE13UGIzUnkrVHRsVnEvWnExMjU4NHVrRUlFUml3ZmNEZ3VTOTZLYzJMcXF1TWpMU2ZWejFkQnNHblpodlA2czMrZGRWTC9udHY0L3JQRCs1YjdsRE92WHVmYWJxZFY0S1BMdnAyOEdjejkwbGZhSVUvdURGN1J1Y25jWkcxNm5RWTlzSGlkYXMvUFg1a25SQWk3TmI1SHhZT05UQTBxZWJadUladnUvd01jZ2VBTjg3UHoyL0dqQmtMRnk2OGMrZk85T25UUC9ua0UyOXZiN2xEbFdnMFgwQUo0dUphUTEvZktDTWpOZnorOWNTRTJEek9USXlQdlhibHVJMnRjL3RuVm9vMU5qSHYybjNpaXk2TWpibVhtWmt1YlR1Ny91dS83L2Z2WGZ0bVZvK21MUWQyN3ZwSldYczMzWDUzajNvcWxYNW1SbHJPazNWL1M2N1hzTnZ5SDErNFd1MjF5eWVreW16VCtobEppWS83RFp5VjZ3Ulh0MXFUUHR1V2M1MnZ6MmY5SVlTWS9IRjlhUzduOEZFL1BqdURNbTlhclhiTHhxKzJiWjRqaEdqVXROL2dZUXYwRFl4MFIxVXE5ZGdKNno2ZjB2S3I2ZTB0TEd4citMWjFkZk4xclZpanJJUGJmdzR1QXdDZ0FFUTh1Sm1lbmxyQnBicHVUOTBHWGFUbUsvNUo5TlVyeHoyck44M25yVEl5MGtLdW50eXk4YXV3MEhOQ2lFWk4rdzRlOXUzckQyM0l5c3BRNnFta2Q5RUlJZExUVTlldW1KQVFIek5yUnFjWnN3OUZoTi84ZnNIQXpNejBmb05tdCtzNFVnZ3g3TVBGNWhabGRtOWZxTlZxaFJEcGFja1JFYUc5UFZpVEhvQThsRXBsZ3dZTnlwUXBNM0hpeEd2WHJrMmJObTNLbENuMTZ2RWZKZG5RZkFFbGlGSlB6OG5aSy9SR29CQWlOdVorSG1jR0J1elFhalZEUnZ3dmo3TG0rL2tEazVQamMrMlU1a3BJVGh6ZGNQSGNQOE9wUW0rZVNVMUoyTFIreHMyUTB4K01XV1pxWmludE56UXlyZTdUSWl6MGZLOStuLy80M2ZCY055eGxidDEvMEJ6ZGp3OGpRbWQ5M2xGNlJmci9sbHpOZWFhcDJmUEhoZVhOMHZMbEp0NG5KejladHZqRHM2ZDNXcGR4SERSc3ZuZU4xbUczemt2dmxKUVdHVEV5TWpNeHNmanN5MzNmeng5NEpmam80VDlXSC81anRkVGxtWmxadWJyVittVHlyd3dFQXdESTZIVEF0dHIxT3VmYzQxbTl1WWxwNmVTa09HbGcrSXVhTDYzUTZyYkhmdUNsMVdqUzBwTDA5RlMyZGk0dDJneHQwbnlBaTZ2UGM2N1NhcC9kK1ZKQ3JwNG83MVRWdHF4TFZsYm1yQmtkb3g3KzFhQlJ6MTc5UGk5dFdWWTZRYWxVOXU3L2hZR0I4WmFOWDBsLzVvNFo5L056bHpzSXZYRm01clMyT2ZmY3ZYMVoyamg2YU8yVjRDTTVENFhmdi82YXlRR1VXRXFsMHNQRFk5bXlaUjk5OU5ITm16Y25UWm8wYmRxMFpzMmE4UThCV2RCOEFTV0xqVzBGcWZsUzYrYzEvdWowbjF1YnR4cWM5MWUrNzMyd0tGdVRsV3ZubXVVVGJ0MDhLNFFvNzFobDh2UWRPUS9Obk5yMjN0MHIwaGU1VDU1RTY1b3ZJVVNMMWtQN0RQalMwc3JoMmVaTENHRmw3YURienRtczVkeGZNRTZmMnJaMitmajQrT2h1dmFkMjlCK3JWaHVzV1RIaHdKNGxiVHA4Mkx2ZkRKVmEvNnZwSGF6TGxHL1djcEJuOVdhVFB0dXgvL2NmZjE0MVNicFdxOVVtSk1TMmJQc2VmOW9CQU9SMTV0VDJpUENiKzMvL01lZk9yT3hNYWVOczRLN0J3eGZtWEVoZUoyZUhOZTJMUGFabWxtcDlRek5UeXhmTmp0UmQ5dlIveFN0V1lONDFXZzE4Yi83NU03L3YrRzErbVRLTzhYSFJacVdzRWhKaWRjMlhOUDl4NzY3RlFnaDdoMHJsbmFvNk9sVjk3cTNjM0d1UC8zUnp6ajB6cDdVTnVYcFNDTkdrK1lBdTNTZmtQUFRacEdiUzMyb0E0TlhZMnRwKy92bm5DeFlzT0h2MjdMeDU4NUtUa3p0MTZzU2FYd1dQNWdzb1dlekt1Z2doTEswYzdCM2M4emd0SlNYaHVRdmI1L1RzSk1HTTlOU0w1L1pLMnkzYkRqTXhzY2g1TkM3dW9iVFJvRkgzY3VVOWNoN3k4bTR1elpoNG1ZOVNjTFJhN2NWemV3L3MvU2toUGtaYXZ2Zm93VFdYenU4WFFqeTRGNkxWYXZmdVdoUjZJL0N6bWZ1eXN6TFBCT3c0RTdERDJkVkhUMDhsaE5EVFUyVm5QKzBIalkzTnZieGJ5UDFwQUFBbFdtVEVyVWVQd2xmL0VwMnJyam9YdUh2Qm5ONUNpT1NrdU9CTEIydlVhdnVjaTNNMFg1WldEcVhNcmZQenhIOEtyOWNZL0tYUmFQUU5qRDc3Y24vSTFaT3paM1Rhcy9QN1k0ZCt0c214eEdkaVFxeTAvbVpVNUYrZDMvbmtsUjhFQUcrV3ROcjkvUG56RHgwNnRHREJnbnYzN3IzLy92c3FGVlZNZ2VMWERaUXNYYnBQY25UeWRLeFFUYW5NNit2Wm9lOS8vN0tyWHdraDl1eGVySHZYb2U1dGhwTGs1Q2VKQ1kra2JkMnlIWVdOcWFtbDN2Tys0bzRJdjJsb1pEWnU4cStuVC8zMncvL2VFMEswYWplOFErY3hPYjhOSHZiaER5cTF2dTRTM1pyM3c5NTFTa3A4TElTWU9PMjN1TWNQR2ZBRkFKRFg2WUR0MWJ5YVBEdEtxMXIxcG1xMWdiUllaOERKcmM5dHZuSU8yc3IvQUM3ZFNMSFhtZmFvVkNwekxaenZVYlhCSjVNMjZuN2N2MmZwbXVYamhCQ1ZxemIwYTlMbmxSOEVBRytjcmEzdGpCa3pqSXlNOXU3ZHUzYnRXclZhUFhqd1lIMTkvWHhjaWplRDVnc29XWlJLcFcvZGprS0lYRzhLejhXbDRuUFc2Y2hiVFBUZFhiOHRFRUlvbE1yaEkzL1ExemZNZWZUZW5TdTZiYnV5cmk5Nzh6ZElvOUVvbFVyZE12elNXNnBhdG5tdmFmTUJWVHdiUDNkZE00ZHk3ZzdsOGhvaUo0UXdNakxMK3dSM2ozcXZVQ1lDQVBCbUJaN2ExcWI5aUdmM0d4cWFWS25XS09qaUgwS0k4MmQrejBoUHpmbitGa25PRnpIbjNNNmJydkRLMW1TL1JuQUFLTUtNakl6R2pCbGpaR1QwMjIrL3JWKy8zc0RBWU1DQUFYcDVUeFhIbThQb0F3RC9JZVRxeWNpSVczbWZrNWFXUEg5MnI5VFVSSVZDTWVpOUJaVTg2dVk2NGVybFk5S0dpWWxGR1J1bnR4YjJ2NFdGbnZ0MGZLT0k4SnZTai9yNlJ0SjB5eHErN1F3TlRXUU1CZ0RBMnhZVitkZTlPNWRmTlBWZU44NHJMUzNwNHZuOXo1Nmd5VkZkWldWbDVQT2h1cXV5c3pKZlByTDRPMUx5alpDQTMzZDhKM1Z6QUZEa1dGcGFmdmpoaDBPSERrMVBUMSt4WXNYeTVjczErZjRLQWErSk1WOEE4cEtVRkxmbzI4R1ptZW5qSnYvNmJKOGxTVXg0TlAvclh2ZnVYakV3TkJrNjRyc0dqWHFrcGlZZU8vU3pFTUxZeE56SXFGUnFhc0tCdmN1a2t6MnFOc2gxK2ZWcnA4NmYzV05vYUpLZW5pTHRVZXE5M0grYW9pSnZyMXc2ZHRpSGk2MnN5LzNueVc3dXRVZU1Xakp4YkIxcEVWd0RBMk5wZjBaR21rcFBMYzMreVB4N3hUR1dud1FBRkNlQnA3YVhkNnlhYzJING5HcjR0bDMxMDhmU2RzQ2ZXK3JVOTg5MVFzNS9wTDFLODVYOUVzMlhWcU9KanJ3dGJSOC9zdUhnL2hYZU5WdDM3VDR4T1RsK3o4N3Y4MzhmQUNnOHpNek1oZ3daa3B5Yy9Nc3Z2NnhZc2NMRXhLUjM3OTZNL0NvQU5GOEE4ckpxNlVkeGp4OEtJV1o5M21uMEo2dHIrTGJMZGNKZllSZS9uejh3S3ZLdmFsNU5CdzJiWDliZVRacjYxNnJkaUxEUWMzdDJMUW84dFMzbitRMGI5Y3AxQjQ4cTlXM3RuQmQ5TzFoNnM1SVF3dHk4VFA0VFptYW0vMjllL3p1M2d6NGQ1emRtL0xyS09abzFsVXJmbzByOVp5OXhLT2VoVk9vNU9Yc05lbSsrYnVmOXUxY0RBN2FmUFBwTGVrWnFha3FDZExtUmNhbm5QalE1NlVsTTlGM3A2Yzg5NFZIc2c3UzBwRGZ5S25jQUFGNlRWcXVOamJrWCtmQ3ZrOGMyV2xyWmgxejkwOGJXeWRMS1FmY0ZUMVpXNXFQWUI3RXg5ODB0Yk9LZlJBc2hMcDdmSDNMMXBIVVpSMHNyZXowOWxTWTdPejRoSmpVMVFYZlB5SWRocHFhbFRVeEw1L0V0VVZwYWN2eVRLTTNmYjNySnpFaVBpcnh0VWRwVzk3VlRMaHFOWnQvdlA0UmNPU0dFdUhNN2FPRzhmdElxQ3RWcnRPejh6cmdLemw1Q2lNdEJSOTcwcndjQUNvNmVudDdBZ1FPVGtwSzJiOSsrZXZWcVUxTlRmLy9jWHpQZ2phUDVBb281clZiNzlSZitxYW1Keng2cVdNbFgydmp5czNhNTlzeVoyZlhaMHc3cy9hbGE5V2E2QmJ6aTQyTzJiNTU3K0k5VlZUd2JEMzMvdTZxZWpYUGVYS2xVdXJuWEhsMXB6ZFNvTzdmRExrbzdxM2sxOWEzYjZka2twUzNMRGhueHYzR2pha28vVnZkcEtmMlYrcWNmUnVZNlV6Y3VUS1BKbmptdHJUVGk3TUg5RUNGRVFrTHMxelA5di9qNnNGTUZUMk1UOHkvbkhyTXI2MnBzWXY3czQ1Uks1Y3IxRDNNdFgrTHFWdFBWcldhanBuMG5mMXhQMnVOVHM3WGVDMGFmWFRpMzkyRkVxQkRpVWN5RDU1Nnc1ZGRaMHZ2ZzA5T1NuM3NDQUFBRjVzSDlFR213czdRZGZPbVFFR0xCNGt1NmxUZi9QUDdyMGtYdjU3d2tNeU5OK25OMjVNZXJ6TXlzdnY2aWM2N3ZjdVorK1k3MEN1T2xxKzg4OTAvYlRSdSsyTDVsWHM0OVNVbVBQL3JBU3dqUnE5K01UbDAvZnZZU3BWSjU2ZnordTNjdVN6K3ExUVorVGZ0MDZEem11U3VFM3J0elpjV1NNVGsvWTM1K0ZUZENBajRkM3lqbm52Z25VYVptbGtLSTQwYzNuRHV6TytjaDNkb0lBUEFHbFM1ZGV1VElrVUtJN2R1M0wxcTBLRE16czN2MzduS0hLdVpvdm9CaVRxRlFUSjYrNDgzZTg4RzlrR09IMTBWRi9WVzFXdU52ZndpMnRMTFA0K251bGV0RlJ0eHlLRis1U2ZQK2ZrMTZ2K2psaHZZT2xVeE1TMnV5c3hvMDZ0Rjd3RXhwSWZ4cE0vZStXa0k5UFpWTHhSbzU5eWlWZXRabEhCdjRQZjFENWRsVmV5WGx5bnM0dTlaSVRvcXJWYnQ5bCs0VG4zdG5VelBMamwwK2F0aW9weEJpK3VRV2oySWZWUGRwWVdabUtZUlFLSlFtSmhibG5hcU8vR2lsdEdyWWlJSE9DcVhTcFdKTmxZcTN0d0FBNUZIZXNjcUczNTd6SFpoTzQyYjlHamZybDhjSjY3Y201SEgwdVhyMCtheEhuODllOXFxV2JZWmRDVDVxYm1IVG92WFFGbTJHNWpFTTNOYk91VzJIRDNVLy9ubjgxeHNoQWY5NWYvZks5Y1ovdWptZllYUnZjQWFBTjZ0MDZkS1RKazFLVDAvZnYzLy8vUG56VlNwVjU4NmRlUXY4MjBQekJlQ2xtWnBaOXVvLzQwWGpvWElaTUhqT2dNRno4blBtM0lXQjVoYTJiK20vK0N2VzVmVXV5NXkrK1ByUWl3NDFiTnlyWWVOL3pkYWNNZnRnemg5bnpUK1o2NUlscTIrL1RFd0FBRXEwbXI3dDJuY2EzYVB2Wjg5OTI3S09nWUZ4dGVyTjdNdFYwdTBwWldHanAxSmJXNWV2VmFmamN5OHhNaTVWM3JGSzB4YnY1aitNUXFHMHRITHc4bTdtVTdQMXkzd0lBUGh2YXJWNnhJZ1JTVWxKSjA2Y1dMNTh1WldWVmFOR2pmSnhIVjRGelJlQWwyWlIydlp0M1BaRkMrNENBSUFTUXFtbjEzZmdWM21jNEZHbC9vOHJ3MHpOTEhOOUE5ZTYzZkRXN1lhLzZLb09uY2QwNkR6bVJVZGZKTmYzV3dEd1pwVXJWMjdDaEFscGFXbG56NTZkTjIrZXNiRnhyVnExNUE1VlBER2FEZ0FBQUVEUm9GWWJtRnZZNUhQZ09RQVVjdmIyOWdzWEx2VDE5WDM0OE9IWXNXT3ZYTGtpZDZMaWllWUxBQUFBQUFCQUJvYUdoaE1tVEtoY3VYSnFhdXE4ZWZQdTNic25kNkppaU9ZTEFBQUFBQUJBSGk0dUxoTW5UclN3c0xoMjdkcUNCUXN5TXpQbFRsVGMwSHdCQUFBQUFBRElwbHExYWt1V0xERTFOVDF4NHNTNGNlTW92OTRzbWk4QUFBQUFBQUE1dWJxNmpoOC8zc3pNN1BUcDB5dFdyRWhMUzVNN1VmRkI4d1VBQUFBQUFDQW5wVkxadEduVExsMjZaR1ZsYmRxMDZkU3BVM0luS2o1b3ZnQUFBQUFBQUdSbVpHUTBac3lZcGsyYkppUWtUSjA2OWRhdFczSW5LaVpvdmdBQUFBQUFBQXFGR1RObU5HellNRE16Yy9UbzBaY3ZYNVk3VG5GQTh3VUFBQUFBQUZBb21KaVlqQm8xcWtLRkN0SFIwUXNYTHJ4Mzc1N2NpWW84bWk4QUFBQUFBSURDd3RYVmRkcTBhVnF0OXRLbFN5dFhycFE3VHBGSDh3VUFBQUFBQUZDSWVIbDV6WjA3MTl6Y2ZQZnUzYi84OGt0MmRyYmNpWW93bWk4QUFBQUFBSURDcFVtVEpyMTY5VktwVkV1V0xEbDI3SmpjY1lvd21pOEFBQUFBQUlEQ1JVOVByMWV2WGpWcTFFaEtTbHF4WWdVTGZyMHltaThBQUFBQUFJQkNwMVNwVWg5Ly9ISFpzbVd2WDcrK2JObXl6TXhNdVJNVlNUUmZBQUFBQUFBQWhWSEZpaFduVHAxcWFtcDY0TUFCVnJ0L05UUmZBQUFBQUFBQWhWVHQyclVIRHg2czFXclhyRmx6NHNRSnVlTVVQVFJmQUFBQUFBQUFoWlJTcWV6UW9VT1RKazNTMDlPWExGa1NGaFltZDZJaWh1WUxBQUFBQUFDZzhMS3lzdnJnZ3c4c0xTMXYzcnk1ZE9sU3VlTVVNVFJmQUFBQUFBQUFoWnF6cy9QQ2hRc1ZDc1doUTRjb3YxNEt6UmNBQUFBQUFFQmg1K0hoTVh6NGNDTWpvMlhMbHAwNmRVcnVPRVVHelJjQUFBQUFBRUJocDZlbjE2VkxsNW8xYXdvaDFxeFo4L0RoUTdrVEZRMDBYd0FBQUFBQUFFV0FwYVhsMkxGamhSRG56cDNidDIrZjNIR0tCcG92QUFBQUFBQ0Fvc0haMlhueTVNbHF0WHJWcWxVaElTRnl4eWtDYUw0QUFBQUFBQUNLaks1ZHV6WnYzanc1T1huaXhJbXhzYkZ5eHluc2FMNEFBQUFBQUFDS0RLVlMyYXRYTHdjSGgvRHc4TldyVjJkblo4dWRxRkNqK1FJQUFBQUFBQ2hLcWxhdDZ1L3ZMNFE0ZVBCZ1lHQ2czSEVLTlpvdkFBQUFBQUNBb2tRYTl1WG41eGNURTdOa3laTE16RXk1RXhWZU5GOEFBQUFBQUFCRmpMR3g4Wnc1Y3l3dExhOWV2VHA3OW15NTR4UmVORjhBQUFBQUFBQkZqNEdCd2ZEaHc0Mk1qSGJzMkhINDhHR3RWaXQzb3NLSTVnc0FBQUFBQUtCSWF0bXlaZDI2ZFlVUUsxZXVqSWlJa0R0T1lVVHpCUUFBQUFBQVVDU1ptNXVQSGoxYUNCRVNFbkxzMkRHNTR4UkdORjhBQUFBQUFBQkZsYU9qNDhTSkUxVXExWm8xYXhqMjlTeWFMd0FBQUFBQWdDS3NhOWV1RFJvMGlJMk5uVHAxYWtaR2h0eHhDaGVhTHdBQUFBQUFnQ0pNcFZMMTdkdlh6TXdzS0NobzU4NmRjc2NwWEdpK0FBQUFBQUFBaXJhcVZhdjYrZmtKSWJadDJ4WVpHU2wzbkVLRTVnc0FBQUFBQUtCb016UTBIREpraUtHaDRhMWJ0L2JzMlNOM25FS0U1Z3NBQUFBQUFLRElxMUNod2llZmZKS1ZsYlZpeFlxa3BDUzU0eFFXTkY4QUFBQUFBQURGUWRldVhYMTlmZFBTMGlaTm1wU1dsaVozbkVLQjVnc0FBQUFBQUtDWTZOKy92N201ZVVCQXdMNTkrK1RPVWlqUWZBRUFBQUFBQUJRVGRlclU4ZlgxRlVKczJyVHAzcjE3Y3NlUkg4MFhBQUFBQUFCQU1hRlNxUVlOR21ScWFucnIxaTJHZmRGOEFRQUFBQUFBRkNzZUhoNGpSb3pJenM3ZXRtMWJYRnljM0hGa1J2TUZBQUFBQUFCUXJQVHUzZHZIeHljNk9ucmV2SGx5WjVFWnpSY0FBQUFBQUVCeDA2dFhMeE1Uay8zNzkxKzRjRUh1TEhLaStRSUFBQUFBQUNodWF0U29VYjE2ZFNIRUw3LzhrcGlZS0hjYzJhamtEb0NTS0NNalpkbmlEK1ZPQWFENFMwOVBVU2dVQ29WQzdpQUFBQUJBUWJPMHRQVDM5ejkxNnRTWk0yZk9uei9mcEVrVHVSUEpnK1lMQlczeDRzWE5temUvZnZXQTNFRUFsQWpseXBXenRiV1ZPd1ZRb3NVL2labzVyYTNjS1FBVUIvRlBZdVNPQUJReGZuNStWYXRXdlhyMTZyWnQyeG8xYXFSVWxzU1pmelJmS0doVnFsUUpDQWlRT3dXQWtrS3RWdHZaMmNtZEFpaTVMbDY4V0xwMDZZZmhWK1FPQXFDWXNMR3hxVkNoZ3R3cGdDSkRYMS8vMDA4L0hUeDRjR0JnNEo5Ly91bm41eWQzSWhuUWZFRUcvRmtGQUVESndjdlVBUUNRa2J1N2U4ZU9IVGR2M2p4MTZ0VDkrL2NiR2hyS25haWdsY1J4YmdBQUFBQUFBQ1ZFdTNidGJHMXRrNUtTMXE5Zm41MmRMWGVjZ2tiekJRQUFBQUFBVUd5NXViblZyMTlmQ1BISEgzL2N2WHRYN2pnRmplWUxBQUFBQUFDZzJESXlNdXJXclpzUTR0YXRXOGVPSGROb05ISW5LbEEwWHdBQUFBQUFBTVdaaDRkSHQyN2R0RnJ0bGkxYm9xT2o1WTVUb0dpK0FBQUFBQUFBaXJuMzMzKy9YTGx5a1pHUjY5YXRrenRMZ2FMNUFnQUFBQUFBS09Zc0xDejgvZjJGRUpzM2I0NklpSkE3VHNHaCtRSUFBQUFBQUNqKy9QejhuSjJkczdLeWZ2MzExNnlzTExuakZCQ2FMd0FBQUFBQWdPTFB5Y21wYnQyNlNxVXlJQ0NnNUx6a2tlWUxBQUFBQUFDZytGT3IxWjA2ZFRJd01MaDkrL2FaTTJlMFdxM2NpUW9DelJjQUFBQUFBRUNKVUtsU3BUWnQybWcwbXUzYnR5Y2tKTWdkcHlEUWZBRUFBQUFBQUpRVXc0WU5NemMzRHdzTDI3ZHZuOXhaQ2dMTkZ3QUFBQUFBUUVsaFkyUFR0bTFiclZhN2VQSGlsSlFVdWVPOGRUUmZBQUFBQUFBQUpVanIxcTNMbENtVG5KeThaY3VXWXIvYUY4MFhBQUFBQUFCQUNWS3hZc1ZhdFdvcEZJb2pSNDVFUmtiS0hlZnRvdmtDQUFBQUFBQW9RWXlOamR1MWE2ZXZyMy85K3ZXTEZ5L0tIZWZ0b3ZrQ0FBQUFBQUFvV2VyV3JldnQ3WjJSa2JGOSsvYTB0RFM1NDd4Rk5GOEFBQUFBQUFBbGkxS3BIRHQyckVxbENnb0tDZzRPbGp2T1cwVHpCUUFBQUFBQVVPSlVxbFRKMTljM0t5dHI2ZEtsY21kNWkyaStBQUFBQUFBQVNpSnB0YTlMbHk0VjQyRmZORjhBQUFBQUFBQWxrWmVYVjZWS2xZUVFHemR1ek16TWxEdk9XMEh6QlFBQUFBQUFVQkk1T0RqVXJGbFRxVlJldVhMbHpwMDdjc2Q1SzJpK0FBQUFBQUFBU2lLRlF0R3FWU3RqWStQSXlNaUxGeTlxdFZxNUU3MTVORjhBQUFBQUFBQWxsTHU3ZTRNR0RiS3pzL2ZzMlpPV2xpWjNuRGVQNWdzQUFBQUFBS0NFVWlnVUgzNzRvVUtodUhMbFNsQlFrTnh4M2p5YUx3QUFBQUFBZ0pMTHdjR2hXYk5tV3EzMnA1OStLbjdyM05OOEFRQUFBQUFBbEdqKy92NUdSa2FYTGwwNmUvYXMzRm5lTUpvdkFBQUFBQUNBRXMzTnpjM056VTBJc1hYclZvMUdJM2VjTjRubUN3QUFBQUFBb0VRclU2Wk1yVnExbEVybGpSczNRa05ENVk3ekp0RjhBUUFBQUFBQWxIVHQyclV6TWpLS2lZbTVlUEdpVnF1Vk84NGJRL01GQUFBQUFBQlEwams3TzlldVhUc3JLK3ZreVpNWkdSbHl4M2xqYUw0QUFBQUFBQUFnQmd3WW9LZW5kLzc4K2ZEd2NMbXp2REUwWHdBQUFBQUFBQkJlWGw1VnFsVEp5TWpZc0dHRDNGbmVHSm92QUFBQUFBQUFDQ0ZFbHk1ZGhCQTdkKzU4L1BpeDNGbmVESm92QUFBQUFBQUFDQ0dFcDZkbjJiSmxzN096ZCs3Y0tYZVdONFBtQ3dBQUFBQUFBRUlJVWJaczJjcVZLd3NoVHA0OEdSOGZMM2VjTjREbUN3QUFBQUFBQUVJSVlXUmsxS0JCQTdWYWZlZk9uY3VYTDhzZDV3MmcrUUlBQUFBQUFNQlREUnMyTkRNemk0dUx1M2p4b2thamtUdk82Nkw1QWdBQUFBQUF3RlBXMXRZdFc3YVVKanltcDZmTEhlZDEwWHdCQUFBQUFBRGdIOE9HRGRQVDB3c0xDd3NLQ3BJN3krdWkrUUlBQUFBQUFNQS9MQ3dzbWpScG90VnExNjVkcTlWcTVZN3pXbWkrQUFBQUFBQUE4Qzl0MnJReE1EQTRkKzVjV0ZpWTNGbGVDODBYQUFBQUFBQUEvcVZTcFVvdUxpN1oyZGw3OSs2Vk84dHJvZmtDQUFBQUFBREF2OWphMm5wNmVnb2h6cDA3bDVpWUtIZWNWMGZ6QlFBQUFBQUFnSDlScTlYVnExZFhxOVdSa1pIWHJsMlRPODZyby9rQ0FBQUFBQUJBYnZYcTFkUFgxNCtOamIxOCtYTFJYZWVlNWdzQUFBQUFBQUM1bVp1YisvbjVTUk1lTXpJeTVJN3ppbWkrQUFBQUFBQUE4Qnc5ZS9ZVVFseTllalUyTmxidUxLK0k1Z3NBQUFBQUFPU0xRcUdRT3dJS1ZMVnExVnhkWFZOU1VvcnVHeDVwdmdBQUFBQUFRTDRvbGNvblQ1Nk1IajM2aHg5K1NFNU9sanNPM2pxbFV0bTJiVnNoeE9iTm05UFMwdVNPOHlvS3V2bXlzckxTYURRcEtTa0YvRndBQUFBQUFQQ2FPbmZ1M0wxN2R5SEUxS2xUcmF5czNubm5uWjkvL3ZueTVjdVBIejh1dWl1Z0kyODFhOWEwc0xDSWpZMDlkKzZjM0ZsZWhhcUFuMmRyYXhzU0V2TGt5Uk5qWStNQ2ZqUUFBQUFBQUhnZE5qWTJHelpzZVBEZ1FVaEl5Tm16Wnc4ZVBEaGl4QWhMUzh2S2xTdlhyRm16WmN1V2RlclVNVEV4a1RzbTNpUjdlM3QzZC9mQXdNQURCdzQwYk5oUTdqZ3ZyYURIZkhsNGVLU25wMGRFUkJUd2N3RUFBQUFBd090VEtwV09qbzZ0VzdlZU1tWEszcjE3TDErK1BIanc0TEN3c0crKythWmp4NDQxYXRTWU0yZE9VbEtTM0RIeHhsaFpXWGw1ZVNrVWl1dlhyejk0OEVEdU9DK3RvSnV2bGkxYkppY25YNzU4dVlDZkN3QUFBQUFBM2lDbFVtbGtaT1RpNGpKanhveVFrSkREaHc4UEhUcTBWS2xTYytmT2RYQndHRHAwNk1HREIrL2Z2NStWbFNWM1Vyd1doVUpSczJaTmZYMzlxS2lva0pBUXVlTzhORVVCVDhUTnpNeDBkSFRzMUtuVHQ5OSt5NFJIQUFBQUFBQ0trK2pvNk9EZzRDTkhqdXpjdWZQT25UdnU3dTYxYTlmdTFLbFRzMmJOOVBYMTVVNkhWNVNSa2VIdjd4OFZGZFd2WDcrUkkwZXExV3E1RTcyRWdoN3pwVmFyKy9UcDgvdnZ2NGVIaHhmd293RUFBQUFBd0Z0bFkyUFRva1dMTDc3NDR0U3BVK3ZXclRNeE1mbnBwNSs2ZHUxYXZYcjFqUnMzWm1abXloMFFyMEpmWDc5RGh3NUNpQXNYTGhTNXFhd0YzWHdKSVVhT0hKbWRuYjFxMWFxQ2Z6UUFBQUFBQUhqYjlQVDB6TXpNT25mdWZPVElrWXNYTDQ0Wk04YmMzSHpFaUJHMWE5ZGV0R2hSY0hBd0ZWaVIwNkZEQjZWU0dSWVc5dkRoUTdtenZCeTl6ei8vdklBZmFXeHNmUGZ1M2JWcjF6Wm8wTURSMGJHQW53NEFBQUFBQUFxR1FxR1FSb0cxYXRYSzA5UHovdjM3UzVZc09YVG8wSTBiTjBxVkt1WGc0S0JVeWpBaUI2K2dWS2xTeDQ0ZGk0cUtzckt5OHZYMWxUdk9TNURoLzJFR0JnYkRodzgzTlRYOThNTVBFeE1UQ3o0QUFBQUFBQUFvU0k2T2pyMTc5OTYwYWRPWk0yY3FWcXk0ZlBueWR1M2FkZXJVNmVyVnEzSkhRNzRvRklxbVRac0tJZmJ1M1Z1MDNsb2d3NWd2SVlTZG5aMnhzZkd2di82YW5wNWV2Mzc5b3JVMEdnQUFBQUFBZUZrS2hVS2xVdG5hMnZiczJiTlZxMVlhalNZNE9Iak9uRGxoWVdIMjl2YTJ0cmFNL3lyOERoOCsvT2pSbzhhTkc1Y3BVMGJ1TFBrbFQvTWxoUER5OHNyTXpGeTJiSm10clcyTkdqVmt5UUFBQUFBQUFBcVlRcUVvVjY1YzI3WnRHelZxVkxaczJmWHIxKy9hdGV2Um8wZlZxMWMzTmphV094MWVTS3ZWWHJod0lUbzZ1bWhOZUpTdFQxV3IxUk1uVG16ZXZQbXdZY09PSFRzbVZ3d0FBQUFBQUZEdzlQVDB2THk4cGt5WmN1M2FOUjhmbjlteloxZXVYSG5IamgxYXJWYnVhSGcrYTJ2cmloVXJDaUhPbnorZm1wb3FkNXo4a20zTWwxUitlWGg0WExwMGFkbXlaZTd1N2k0dUxucDZlbktGQVFBQUFBQUFCYy9JeUtoejU4NHVMaTYzYnQxYXZueDViR3lzaDRlSGhZV0YzTG1RbTU2ZVhseGNYR0JnWUhaMnRvK1BqNjJ0cmR5SjhrWE81a3NJWVdOalU3dDI3ZURnNFBYcjE5dloyWGw2ZXNvWUJnQUFBQUFBRkR5VlN1WHQ3ZDJ5WlV1MVd2M2pqejhHQmdZNk9UbFZxRkJCb1ZESUhRMy9ZbVJrdEcvZnZyaTR1TXFWSzFldVhGbnVPUGtpLytweG5wNmVtN0NPQkpRQUFDQUFTVVJCVkRkdmRuZDM3OXUzNzlTcFU3T3pzK1ZPQkFBQUFBQUFDbHFGQ2hWbXpweTVkZXZXMDZkUGQrblNaZGV1WFhJblFtNU9UazVPVGs2Wm1abVhMMTh1S2hNZVpSN3pKVEV3TUdqU3BFbENRc0txVmF2Kyt1dXZhdFdxbFM1ZFd1NVFBQUFBQUFDZ29MbTR1SFRwMHVYS2xTc0xGaXpJek16MDh2SXlNaktTT3hUK29kVnFqeDA3bHB5YzNMWnQyeUx4Um9KQzBYd0pJVXFWS3RXOGVYTnJhK3VWSzFjZVBYcTBkT25TbFNwVjRvV21BQUFBQUFDVU5EWTJObzBiTjg3S3l2cisrKzgxR2szOSt2WFZhclhjb2ZDVW82UGp1blhyNHVQajY5V3JWNjVjT2Juai9MZkMwbndKSWZUMTlYMTlmUnMyYkxoMjdkcmx5NWMvZXZUSXo4OVBYMTlmN2x3QUFBQUFBS0JBbVp1YnQyN2QyczdPYnZMa3lhNnVydDdlM25JbndsTnF0ZnJTcFV2Mzc5OVhxOVdOR3plV084NS9LMFRObDZSY3VYSjkrdlJKU2tyYXRHblR6cDA3cmEydDdlenNHTmtJQUFBQUFFQko0Kzd1bnBpWStOVlhYems3TzFldVhKbVpZWVZFU2tyS3laTW5vNktpZXZmdXJhZW5KM2VjLzFEb21pOGhoTEd4Y2N1V0xiMjh2QUlDQWhZdlhod1VGR1J2YjEraFFnVzVjd0VBQUFBQWdJS2pWcXRyMUtnUkhCeThjdVZLVDA5UE56YzN1Uk5CQ0NHeXM3TVBIejRjSHg5ZnYzNTlPenM3dWVQOGgwSmFsNnJWNnJadDJ4NC9mdnpycjc4K2V2Um9reVpOQmc0Y0dCc2JLM2N1QUFBQUFBQlFjR3hzYkZhdlhoMFhGN2QyN2RxVWxCUzU0MEFJSWF5dHJaMmNuSVFRWjg2Y2tUdkxmeXVNWTc1eXFsT25UcXRXclpLU2tnNGZQcng2OWVyTXpFeExTOHZTcFVzenhCRUFBQUFBZ0pMQTJOaFlwVkp0M0xpeFdiTm1SV0pKOVdKUFgxOC9KQ1RrK3ZYcmVucDZ6WnMzVjZsVWNpZktTMkZ2dm9RUTl2YjI3ZHUzOS9QelMwaElXTFJvMGI1OSs4TER3MTFjWEVxWExpMTNOQUFBQUFBQThOWlZyRmh4ejU0OXdjSEJ2WHIxa2pzTGhFcWxpb3lNUEh2MnJGS3ByRnUzcnFXbHBkeUo4bEkwUms0WkdocldyMTkvMmJKbGdZR0JwcWFtYytiTWNYZDNIejE2OUtOSGorU09CZ0FBQUFBQTNpNDdPN3NCQXdiczNyMzcyTEZqY21lQkVFSlVybHpaMk5qNDBhTkh0Mi9mbGp2TGZ5Z2F6WmRPbFNwVlRwMDZ0V2ZQbmo1OSt1emF0Y3ZUMDNQVXFGSDc5KzluQ1RBQUFBQUFBSW9yaFVMaDdlMXRhV201ZGV0V3ViTkFDQ0hjM053c0xDeVNrcEpDUTBPenNyTGtqcE9YUWowVjg3bFVLbFhidG0yYk5Ha1NIQnk4ZS9mdXRXdlhidHk0MGR2YnUxMjdkdjM2OVN0VHBvemNBUUVBQUFBQXdCdG1iMjl2WW1KeTgrWk51WU5BQ0NHTWpJeHExYXAxNTg2ZDY5ZXZwNmFtbXBtWnlaM29oWXJZbUM4ZEl5T2pPblhxekp3NU15d3M3TXN2djd4Ky9mckhIMy9zN093OGN1VEkrL2Z2eTUwT0FBQUFBQUM4U2VYS2xUTTFOYjExNjVaR281RTdDNFFRb21uVHBrS0k2OWV2Ri9KM2JoYlY1a3RIcFZJTkh6Nzh5cFVyR3pkdWJOT216WUVEQnlwVnF0U3FWYXYvL2U5L2dZR0JxYW1wY2djRUFBQUFBQUN2SlRFeGNlL2V2U2twS1JxTkpqRXhVZTQ0RUVJSWIyL3ZVcVZLeGNiR2hvYUd5cDBsTHdxdFZpdDNoamNtSlNYbHhvMGI1ODZkMjdoeDQ1a3paMnhzYkx5OHZGcTBhTkdwVTZmeTVjdkxuUTRBQUFBQUFMeWM3T3pzZ3djUExsNjhPQ0Fnb0h6NThoTW1UT2pldmJ1ZW5wN2N1U0NFRU9QR2pUdHk1RWluVHAybVQ1OHVkNVlYS2xiTlYwNDNiOTVjdkhqeGloVXJrcE9URlFwRjI3WnR4NDRkMjdScFU1V3E2QzF0QmdBQUFBQkFDZlRreVpNeFk4Yjg4c3N2ZW5wNkV5Wk1tRFJwa3BHUmtkeWg4STlObXpiTm1UT25kT25TZS9mdVZhdlZjc2Q1dm1MYmZFa1NFeE1QSHo1ODRNQ0I4K2ZQMzdoeHc5VFV0RW1USmcwYk5xeFdyWnE3dTd1MXRiWGNBUUVBQUFBQXdML0V4OGVmT25WcTI3WnRXN2R1TFYyNnRMKy8vL0RodzkzYzNPVE9oZHlDZzROSGp4NmRtSmo0ODg4L1Y2bFNSZTQ0ejFmTW15OUpkbmIyM2J0M2I5NjgrZWVmZis3WnMrZjY5ZXRseXBSeGRYWDE4ZkZwMXF4WjQ4YU5UVXhNNU00SUFBQUFBRUJKRng4ZnYzbno1azJiTmdVRkJSa2FHdmJ2MzkvZjM3OTY5ZXFGZGp4UkNSY1JFVEZseXBUTGx5Ky8vLzc3UTRjT2xUdk84NVdJNWl1WHNMQ3dEUnMyL1B6enp4RVJFUmtaR2ZyNit1M2F0ZXZmdjMvanhvME5EQXpVYXJWU1dlUVgvZ2NBQUFBQW9Lakl5c3BLVFUxZHYzNzluRGx6SWlJaXJLeXN4bzRkTzNMa1NHTmpZN21qSVM5cGFXbGZmLzMxcmwyNzZ0YXQrOTEzM3hYTzlkZEtZdk1seWN6TXZIVHAwb2tUSndJQ0FtN2R1blhyMWkxalkrT0dEUnZXcmwyN2N1WEtUazVPVGs1T0ZoWVdjc2NFQUFBQUFLQjQwbXExOSs3ZEN3b0tPbnIwNk9iTm14TVRFK3ZXcmV2djc5K2pSdzlMUzB1NTB5RmYxcTVkKzhNUFB6ZzVPUzFZc01EQndVSHVPTTlSY3BkN1Y2dlZ2cjYrdnI2K3FhbXBkKy9ldlgvLy9zbVRKNDhmUC83NTU1OGJHQmlVTFZ2VzN0NitTcFVxZGV2V3JWZXZub3VMaTl4NUFRQUFBQUFvUHM2Y09iTjU4K2JqeDQrSGhvWWFHUmwxNjlhdFU2ZE8xYXBWczdXMWxUc2FYa0tsU3BVTURRM2o0dUx1Mzc5Zk9KdXZranZtNjBVeU16TVBIVHEwYTlldXZYdjN4c1RFWkdabVptWm1PanM3ZCt6WXNXUEhqcjYrdm1xMVdxMVdGODRoZkFBQUFBQUFGRTVhclRZek16TWxKZVhBZ1FOZmZ2bmx0V3ZYREF3TVBEMDlSNDBhOWM0Nzd4Z2FHc29kRUs4aUppWm13SUFCang4L0hqZHVYUGZ1M2VXTzh4dzBYeStVbloxOTdkcTFjK2ZPWGJod0lUUTA5TzdkdS9mdTNUTXhNYWxaczJhdFdyV3FWYXRtYjI4dkRRMWo0akVBQUFBQUFDOFNGeGQzOCtiTksxZXVIRDE2OU5peFk0bUppWjZlbm5YcjF1M2N1WE9kT25WVXFwSTdIYTE0R0RaczJQbno1M3YyN0RsMjdGaDlmWDI1NCtSVzBNM1hqQmt6dG0vZlhwQlBmQ095czdPenNyS3lzckpTVWxLU2twS1NrNU96czdQMTlQVDA5UFJVS3BXQmdZR1JrWkdKaVltaG9TR3I0d01BQUFBQUlFbE9UbzZQajA5S1Nzck16TXpLeWpJeU1qSTNOemMxTlRVd01NaFZlTFZwMDJiMjdObnlKY1dyVzcxNjlmZmZmKy9qNHpOLy9ueHpjM081NCtSVzBNMlhqNC9QNWN1WDdlMEw0OHhQQUFBQUFBQlE4Q0lqSHpvNE9OeStmVnZ1SUhnVjE2OWY3OXUzcjdtNStmcjE2OHVXTFN0M25OeGtHRkpvYis5d1BqaWs0SjhMQUFBQUFBQUtvYVorZFpPVEV1Vk9nVmZrNXVabVlXSHg1TW1Uc0xDd1F0aDhNVFVQQUFBQUFBQUFyMGhQVDgvVDAxTUljZXJVS2JtelBBZk5Gd0FBQUFBQUFGNWR6Wm8xaFJDblQ1OHVoTzlScFBrQ0FBQUFBQURBcS9QdzhEQXdNTGg3OTI1a1pLVGNXWEtqK1FJQUFBQUFBTUNyczdhMnRyT3pFMEtjUDM5ZTdpeTUwWHdCQUFBQUFBRGcxVmxZV0RnNk9nb2hBZ01ENWM2U0c4MFhBQUFBQUFBQVhwMlptVm01Y3VVVUNzWE5temRUVWxMa2p2TXZORjhBQUFBQUFBQjRkU3FWeXRYVjFjREFJREV4TVNJaVF1NDQvMEx6QlFBQUFBQUFnTmZpNnVwcWFHaVluSnhNOHdVQUFBQUFBSUJpcFVLRkNnWUdCcW1wcVE4ZlBwUTd5Ny9RZkFFQUFBQUFBT0MxbENwVnl0SFJNVHM3KzhHREJ4a1pHWExIK1FmTkZ3QUFBQUFBQUY1WHpabzFoUkIvL2ZWWGVucTYzRm4rUWZNRkFBQUFBQUNBMStYajR5T0V1SGZ2SHMwWEFBQUFBQUFBaWhWUFQwK1ZTaFVWRlpXUWtDQjNsbi9RZkFFQUFBQUFBT0IxR1JnWWVIaDRaR2Rubno5L1h1NHMvNkQ1QWdBQUFBQUF3QnZnNWVVbGhMaDA2WkxjUWY1Qjh3VUFRRWtSRXhOOTc5N2QvSnpwMzZGTnc3bzEzK25jZnVhTWFWcXRWcXZWNWp3NmNkeEhJOTkvYjgycUZkZXVYdEZvTkhuY0p6MDkzZDJsZk9NR3RYdTgwMm4rdksrbG5YbGZvanNuT2lvcVAxRjFmdHV5eWEyQ1ErMGFucU0rR1BaWDJLMThYaFVmL3lUeDVVZmpoejk0c09uWERTOTdGUUFBUUxFbk5WOFhMbHlRTzhnL2FMNEFBQ2dSc3JLeWhnN3MzNkp4Z3ovMjczdjJhRlJrWk05dW5iZHUvbFVxdWVMam45eThjZjNFOGFQdkRmdmczTmt6UHA3dTA2Wk1QSGYyakhUMGRNQ2Ztelp1R1AveDZONDl1dXpiKzNzZUQ5VnF0WEZ4ajBPdVhUMTE4c1N3NFI5SU85L3QyM1BNeUJFblR4ekxWYWpsTlA3ajBZMGIxRDV5NkdEK1AyRFhiajJHdkRmOHp1Mi9mdjFsZmNkMkxYT3RxNnJSYUdiT21CYjU4R0d1cXk1ZHZGRFYzWG53dTMxLzM3MHpuMHV4eHNVOTd0WGRmK1NJOTBaL09EdzFOVFgvQ1FFQUFJbzlGeGNYUTBQRDZPam9xSmY4RnZQdFVja2RBQUFBRklUUFBwMFVjT3FrRUtKZjcyNFRwMHo3ZU56RW5FZHQ3ZXpzN01xK1AyendsczBiMTZ6N1ZiZGZyYThPK1BOa1JIajRtbFhMYld4c3ZhcDc2K3ZyUDNod1h6bzZZT0NRZHUwNzV1ZnBDb1hDckZRcGFUc3hNWEgvdmoyL3JQL1p0YUticmEzZHN5ZG5aS1NmTzN0R0NORzdSNWR4RTZlTW16QlpkK2lEWVVPOHZMMDdkUFF2Vjc3OHN4ZU9temhsNTQ1dHQwSnZwcWVsWjJkbjV6dzBkL2FYM3k5Y3NISER1cFdyMTllcFZ6L25vYlMwdE4wN3QrL2JzN3RxTmMvOGZKYXNyS3diMTBPRUVCczNyQXU2ZEhINzduMmxTMXZtNTBJQUFJQml6OWpZdUd6WnNyZHYzdzRLQ21yVnFwWGNjUVRORndBQVJkanR2OEkrR3YxaC9zK3YzOEJQMnZqenhQSG1MVnBWOS9iSmViUlAzd0cvclAvNTBCOEh0bTcrTmVmK2dJQ1RhclY2eGVyMUxWdTN5VFU5ME0rdjhldmtYL2pkRDdsS0tKMEs1V3hTa3BNMUdrMmJ0dTF6N2o5MzdzeVd6UnMvKzNSU2RXOGZTeXVyWnkvTVNFOFhRbGhhV1EwYTBGdTNVNlBSSEQ5NlJBZ1JFeDM5am4vNzdidjMxL0t0bmV2Q1VxWE0vemh5TWoreEh6MktyVnpSU2RyK1pQd2thaThBQUFBZFUxTlRxZmtLRGc2bStRSUFBSy9GMmNWMSsrN25URjE4TlQ0MWE2bFVxcXlzTEFNREE5M085TFQweThGQmE5ZHYyckIrYlVKQy9EdmRlejY0LzNUQVYrblNsalZxK1VyYktTa3A3L2J0T1dYYTV6NDFhcjdvL3BtWm1UK3ZXVGw0NlBDWFNsWFJyZEp6OTgrY05jZlRzN3J1eDhkeGo0ZTgyN2QxMi9iVFozemw1RlFoanhzcWxFcGpZK09YeXBBSGU0ZHliK3BXQUFBQXhZQ1JrWkdkblowUTR1clZxMXF0VnFGUXlKMkk1Z3NBZ0JJdkl5UGo1bzNyUW9odnYvdmg0Y09JU3U0ZWFXbHAwcUdRYTFkbmZqWG44dVdnWFR1MjdkNjUvZEdqV0d2ck10S2hOdTNhcTFSUC95SXg0Wk14eDQ0ZVBoTVlzT2pIbnpwMjd2TGNwNnhjdm5UYWxJa3FsZnFOWkRZME5ESXhOZFg5dUgzYjFrc1hMMXk2ZUdIZTExLzE2dE52NGZjLzVqdzVOalpHbzlIWTJOaStrVWNEQUFEZ1JWUXFsYU9qbzFxdGpvdUxpNG1Kc2JHeGtUc1J6UmNBQUNXZVFxRll1M3FsVnF1UkZyRnEzcmkrYnUzNTdkdTJHQm9hQ2lIZUhUUkVDSEgvM3IzUTBKdlNvVDlQSEcvYnNvazBtQ3M0NkpJUUlqVTFkZGlRZDdmWjJIajcxUHg2MWhkQ0szU0xiV1ZsWlgwelo3WVFZc3JFVDBwYnZ2bnBnYjl0MlNSdGRPbmFQVmZ0cGRGbzNoODJPUFRtamJYck4zbFY5MzdSSFJJVEUzcDI2NXlmWjJWbFpyMTJYZ0FBZ0dMTDJkblp3TUFnSlNYbDRjT0hORjhBQUVBR3lVbEpPUWRNcWRYcXVmTVhTdHUvclA5NS9jOXJkSWZPblQzalZkMjdlNC9lelZ1MmtnYXJ0Mi9kVEFqaDZPaDA1dUlWcFZJWmRPbGl5NllOcFpQM0h6cXVtKzM0VHJlZTJkblpHUmtaUzM5Y0pJVFEwOVBidkcyWHRERnB3c2RSa1pGQ2lIRWZqemJORVNPbnROUlVJWVN4aVltZW50NS9mcHlveU1nL1R4Nlh0bnYxN1pmcjZNSUY4NDRkT1N5RTZOU3U1ZUtsSzlwMzZQVGNtNWlabFZxNWV2MS9Qa3VhV1ZuVHE3SVFva3daRzh1MzBPSUJBQUFVYWVYTGw1ZWFyK2pvYUxtekNKb3ZBQUJLbk5qWW1EYk5HM2ZvN0QvMXN5OTAweFVseVVsSjM4eVpsWFBQMEdFakprLzRaTnZXemMxYnRscXhlcjFhcmI0Y0hDU0VHRFIwbUZLcEZFTEV4c1RvVHE3ZzdLemI5dlNxTHIwMlVmcFJvVkI0KzlTUXR0Vi9UM2o4WnNGM3VoWHVPN1J0b2RKVFdaY3BVN3RPM1dFalB2eG03bXdIaDNKdDJyVlhxNTgvTy9KUmJLeC9oemJTZG1qb0RZMUdJNFN3dExUNjlwdTUzMzR6TjlmSnVxWDkxNjFkMWRDdmtibTV4WFB2YWZLQ0dpNlhRd2NQTEZ1eHhyV2lXOVZxbnRJdkFRQUFBRHAyZG5hR2hvYVBIeitPaW9vcURFdDkwWHdCQUZDQ1pHWm1EaDNZLzk2OXV6OTgvNzlMRnk3OHRHcHRtVEwvREVHZk9lT3orL2Z2MlRzNFpHVmxSVWRGQ1NIOHUzYTdIQnkwWWQzYVEzOGNXUHpkdDYzYXRFdExTN08yTGpOdzhIdlNKZEhSVWRLR3VibEZQdDl5S0xWVTBtTHp1cDIzYnQ1OC9QaVJFR0wyM1BsQ2lIRVRKaWNtSkppVkt2V2ltMWhaVzB1cisyZG5aL3Q2VjVWMmpwczR1VUhEUml1WEw3VzFLMnRuVjlhcFFnVy9SazN5K1p2Slo0ZDE1blRBc0NIdk5tN2FiT1hxOWRSZUFBQUF6ekl3TUhCeGNRa1BEMy80OEdGbVpxYSt2cjY4ZVdpK0FBQW9ZclJhYmZjdUhaT1RrMTUwZ2thalVTZ1V6LzE2TFNrcDZWYm9UV2tLWWVEcFUrOTBidi9Ia1pQU3l4dzNiZHl3Y3ZuU2V2VWJMbDIrdW5lUExsTHpKWVNZT3YyTHJadC9UVTlQajRxS2xLWU4ydGphbXBpWVNFZERRMjlJRzVXclZNMVBlSTFHazVLU0xHMC9keWFqVkNmZHVYTzdmYXRtYytjdmJOL3grV3R2NlQ3ZGdmMTdIenk0TDRRd0sxV3FWKzkrNTgrZlhiTnFoZlJlb1RYcmYvM1BQQm5wR2RLR3RKeFozbEpTVWtaOU9GeWowUnc1ZE5DL1k1dGZ0KzZ3dExUNno2c0FBQUJLbWlwVnFwdzRjU0k4UER3akk0UG1Dd0FBdkJ5RlFyRmwrKzQ4VG1qWnRHRms1TU5QeGsvdU4yQmdydm1NTC9MN3JoMHpaMHliTmVlYndVT0g2NFl5R1JrWjZhdjF6VXFWK21IcGluTm56M3d3Y3N4N2d3YzA5R3VjbnBIK1Y5Z3RGOWVLUW9qUUcwK2JyOXAxNnVaeGY2MVd1K2YzWGZ2My9xNVNxZUxqNDZXZEw1ckptSldWOWNHd3dURXgwVU1HOXBNaTZRNWxaS1JMRzFKYko0VDRhY2tQMGthZnZnTk16Y3gwWnhvWkdUZHAybHphVGtwTXpIa29wN1MwMUtmbkd4c0xJZWJObVhYczZPRThQa2daRzVzeWZ5L1V1bVBiMWtGRGh1VnhNZ0FBUU1sVXRXcFZJY1NEQnc4eU1qTGt6a0x6QlFCQThYSmcvOTZnU3hlRkVCTStHYlBraCsrblRmL2lSY09tZEs1ZXVYemh3cm1UcDg5TEMyQXQvWEZSYkd6TWlBOUdqZjFrdkRUZnNHUG5MaDA3ZDRtS2pBeTllZVBBa1JQTGZseThhK2YyTVIrTkUwS2NQM2RXdWtudHV2VnkzVFk1S2VuVW55ZWw3WXlNakErR0Q1a3hjL2E3ZzRiVXJ1RXA3Unc3Nm4xZGdaV1E4TFFPNjlYTlgycnJhdGJ5RlVKcy8yMXJpMVp0SEIyZG50NUhOMFRMeUVnSWNmWk00TWtUeDZTUllrT0h2Ly9jVDNmeXhMSDNCZzFZdW1KMW84Wk5uejJhcW11K2pJeUVFT01uVGhrL2NVbytmczFDbWpxYXp6TUJBQUJLRkM4dkx5RkVSRVJFZW5xNjNGbG92Z0FBS0VZeU1qSyttRDVWOTZOWGRlK3ExVHovODZxcTFUeDFwMlZrWkN6Njd0dW95TWlsUHk1NitEQmkwWTgvR1JnWUJBZGRjbloyMmJ0bjk3S1ZhOHFYZDZ6dTQvUE5uTmtqUjMvMFY5aXQyTmdZcVRhcVg3K2g3b1pIanh5YU5mUHpLNWVEczdLeXBEMHFsZXJveWNBS0ZaeUZFT25wVDVlOTM3cmpkOTNTWUI2dWp0STZYeHUzYkxleXNuNVIxTFMvcnpVeU5Bb091alI1d3NmU2o4MWJ0REkxTlgzMEtEWXBNVkhhbzlWcUh6MktUVXhJZUgvWTRFZVBZbnQxODU4MVovN0F3VU56M3pEMTZRMU5UUEsxdkwzTzdwM2JaMzA1WS9tcW42dFVyZlpTRndJQUFCUjdabVptdHJhMlVWRlJkKzdjS1Z1MnJMeGhhTDRBQUNnK3Zwa3o2K2FONjlKMlE3L0czLyt3ek1EQTRFemdhZGVLRmZPb2szTGF0blZ6VkdTa0VLSkRKLytmVnE0VlFwdzRmclIvbng0Vm5KelgvN3JWb1Z3NUlVVE5tcjUvaGQzYS90dVc4QWNQcEt2YXRlK1VjenFobzZQVHBZc1hjdDVXVDA5UHFyMkVFS2twcVVJSVl4T1RmSzZJbjFQRzMxOGJtcFVxZGZ0MldPTGZQVmRDUXNJSHc0Y0lJZUllUDViMkpDVWxTbnVxVkswbWxWT0gvdGpmcm4xSEcxdmJuRGZVelhZc2EyK2YveGpYUTY2TituQjRjbEpTdTFaTjV5OWM5RTczbmkvN1FRQUFBSXEzU3BVcVJVVkZoWVNFMUt1WGUyWkFBYVA1QWdDZ21MaDA4Y0tpNzc2VnRodjZOVjYzY1lzMGw5RGEycnBKd3pxZC9kOFo4L0c0bkc5eTFNbk96dTdtM3lFdExWV3IxVjQ0ZjA0YW9oVVIvcUJ0eXlaQ2lGdWhvU25KeWRldVhXblh1dW1PM2Zzck9MczR1N2k2Vm5UN2R2NWMzU0ppUFh2M3pYbERGOWVLdnJYcm5EOTN0aysvQWV2V3JzNTVLQzB0N2NtVE9DRkVoUXJPMmRuWnoxM2tYZ2dSRVI3KytQR2phcDVldVhKS1MwVllXbG9aR3h2WHJkZmd5SW5UWDMweFhhMVdmejV6bG5UT3NhT0h1M2ZwS0lRd015djE2NVlkLy9sTDB5MDZKb1R3NzlBbTU2SE1yTXc3dC85eWRIUXlNTWk5K0gxU1VtTFpzaytic29VTDVybDdWTTRWRlFBQW9JVHo4UEE0Y2VMRWxTdFg1QTVDOHdVQVFMR1FuSno4NFlpaDB1ekNMdTkwLzI3eFV0MFNXaTZ1RmIrZXUyRFFnRDRiTjZ5Yk92MkxaMmY4NmVucGJkdTFWeHJ3Tlh6b1FDRkV2d0dENXM1ZktDMWxWYjJLbTNUYXpLL21PUDA5YnF0RHg4Ny8rL1liYWJ1V2IrM0dUWnZsdXVlN2c0YU9tekNsWG9PR3VacXZ5TWlIVDdlMG9vYVhSODllZlh2MzdlL3M0cHJ6bkppWTZHNWRPank0ZjIvbXJMbnZEaHFpMng4YkV5TnR1RlZ5bHphTWpZMi8rbnBlZm40L3k1WXNydURzMHFwMTIxejdIMGFFU3h0dDJyYjM3OW90NTZHdnZwaCtOdkMwV3EzK1pQemszbjM3NS9OZEFRQUFBQkJDdUx1N0N5RkNRa0xrRGlLVWNnY0FBQUJ2d0VlalB3aTllVU1JTWVhamNVdCtXcVdydlNUdE8zYnUzYmQvUWtMOGhFL0dEQjNVLzdsTGpXWmxaYzM5K2l0cEl1SDRTVTlYZVQrd2I0KzBrcGR2bmJxZC9Mc3FGQXBwZjRkTy90S0dRcUdZT1d1dWJyOU9qMTU5bWpadjhleFQ3dDY1TFczVWIrajNNQ0ppNFlKNXpaczBhTm0wWVhsSHgrcmVQdFc5ZlhwMTgrL1J0ZE90MEp0cGFXbmpQeDQ5WnVRSTNiVXhNZEhTUmsxZjM1ZjY1V3plOU11MEtSUDc5ZW8yL3VQUnFhbXBPUTlGL04xODFhajFyM3NlT1hUdysvOHRrRWFmZlRaMTByZmZ6QkZDUExoLy82V2VDd0FBVUdJNU9EZ1lHQmhFUjBjL2VmSkUzaVI4ZXdrQVFKRTNhK2JuMjMvYm9xK3ZQMi9CZDczNzluL3VPWi9QbkhWZzM5NUhqMkozYnY4dEpqcDY0NWJ0MHRzTWRWWXVYeHAySzFRSTBhLy9RSDE5ZmExV3E5VnE1ODJaSmRWYlV6K2JrZlBrME5BYjBrWVpHeHZYaWhYekgvVktjTEFRUWw5ZnYzbUxWc3VYL1NpRXFGR2oxcGJ0dTNPZUV4MFZWYzNEUmVyZ0prNmVwdHN2eFJOQ05HdmVjdnduWTBLdVhYMzIvb2tKQ2RKR1FrSjhoN1pQcTdkTEY4NXJ0Vm9oeEpwVks2NWR1N3Byeng5SzVkTXYvNlNiVktsU1RmZjZTQ0hFeFF2bmh3enFwOUZvaEJEVlBMMldyVmhUMGEyU0VPTFVxUk96djV6UnBtMkhvY05HdUZaMHkvK25CZ0FBS0dsTVRVMnRyYTNEdzhObFgrcUw1Z3NBZ0tKdDN0ZGZMVnd3cjRLenkwOHIxMWIzOW5uUmFhVkxXMzQyNDB0cENGWEFxWk1mamY1Z3lVK3JjcDZnVXFuOEdqVTVFeGp3NCtMdmZsejhuYkd4Y1ZsN0I2bHNlbi9rNkhvNVh0MFlGUms1WmNJNGFUczZLcXBYTi8rTlc3WmJXSlRPVDlyTGw0T0VFTzA2ZERJMS9lOTNLYXBWYW5zSEI5MlAxNjVla2JxMkJnMGJOV3JjOUxtWDZOYjVLbFhLZlBmZWczbmZQem82Nm1GRWhCQ2lTN2Z1dXAwaDE2NzI2dWFmbEpob2FHZzQ1dVB4bzhkK29sYXJwVU05ZXZhSmlZNmU4ZG1ucTFZczY5YWoxOHhaYzE1aGtYNEFBSUNTd01qSXlNYkdKanc4L1ByMTYvSTJYOHgyQkFDZ3FMb2NIRFN3WDY5djVzNGVPUGk5SThjRGRMV1hWcXROVDA5UFRFaUlpWWwrY1AvK3JkQ2JsNE9EemdTZXRuZHcwTDNCOExjdG0vYjh2aXZuM1FZUEhiNTF4Ky9YYjkyYnQrQzdxdFU4VTFKU2RHT3M3dHkrbmZUM1d4UlRVbElHRCt6NzVFbWNhMFUzZDQvS1FvZ0w1OCsxYWRGRTkwN0pQR2cwbXVOSGp3Z2hSby85NUJVKzc4V0w1NFVRdzBlTWZORzYrQy9yN0psQWFXUlovM2NIU1h1T0hqbmszNkZOWE56ajloMDduemg5L3BQeGszUzFsK1REVVdPNzkraXQwV2cyYmR6UXJGRzkyMytGdlpFa0FBQUF4WXlSa1pHMXRiVVE0dWJObS9JbVljd1hBQUJGMWRyVksvYjh2a3RmWDMvdm5sMi83OXFSbVptWmxaMlZrWjR1dlFBeGw5S2xMYXY3K0xSdDEzSGw4cVhTbnY4dG1OZXVmY2RjcDVtWW1yNDdhRWlWcXRXNmQrMllrcHdzN2R5emUrZU1NbVhtTGZndUt5dnJ2VUg5endhZXJsbkxkOTNHTFdHaG9SM2J0ZFJxdFgrRjNXclJwTUhrcWRQZkcvNUJ6cFhnczdPeXBBMXBkdUdad0lEWTJKanVQWHBYOC9RS0REajFVaDgyT1NrcDRNK1R0bloyUTRhTnlNZnArZkw3emgxQ2lBOUdqckcwdExweFBXVEJOM09rU2FNREI3OVh0WnJud1FQN01qSXkwdFBUMDlQUzB0TFQwbExUMHRKUzAxTFQ0cDQ4bGk0UGYvQ2dWL2N1UjA2Y05qWTJmbE9SQUFBQWlnY0RBd01iR3h1RlFuSHYzcjNNek14YzN5WVdKSm92QUFDS3FoYXQycXhadFNJakl5TXFNdkxabzdaMmRsV3JlWHA2VnZmMHF1N2w3VlBoNzljeVhyeHc3dUtGODBLSVN4Y3ZKTVRIbHpJM3ozWGh4ZzNySm8zL1NDZ1VzK2ZPMTljM21EcDVmR3BxNmw5aFlZOGZQeG82c1ArcFAwK01IUFBScENtZjZldnJXMWxaajVzd1dWb0xMQzB0YmZyVXlXdFdyVml6YnFOMW1US3JWeTdmdi9mM3VNZFBTeUp6Q3dzaHhOWXRtOHFYZDV3OWQvNHJmTmcvRHV6THpNeGN2R1M1aVluSksxeityUFQwOVAzNzkxVDM5aGs1K2lNaHhKTzR1RzFiTjB2N1Y2Lzg2ZG56eTVVcjcrWHQ0KzFUdzZkR3pSRWZqT3I1VG1ldFZudjdyN0RmdG16cU4yRGdHNGtFQUFCUWJDZ1VpckpseTZyVjZ1VGs1RWVQSHRuWjJjbVZoT1lMQUlDaXlxOVJFME5EdzdTME5HbktucnU3aDd0SDVmK3pkOTl4VVJ4dEhNRG5LcjEzUklvQ0txZ0k5dDU3NzczRm5saGoxS2hSWTB5TVVSTjdOL1lHRnNTdVlNVUdGcG9DU3BmZU8xeS85NC9SeXdtSWh5L2NVWDdmUC9nY2UzdTd3M0t6cy92c3pET05temc1T1RkMWJ0ck0wTkNvekU5Tm1EU1ZScjZrVWltUHg1T1BmTDBMRDl2dzY1b0g5KytPSFQ5eHlkSVZWdlhyMHhUdm5oZlBPemszN2R1amk3V043WTA3OTkxYXRwSjk1S2NWcStMaVlqM09uU0dFdUxxMTNMWnpMeDBDdVhUWnozMzdEZWpadFFOZHJWT25yaW5KeVhkdTNUaDE5a0tKV0Z0QXdLdit2YnZKTHhFS2hhV0x2WC92cm5XLy9mR2w5RjdmNE95cEV4dzI1OS9qcCtrOG1LM2J0ak0yTnFFVFdkSWMvQTZPalp5Y205S0QyZHlsUlluak9XYmNCUGV6cHdraEgrSmlLNnRJQUFBQUFMV0ptWmtaaDhQaDgva1pHUm1JZkFFQUFFQ0ZhV3BxVHBnMHRXdjNIaTR1cnZLWjRNdlhmOENnZFd0V0ZoVVdObmRwWVdwbVJrTmdqMzBmbmpsNUlqN2h3NkRCUS8vWnNZY3VweG8ydENlRTNQVzVzMlBQL2c0ZE81ZllHb1BCMkxubmdLNnUzc1h6N21mUGU4cUhoNW8yYSs3ZzJDZ3BLWEhnb0NHL29zekxSd0FBSUFCSlJFRlUvYkhweHJXclp6MDhuWnlieW45Y1MxdDc3cno1eTM1ZUxiOHdMVFhWeGRuQjNNS2lXL2VlZE1uYnR5R1Rwa3hYc0dzVm04MDJON2NZUFhaOE9ldndlTHdMRjl5djN2U1dUZW5JWkRKNzkrM0hWVlByMUtsTDR5Wk9EZTBkNUlkdGx2YmpUeXQ4SHozZ0ZmT0dEQnVoU0trQUFBQUE2aG9hK2VMeGVPbnA2U29zQm9OTzhxMDBycTZ1bVpsWnI0TERsTGxUQUFBQWtKZVdtdnJpaFYvSFRwM3BoSXg4UHYvWms4ZXRXcmZSMXRFcHZmSzc4REFUVTlNdjlTQ1RpWXFNYUdqdlVHSmhWbGFtZ1lFaGc4RW92VDZQeDh2T3lqSTFNNnVzZFBVVmtwS2N6R1F5NVFOOGhKRGk0bUlORFkwS2JVY3FsWmI1MXdFQUFFQ0ZkTy9jcnJBZ1B5WW1SdFVGZ2NxVW5wNCtlZkxrdkx5OHhZc1hqeGt6UmxYRlFKOHZBQUNBT3NmVXpHemdvQ0d5WDlYVTFMcjE2UG1sbGVub3hhOHFIZllpaEpRVEwxTlhWNWROTktsODVoWVdwUmRXTk94RnU3eFZVb2tBQUFBQWFoc0RBd010TGEzMDlQU01qQXdWUGk5a3FtU3ZBQUFBQUFBQUFBQlFpN0haYkJzYkcwSklSa1pHbVlsY2xRT1JMd0FBQUFBQUFBQUFxSHoyOXZhSWZBRUFBQUFBQUFBQVFDM1VzR0ZEUkw0QUFBQUFBQUFBQUtBV2F0Q2dBWTE4aVVRaVZaVUJrUzhBQUFBQUFBQUFBS2g4OXZiMkxCWXJLeXVyc0xCUVZXVkE1QXNBQUFBQUFBQUFBQ29mZzhHb1g3KytWQ3FOalkxVlZSa1ErUUlBQUFBQUFBQUFnQ3BoYTJ0TENJbU1qRlJWQVJENUFnQUFBQUFBQUFDQUtrRlRmVVZFUktpcUFJaDhBUUFBQUFBQUFBQkFsYkN6c3lPRVJFZEhxNm9BaUh3QkFBQUFBQUFBQUVDVnNMR3hZVEFZSHo1OGtFcWxLaWtBSWw4QUFBQUFBQUFBQUZBbE5EUTBkSFIwaEVKaFVsS1NTZ3FBeUJjQUFBQUFBQUFBQUZRSk5UVTFmWDE5UWdnaVh3QUFBQUFBQUFBQVVLdHdPQndEQXdORXZnQUFBQUFBQUFBQW9MWlJVMU9qa2EvNCtIaVZGQUNSTHdBQUFBQUFBQUFBcUJKY0xsZTFveDNaeXQ5bFNrcHk5ODd0bEw5ZkFBQUFBQUFBQUtpR29pSWp6TTNOVlYwS3FCS3lQbDkxSmZJVkVCQmdaMmRYV0pDdjVQMENBQUFBQUFBQVFQVmtibTQrYk5nd1ZaY0NxZ1NUeWRUVDAyT3hXSVdGaFFVRkJkcmEya291Z0FyNmZNWEV4Q2gvcDdXVlZDcmx5ZUh6K1h3K1gvNVgyVThlanllUlNNUmlzVWdrb2k5a1AwdThvSzhaREFhTHhXSXltZlFuVlhvSm04MW1zVmdzRmt2dEUzVjE5VEpmeXk5UjlXRURBQUFBQUFBQUFDVXhNREJnczlrQ2dTQXJLNnRPUkw2Z29uSnljdExUMHpNeU1qSXpNK2tMS2owOVBTOHZUeVFTQ1lWQzJjOXlYa2drRXRyUFVCYXVrcjBvL1ZvV0JST0pST0l2RUFxRkFvR0FSbkRabjNBNEhQWVh5TjVTOVJFRkFBQUFBQUNvaFJnTWhyYTJ0cWFtcG9hR0J2MHAvMEpYVjlmSXlNalkyTmpZMk5qSXlFaExTMHZWNVlXNmdrYSsrSHgrVGs2T3RiVzFrdmVPR0lUSzBNZ1JEUjdSbnlrcEtSRVJFWkdSa1I4K2ZFaEpTVWxOVGFVL3BWS3BmSEJLUG03RlpyUDE5ZlgxOVBUMDlQVG9DOW12ZW5wNkJnWUd1cnE2ZEtHUmtSR1RXVlVUR2tna2tveU1qTHk4dkx5OHZOemNYTmxQMlpMYzNOejgvUHljbkp6OC9QemMzTndxS2dZQUFBQUFBRUFkUjBmelNLVlMyVS81RjdMT0RTS1JpTWxrMXE5ZjM4ek16TXpNek1MQ3d0N2V2bm56NWc0T0RwcWFtckpSTzFWM0Z3bDFpcjYrUHB2TkZncUZPVGs1eXQ4N0lsOUtVbGhZbUpXVmxabVptWm1aU1Yra3A2ZW55RWxOVFJXTHhZYUdoa1pHUnZyNitscGFXbloyZHMyYU5kUFYxZFhTMGlvUjN0TFYxYVV2bE45THNFeE1KdFBVMU5UVTFGVFZCUUVBQUFBQUFLaTdwRkpwY1hFeGo4Y1RDQVR5K1hEb3IwVkZSYlNQUWs1T1RuWjJkbEZSVVVGQlFXRmhZV0ZoWVVoSXlQMzc5MU5TVWtRaWtaV1ZsYlcxdGEydHJZMk5qYVdscFlXRmhZV0ZoWTJORFUxU0R2QU5hSit2b3FLaTdPeHM1ZThka2ErcUlwVktZMk5qQXdNRFEwSkMzcjU5bTVDUVVGaFlXRlJVUkU4cnhjWEZXbHBhMXRiV05qWTJyVnUzdHJHeHNiR3hNVFUxMWRMUzB0TFMwdERRb1BGMUxwZXJycTdPWURCVS9kY0FBQUFBQUFCQWRjZGdNRFExTlRVMU5SVlpXU3dXMDlBWWpZc1ZGaGJtNWVVbEppYUdoNGVIaFlXOWZQbnl6Smt6RW9tRURpUXlORFMwdDdkdjFhcFY2OWF0WFZ4Y3Fra25ES2dwWkhtKzBPZXJwcEpLcFRTUlZrRkJRVkJRME5PblQ1ODhlZUx2NzE5UVVDQkxjV1ZrWk9UazVOU29VU01uSnlkSFIwZEhSMGYwa0FJQUFBQUFBQUJWWWJGWVh3MlR2WDM3OXNXTEY0OGZQMzd3NEVGb2FPakZpeGRGSWhHWHkzVnpjK3ZWcTFlZlBuMmFOR21pcnE3TzVYSXhMaExLb2FHaG9hV2xsWnFhbXBPVEk1RklsUHh0WVVpbFVtWHVyOWFRU3FVWkdSa3hNVEhSMGRFUkVSR2hvYUdob2FIUjBkR2FtcHFXbHBaV1ZsYTBnNmlEZzBPREJnM3M3T3pRTHhRQUFBQUFBQUJxS0lsRUVoOGZUN3VEdlgvL1BpWW1KaTR1TGk0dVRrdExxMFdMRnExYXRXcmF0S216czdPVGt4T0h3MUYxWWFFNldyWnMyYjE3OXdZUEhyeHExU291bDZ2TVhhUFBWOFVJaGNLWEwxOCtmLzdjejg4dktpcUs1dTFpTUJndFdyUVlPSEJndTNidDZ0V3JKOHZHaFFvUEFBQUFBQUFBdFFDVHlhUlpldnIyN1NzVUNyT3pzN095c2xKVFUvMzkvVy9kdXJWOSszWTJtMjF1YnU3cTZqcDY5T2pCZ3dlcnFhbXB1c2hRdlZoYVdoSkNjbkp5YUxkQlplNGFmYjYrU0NxVjB1a1hSU0pSY1hHeGw1Zlg1Y3VYSHp4NElCQUkyR3cyaDhPeHNiSHAxNjlmLy83OU8zVG9vSzZ1cnVyeUFnQUFBQUFBQUtoQVNrcks1Y3VYang4L0hoSVNJaEFJdUZ6dSt2WHJKMCtlYkdob3lHYWp3dzBRUXNqWnMyZTNidDNhb2tXTDdkdTM2K2pvS0hQWGlIeDlSaUFRcEthbWZ2Z2tNakl5UER3OElpSWlJeVBEeHNiRzF0Yld6czZ1U1pNbXRCdW5sWldWcXNzTEFBQUFBQUFBVUMxSUpKTFEwTkNIRHg4K2Z2elkxOWVYRURKdzRNQlJvMFoxNmRJRlhjRGczcjE3eTVZdHM3ZTNQM0RnZ0w2K3ZqSjNqY2dYRVl2RjRlSGhBUUVCcjErL0Rna0pTVTlQejg3T3pzN09MaXdzYk5hc1djdVdMVnUwYU9IaTRtTDRDYnAzQVFBQUFBQUFBSHhKZm41K1ZGVFU3ZHUzRHg4K1hGQlEwTDU5KzVVclY3WnUzVnJWNVFKVmV2UG16ZFNwVTgzTXpFNmNPR0ZzYkt6TVhkZkZ5SmRJSkJJS2hVVkZSUThmUHJ4OCtmS05HemR5Y25Mb0RJeWFtcHBPVGs2ZE8zZnUzcjE3dTNidEZKd0xGZ0FBQUFBQUFBQks0UFA1MjdadDI3RmpSMzUrL3FaTm0yYk1tS0dob2FIcVFvRnFwS2VuOSt2WFQxTlQ4OEtGQzJabVpzcmNkVjJKZkVtbDByUzB0TGk0dUtpb3FNREFRSDkvLzRDQUFCYUxaV3RyYTJ0cjYram82T1RrMUtSSms4YU5HMnRyYTZ1NnNBQUFBQUFBQUFDMVJFUkV4TmF0VzY5ZXZUcG8wS0JObXpZWkdocXF1a1NnQWxLcHRGMjdkaUtSNk9MRmk3YTJ0c3JjZGUxUE5aZVdsdWJqNDNQOSt2V3dzTEQwOVBTTWpBeHpjL091WGJ0T25UcTFhZE9tcHFhbXhzYkc2TnNGQUFBQUFBQUFVQlVjSEJ4Mjdkcmw2dXE2ZXZYcXJLeXNZOGVPb2NkSkhjUmdNQXdORGRQUzB0TFQweEg1K245SnBWS0JRRkJZV1BqdzRjTVRKMDdjdm4xYkxCYXJxNnMzYXRSb3pwdzVRNGNPYmRhc21hckxDQUFBQUFBQUFGQlhjTG5jdVhQblptUmtiTnk0MGQzZGZjYU1HYW91RWFpQWlZbEpXbHBhV2xxYWt2ZGJxeUpmUlVWRlFVRkJBUUVCang0OWV2RGdBWi9QZDNCd0dEdDJiUHYyN2J0MTYrYm82S2pxQWdJQUFBQUFBQURVVWN1WEw3OTQ4YUtQajgvbzBhTjFkWFZWWFJ4UU5wcllIcEd2YnhRVEUzUHUzTG1yVjYvR3hjV2xwcVoyNnRScDVjcVZiZHUydGJLeU1qVTE1WEs1cWk0Z0FBQUFBQUFBUUozRzVYSUhEUnEwYjkrK3paczNyMTY5R3RudTZ4cWEyRDRsSlVYSis2M0JrUyt4V016ajhmejkvWGZ2M24zanhnMEdnNkducHpkbnpweTVjK2VhbTV1cnVuUUFBQUFBQUFBQThKbGx5NVlGQndkdjJiTEYwOVBUdzhQRHljbUp3V0NvdWxDZ0pMVFBWM3A2dXBMM1d5TWpYeWtwS1lHQmdjK2ZQL2YwOUV4SVNIQjBkSnd6WjA2dlhyMTY5dXlKbURFQUFBQUFBQUJBOWFTcnEzdjI3TmxUcDA3dDNidDM4dVRKbXpadDZ0T25qNm9MQlVwQ0kxK3BxYWxLM204TmkzeGxaR1FjUG56NHdvVUxVVkZSUmtaR1U2Wk02ZG16cDUyZG5abVpHWXZGVW5YcEFBQUFBQUFBQUtBOG1wcWFzMmZQN3Q2OSs4cVZLMmZNbUhIcTFLbXVYYnVxdWxDZ0RLYW1waXFKZkRHa1VxbVNkL2tOUkNKUmRuYjJ0bTNiOXU3ZEt4QUlXclZxdFhidDJsNjllcW02WEFBQUFBQUFBQUR3TFJJVEUvdjI3VXNJQ1FvS1FsK1d1dUQ5Ky9jVEpreVFTcVYrZm41c3R2SjZZakdWdHFkdkl4YUxYNzU4K2V1dnY3WnMyZExUMDNQczJMR1hMMS8yOGZGQjJBc0FBQUFBQUFDZzVxcFhyOTdDaFFzVEV4TjlmWDFWWFJaUUJnNkhvNk9qby94VVg5VjZ0R05hV3RybXpadTl2THdrRXNtQ0JRdjY5dTNicEVrVERvZWo2bklCQUFBQUFBQUF3UC9MeWNsSklCQWtKeWVydWlDZ0RHdzJXMGRISnk4dkx6TXowOExDUW5uN1ZkcWVLcVM0dU5qVDAzUHg0c1ZDb1hET25EbXJWNittY1VFQUFBQUFBQUFBcUFXa1V1bXpaODlZTEJidTkrc0lEb2VqcGFWRkNNbk56VlhtZnF0ZDVFc2tFajEvL256SGpoM1BuajNyMjdmdmdnVUwyclJwbytwQ0FRQUFBQUFBQUVDbGtVcWw5KzdkMjc1OWUvUG16ZHUyYmF2cTRvQXlzTmxzRFEwTlFraE9UbzVTOTZ2TW5YMlZVQ2c4ZlBqdzVzMmIxZFhWOSt6WjA2dFhMeG9PQkFBQUFBQUFBSURhUVNxVmVuaDQvUGJiYjBaR1J2djI3VE14TVZGMWlVQVpXQ3lXcHFhbTh2dDhWYU1NOTBLaDhNOC8vMXk4ZUhHUEhqMkNnb0tHRGgyS3NCY0FBQUFBQUFCQXJTRVVDbCs5ZXRXclY2OUpreWJWcTFmdnpwMDd6Wm8xVTNXaFFFbFlMSmE2dW5yZEhlMlluSnk4YWRPbVk4ZU9yVisvZnVIQ2hWd3VWOVVsQWdBQUFBQUFBSURLa1phVzl1clZxOHVYTDN0NmVscFlXS3hhdFdyUm9rV0dob2FxTGhjb0Q0dkZvcU1kNjJMa3E3aTRlTk9tVFFjUEh0eStmZnVVS1ZQb2dRQUFBQUFBQUFDQW11N05temUzYnQyNmVmTm1VRkNRdnI3K3FsV3IrdlRwMDdoeFl5YXpHbzFDQXlXUTVmbXFpNUV2UHorL25UdDNidHEwYWM2Y09hb3VDd0FBQUFBQUFBRDh2OExEdzIvY3VISDA2TkhRMEZDSlJOS2tTWlBkdTNlUEd6ZE8xZVVDbFpIbCthcHpHZTRMQ2dvV0xsdzRiZHEwZWZQbXFib3NBQUFBQUFBQUFGQUJFb2trT1RrNUxTMHRPVG41dzRjUDRlSGhvYUdoUVVGQkFvSEExdGJXeWNscDZ0U3BuVHQzZG5OejQzQTRxaTRzcUJLYnphWjV2dkx6ODZWU0tZUEJVTkorbGJPYmNwdy9mejR1THU2dnYvN1MxZFZWZFZrQUFBQUFBQUFBb0R5RmhZVUpDUWtKQ1FuUjBkRmhZV0ZSVVZIcDZlbFpXVm5wNmVuNStmbFdWbFl1TGk0Ly9mU1RpNHVMdGJXMXRiVTE3ZVlEUUFqUjBOQmdNcGtDZ1lESDR5a3QxWlhxSTE4ZUhoNDZPam90VzdaVWRVRUFBQUFBQUFBQTREOFNpU1FxS3VyOSsvY1JFUkgwWjJob2FGSlNrdnc2YkRhN2VmUG1mZnYyN2RTcFU3ZHUzVXhNVEZSWFhxanVORFUxbVV5bVdDd3VMaTZ1UTVHdmpJd01Eb2RqWkdTazZvSUFBQUFBQUFBQXdFY3BLU21OR2pXU1NDUzZuK2pwNmJWdjM5N0l5TWpVMU5UQ3dzTGEydHJPenM3ZTNsNU5UVTNWaFlXYVFVTkRnOFZpMGNpWDBuYXErc2lYU0NTaWVjNVVYUkFBQUFBQUFBQUErQ2dySzR2SDR5MVlzR0RFaUJIYTJ0cmEydHBhV2xvNk9qb1l2UWpmVEYxZG5jbGtDb1hDdWhYNUFnQUFBQUFBQUlCcWlNRmdPRG82ZHVqUVFkVUZnVnBDVTFPVDl2a3FLaXBTMms2WlN0c1RBQUFBQUFBQUFBRFVXUm9hR2d3R1E4bWpIUkg1QWdBQUFBQUFBQUNBS2tmemZJbEVJa1MrQUFBQUFBQUFBQUNnVnFGNXZpUVNDWS9IVTlwT0Vma0NBQUFBQUFBQUFJQXF4K1Z5NldoSGdVQ2d0SjBpOGdVQUFBQUFBQUFBQUZXT3crRXdHQXlKUkNJVUNwVzJVMFMrQUFBQUFBQUFBQUNneW5HNVhEcmFFWDIrQUFBQUFBQUFBQUNnVmxGVFUwUGtDd0FBQUFBQUFBQUFhaUU2MmhGNXZnQUFBQUFBQUFBQW9MWmhzVmhzTnBzUUloUUtwVktwY25hS3lCY0FBQUFBQUFBQUFDaURwcVltSVVRZ0VJakZZdVhzRVpFdkFBQUFBQUFBQUFCUUJocjVRcDh2QUFBQUFBQUFBQUNvYmREbkN3QUFBQUFBQUFBQWFpZFo1QXQ5dmdBQUFBQUFBQUFBb0ZhUmpYWkVueThBQUFBQUFBQUFBS2hWWkgyK0pCS0pjdmFJeUJjQUFBQUFBQUFBQUNpRHJNOFhJbDhBQUFBQUFBQUFBRkNyb004WEFBQUFBQUFBQUFEVVRscGFXdWp6QlFBQUFBQUFBQUFBdFJDSHd5R0VpRVFpek8wSUFBQUFBQUFBQUFDMUNwdk5Kb1JJSkJKRXZnQUFBQUFBQUFBQW9GWkI1QXNBQUFBQUFBQUFBR29uUkw0QUFBQUFBQUFBQUtCMm9wRXZzVmlNeUJjQUFBQUFBQUFBQU5RcUxCYUw5dmxTMmg0UitRSUFBQUFBQUFBQUFHWEFhRWNBQUFBQUFBQUFBS2lkRVBrQ0FBQUFBQUFBQUlEYUNaRXZBQUFBQUFBQUFBQ29uWkRoSGdBQUFBQUFBQUFBYWljYStWSmEyQXVSTHdBQUFBQUFBQUFBVUJJNnR5UDZmQUVBQUFBQUFBQUFRRzJEUEY4QUFBQUFBQUFBQUZBN2NUZ2NSTDRBQUFBQUFBQUFBS0FXUXA4dkFBQUFBQUFBQUFDb25XakFTeXdXSzIyUGlId0JBQUFBQUFBQUFJQXlTQ1FTUWdpRHdWRGFIaEg1QWdBQUFBQUFBQUFBWmFCOXZwaE01Y1dqRVBrQ0FBQUFBQUFBQUFCbFVPWTRSNHF0NVAxVkV5dFdyUER3OEZCMUthRE9HVHg0OE02ZE8xVmRpbStFV2dNcVVhTnJEU29PcUVvMXJEaW9DNkFTMWJBdVZGU2wxNTJzckt5aW9xSkszQ0JVYzVxYW1xTkhqejU4K0xDcUN3THdIeHI1WWpLWlNodnd5RkJhTHYwdmNYVjF6Y25KaVltSlVmSk93MExmdEhHeXFhd04zdHd4djdJMkJiV1ZXYjhWSm1hV1N2NnFWeUxVR2xDK21sNXJLcjNpb05iQVYvVmZ0UHYxdS9ocVdISFFpSUR5MVlKR3BDcnFqbjlvSEp2RmRHdFV2N0kyQ05WY2NHUWlnNjJlblozOWJSOFBEUTExYzNQYnVYUG43Tm16Szd0b1VIZEZSa2FPSFR2V3lNam80TUdEdHJhMlN0aGpIZTN6UlFneE05VEJOUk1vVTRONnh2a2lWUmZpLzROYUEwcFdDMm9OS2c0bzJjMGQ4OXZQMkZJOUt3N3FBaWhaN1doRUtyM3VPSS9kb0t1dGpzcFlkL1JmdERza05sUFZwUUQ0RE0xd3I4d2s5OGp6QlFBQUFBQUFBQUFBeXFEODBZNklmQUVBQUFBQUFBQUFnRExRUGwrWTJ4RUFBQUFBQUFBQUFHb2JqSFlFQUFBQUFBQUFBSURhaVU2MGlENWZBQUFBQUFBQUFBQlEyOGp5ZkNsdGo0aDhBUUFBQUFBQUFBQ0FNdEErWDhvYzdjaFd6bTcrVHpObnp2ejMzMzhyZmJQYVhaZFUxcVlLSG02cnJFMEJWQXJVR29CdlVNMHJEbW9OS0UwMXJ3dW9EbEJ0VmYrNlF3aHBabTlaaVZzREFLZ281ZmY1cWhtUnIxZXZYbWxwY0lkMWRWRjFRUUJxRE5RYWdHK0FpZ05Bb1M0QWZKdnFYM2ZPM242cDZpSUFRRjBubTlzUmZiNUtNdExUT3JCeWdxcExBVkNUb05ZQWZBTlVIQUFLZFFIZzIxVHp1dVBoODFyVlJRQ0F1ZzV6T3dJQUFBQUFBQUFBUU8yRURQY0FBQUFBQUFBQUFGQTc4WGc4UWdpYnpVYWZMd0FBQUFBQUFBQUFxRlg0ZkQ0aGhNUGhLSzNiRnlKZkFBQUFBQUFBQUFDZ0RNWEZ4YlRQRnlKZkFBQUFBQUFBQUFCUXE5RFJqaHdPQjZNZEFRQUFBQUFBQUFDZ1ZwRkZ2bGdzbG5MMmlNZ1hBQUFBQUFBQUFBQW9BekxjQXdBQUFBQUFBQUJBN1NUcjg0VThYd0FBQUFBQUFBQUFVS3ZRdVIzUjV3c0FBQUFBQUFBQUFHb2J6TzBJQUFBQUFBQUFBQUMxRSszemhkR09BQUFBQUFBQUFBQlEyOUErWHh3T0I2TWRBUUFBQUFBQUFBQ2dWcEhON1lnK1h3QUFBQUFBQUFBQVVLdGd0Q01BQUFBQUFBQUFBTlJPc3RHT2lIeEJsVXZKekZ0LzZMcjE0Tlh2NGxKVlhaWWFKalk1YzlsT1Q3TitLd3FLK0tvdVM2MlZscFcvOGRqdEJzUFgrZ1pFcXJvc1pST0p4UDBYNzdFZnNlNXRkSktxeTFMRGlNV1NpL2NDdXN6K1o5VmVMMVdYcFM2U1NxWGVmbUVqbGg4Y3NIaVBxc3Z5UmRjZWg5UWJ1SExSMytkVlhSQUE1WG4rSm1iQ0wwZTZ6ZDJtNm9JQWxPRnRkTkw4TGU0bWZaYXJ1aUJmVkEwYmp1cC9OUXVnS2dLQlFNbWpIZG5LMmMzL0x6dXZhUGt1VDFXWDRvczJMeGl1NmlKVWdGUXFYYmpWdzkzbmRSRlBVSFY3dWZzaS9QcVR0NWZ1QldUa0Zzb1dzbGhNZFM3YlNFL0wwZHBzYUpmbUUvdTE1bkpxekplUUVNTGpDMy9ZNG43cGZxQlFKRloxV2I2dTV0YWF0UWV1bmJybG41YVZyOXdTVlV4U1JpNjlqcm43NHAxekE4dXEyTVcvVjU0K0M0bStjRGRBSkpiSUZySlpUQzBOcnBtaHJuTUR5NmtEMi9acTA3Z3FkbDExcmowT1dYdmcydnNQYVlTUVRpMGFxcm80WmFqT0ZlZi9iMnNDM3llczNIUFpOekNLRU5LNVdoNS82dHJqTjdrRlBIZnZWenVXanE2SzdVY21wQis1OHRUYlB6d3NKa1YrT1p2RjFGRGpHT2xwMVRjM2RHdFVmMEJINXc3TkdpZ3Q5MnAxVTUzclFvMjc5Q3JmdTdqVXhkc3UwRGJGdFZGOXVuRHZoWWZlL3VIZWZ1SDAxN1V6Qnl5ZjNMdjg3U1NsNXppTjNVQ2JqT2IyOWJxMWRGZzB0cnVaa1c3Vi93WHdtV3BlZDhSeUZ4V0t5Qy9pZmYrWCs0Mm5iL2dDVVpVVnFoSlVkY1B4L2tQYTBhdlB2UDNEdzJQL2F6aVlUSWFXT3JlZXFVRWJKNXM1SXpxNU9GakozcW9SVjdNQUtpRVFDTVJpTVlQQjRIQTRTdHNwUXlxVkttMW5aWEoxZGMzSnlZbUppU2xubllLQ0FoMGRIU1VXcXNJS0h0YXdCM1JGUE1IcmQvSDlGdTRtaEx3NjhYTWpHN01xMmxIQXUvak9zLzhoaEF6djVySm14Z0FUQSszMDdJSUxkMTl2T2VVakZJbWIyOWZ6MmpySHhLQmEvM05MS09JSnJqd0tudm5IYVVKSXlzMU4ycHBxQ242dy9Zd3QrU0p1K1YvMVNsU2phNDFVS2sxS3oyMDBlajBoNU9iMkh6cTcyaXUzYUlwYXMvOXFlRnpxN3AvR1ZPbDl4VTczKzZ2MlhpR0UvRHByNEpoZWJqcGE2akdKR1RzOUhseTRHMEFJR2QrbjFiNFY0OWhzVnRVVm9ISVY4UVJjTnF2dDlNM3ZQcVF0SE50dDQvZER5MWxaeWJXbStsZWMvNyt0a1VxbERBYmpoODNuamwvMzY5eWk0YzBkOHl1cGFKVXNKREp4NVY2dllWMWRaZzd0V0hWNzRmR0ZqVWV2ejhndHREVFIrMmZ4U09jR2x2bzZHbG01aFVFUkNXZnZ2THI1OUMwaHBMV1R6ZDRWNDVyWW1sZGRNU3BkcFZTY2FsNFhhdUtsVnpuNEFoR2J4Vno0dDhmeDYzNnVqZXI3SHZ4Ujl0YlNIUmNQWEhwTUNMRXcxZ3QxWDhNcDkyeS8vdEQxTGFkOENDRU42aG0vUEw2aVpqMWNyQXJLYjBScVJOMGhoRFN6dDN6Mjd6TEYxNWRLcGU3ZXIralZiN1d0ZXNwcE9JcjVBc2VSNjdQemkrd3NqZllzRzJ0dXJCZVRsTEhUL2NIRDF4Rk1KbVBsdEw0cnAvYWxhMWFmcTluK2kzYUh4R1ptWjJkLzI4ZERRMFBkM054Mjd0dzVlL2JzeWk0YTFGSDUrZmxqeG96SnlzcGF1SERoeElrVGxiUFRtdEVpYW10clYyNkV6dFhWTlNzbEx0UjliU1Z1czJiUlZPYzJ0NjlYNlp1ZHQrbnN2cC9IeXk5cGJsK1B3V0JJcGRMNlpnYU8xcWFFRUFNZHpWWFQreld5TVp1Ni9rUndaT0tNMzA5ZitYdHVwWmVrNm1pcWMxMGNLdi9RVmJvYVhXc1lERVk5VTMwMUxydWFQMTNjTUhld0V2YlM0dFB6UStjR0Z0Ym1ob1FRZzhiV3g5Wk8wZGZXT096MTlPeWRsNDQycHNzbWZhVWpRUFdocWM0bGhEZzFzSGozSVUzVlpTbERqYTQ0aXFEZGx4clVNMVoxUWI2aW1YMjlhLzk4WDlWN1VWZmpOTFkxZnh3VVphU25OYWhUTTdyUVFFZXpvWlhKaU82dWQ1NkhUVjEvL0VWb1hJOTUyNi8rTTY5VkU1dHYyTVd2QjYvUEc5bTVKbmE2cWZWMW9WcFI0N0lKSVM0T1ZvVDRsWGlycTZzRGpYd2xaK1I2UGdnYzA2dmxsemJDRjRpT1hudE9YenMzc0tpS3NGZE9mdkZmSis3OCtVTjVUeXlnK3RjZDU3RWJLdm9SQm9PQmhvUFNVT00ydERKK0dmYkJXRis3aTVzREljVFIyclJYNjhiamZ6bHk0K25iUDQ3Y3NqTFJuenlnYlEyNm1nVlF2dUxpWW9sRXdtYXoxZFhWbGJaVDVQbXF1OVM1bFh4SjlDd2t4djl0YkltRkxCYVR5eW5qK2VUSUhxN043QzBKSWZkZXZndUpUS3pja2xRMU5hN3l1bVhXWmR5YTA0K3BTcW1ybGYxOVd6TmpBSXZGSklUc1BQZEE2WVg2ZjZsVjl2a0hLZ1E5UVdTK1ZMOElJWDNhTmZIYU9wZkRadVVYOGNldStqYzd2NmlpRzg4cjVCMjk5dXovTGlQVUZXV2VHSFUwMWMwTWRheE05UWtoZTg0L0t1Zmo1KysrNXJCWkZzWjZWVmZIRDE1K1hLV0pNcUE2UThNaG8xR3E0V0N4bUJzL1JZUi9QM0pMUGlrS3JtWUJTdVB4ZUJLSmhNVmlhV2hvS0cybmlIelZYY3hLVFZ4U3hCTXMyT3BSb1NkY3JScGIweGRoc1NsZlc3ZDZZU2tyRDE4ZHgyVFcwZHc2Q2pMUzA3S3pNQ0tFWk9jWEpXZmtxcm80RllOS3BGcVZlLzZ2eGRvNDI2Nlkwb2NRa3BxVi8vdVJteFg5K0xLZGx6TGxNbDBDbE85TEowWVdpemxyV0VkQ3lLdndEMzZsSGpISzdML2tPM05vQnc2N3FzNnVZYkVwVzA1NlY5SEdvZnBEdzFFK2V5dVR4alptaEpERTlKekkrUDk2dGVOcUZxQTBQcDh2a1VpWVRDYjZmRUVOazEvRUc3djYzL0FLQnJERWtvK0JNallMRDBNQXZvVlk4akZKYlEzSzh3VlFzOHdiMlZsYlE0MFFjdUs2WDI1QnNZS2Zra3FsNnc1ZU8zM3JSUldYRHVxS2FZUGEwMjRtZTg0L0xIT0ZwOEhSWWJFcDN3M3BVRVVGZVA4aGJmaXlBOFY4WVJWdEg2QVdzREl6b0M4UzBuSlVYUmFBYW8yT2RtU3hXTXFNZktIYnFtcmNlL0Z1OS9tSHdaR0pSVHhCUXl1VDJjTTZUdXpYdXNTTW52NXZZM2Q1UEFpSlRFckx6amN6MUJuY3VmbVBFM3JxNi96WElUQy9pSGYyOXNzRGwzeS9HOUxoaDlGZC9kN0cvckx2U3NDN0JMdDZSaHZtRE83WDNva1E4aVlxNmJmRE54NEhSV21xYytlTjdMeDBZcTh5eTVPZW5iL213TFViVDk1SXBhUlB1eVliNWd5eU5OR1hYOEUzTVBLZk0zZlRzd3NTMDNQVXVad2VyUnhYVGV0WHoxU2ZFQktmbWoxOCtjR29oSFJDU0VSOHVsSHZaWVNRSVoyYkgxMDd1WndqSUpGSWZBTWpDU0VjTnF0ajh3YWxWMGpOek50OHl2dlcwOURrekZ3alBlMys3WjFXVCs5WElsVktia0h4OXJQM0xqOE1Tczh1ME5GUzcrVFNjUFYzL1d3dGpPVFhLU3ptSDdyOHhNUG5kVnAydmtna2RtdHNQVzlrNTk1dG04aXY0L2MyZHY5RjM0QjM4WUduVjExK0dMUnlqeGNoNU9UNnFiS3NMb0h2RTdhZThnNk9UQ3JpQ1d6TURhY1BibC9PbndaVkxlQmQvTituZlo0RVIrY1dGTnRhR0kzdDNYTEorQjd5bmZDakV6TTJuL1FPaVV6TXlTOHU0Z3RhTmJINWNVTFA5czNzWkN2RUptY2V1dnprNUEwLzM0TkxDNHY1MzI4K0Z4R2Y5dnZjSWRNSHQ0OU96S0J2K1IxZGJtYW84OC9aZTBldlBzdkpMK3Jmd1hubjBqSHlFeHFrWnVZZHVmYnNYNituaDFaTjdON0tVYlpyQlQ5T0NCR0p4SHN2UHJycUc2S3ZvNW1XbFc5cG9yZGlTcCttRFN6b0U4S3ZUdkVibTV3Wm01eEY4N21ZNkd0L3c0R2lNOXh0T2VuOUtDQXl0NkRZd2toM2FGZVhKUk42NkdoKzFnaDk5VnlVVzFCOCtwYi9RYy9BaVlSVEFBQWdBRWxFUVZRblAwM3FOYWhUc3dWYlBYejh3MFowYjdGbitUaTZnbEFrM24zKzRiazdMNHY1UXA1QU9MeGJDOXcrVlU4OHZuRHZ4VWNlUHErakV0TFZPT3oyelJ1c210WlhOdE1jblJIczdKMlhSNjgrSytZTDQxT3p6UXgxaG5keitXbFNiOWtvTFpGSWZQWHhtd09YZkcwdGpmYXRHUGY3a1pzSFBaODQxRGU1dUhtMnRvYmFsVWZCK3kvNU5ySXgyNzFzYkZCRXdycUQxNStGUk5jejBkOHdkL0RBamsxbGU1RktwVDcrNFFjOEgrY1g4bTd2V2tBWENrVmlCVDlPdlkxTzJuVGNPek8zZ01ObVplUVVqTzdwTm10WVJ6VU9tOEZnMEdIQ0N0TFQxdWpadXBIWG8rQml2dERiTDJ4VVR6ZTZ2UHp6eklnVkJ4OTltc1BlYWR3RzJrbnovWVZmRlRtR1VOVThmRjR0MzNVNUk2ZUFKdWo1ZTlISTdxMGMvengrKzErdnB5bVplVFNYL0xqZUxXa214OURvNUZYN3J2ajRoeHZyYSs5Yk1hNS9CMmU2a2ZqVTdKM3VEKzY5Q00vSUxWVGpzcnUzZFB4eFFrLzUrWUxLcVFzR09wcDBIYzhIUWZzdlBrck55czhyNHJWdmF1ZmM4SXZUQkJ2cGFZM3QzZkxZdGVkWEhnVW5wR1ZibVJxVVdHSGZSZC9SUGQzS2JBdW9yN2FNaEpEclQ5NXNPZWxkVUN4SVRNdk9MK0lUUXJiL09Hcm0wSTdlZm1Hek5wNmhBMzZQWFg5KzZwWS9JZVN2K2NOa2VjVExiMjdLYkhQWGZOZi81clBRdXkvZTBYVTZObSt3YkhKdjJXekYyODdlMjM3MlhtWnVZYy9XalU3L05sM3gyWVJBSlM3ZER6aDArVWx3WktKQUtHN2EwSEwrNks0amU3aktyMURPZlVSdGFqaXlQblh5MWRQK3lnQ3VyOWJIQ2wxUEF0UTR0TThYbDh0RjVLdVdXM2Z3MnNtYi9vZFdUZWptNXBpWld6aDQ2YjU1ZjUzekRZdzZ1R3FDYkoyOUZ4NXUrUGZtcnAvR25QaDFLazhnM0gzKzRmcEROODU1djd5eC9RZDdLeE5DeUlGTHZyczhIdEQ3WGtMSW9jdFB0cCs5NTlUQVFrZExMU3dtWmNLYUl3LzJMY25JS2ZodXcwbTN4dGEyRmtiQmtZbnJEbDdYMDlZb1BkMUpja2J1aU9VSFA2Um0wM3ljN3Q2dkhnVkUrdXhlYUdOaFNGYzRlUG54ajlzdUxwL2NlODJNL29TUTM0L2MvT3VFdDI5Z2xQL1I1ZXBxblBwbUJpK1ByL0I4RURSNTNUR0graWF2VDY1VTVDQnNQdWtUazVSSkNGa3l2a2ZwMUw4QjcrSW5yRG42MDZSZWEyY015Q3ZrcmRwNzVjalZaN2VlaDk3YnUwaDJ0ZmYrUTlxd1pmdTd1VGw2NzE1b3JLOTk2UEtUSmRzdVhIL3k1dmJPK2MwK0plOVBTczhac2VKUVBSTzlTNXRubXh2cHZvbEttcjdoNVBEbEJ4ZVA2Lzc3dkNIMHRuL3A5b3Ywd3N2YTNPRGVpM2NMdDNwazVSVVJRbzVkZTA0alh4ZnV2cDYxOGN6cTZmMk9yWjNDWkRKTzMzb3hmNHY3dC83ejRmOTE4b2JmMWxNKy95d1plWGoxcE5DWTVIbC9uZHZ3NzAzZndFalB6WFBvakZldndqLzBYN1NuWFZNNzc5MExOZFc1M241aG8xY2V2dnNpL01taHBVM3NMTVJpeWR4Tlp5OC9ES0tSbDVTc3ZGbC9uSTVMeVJLTEpkdk8zSTFNU0w5MFB6QStOWnNRVXNnVERQNXBmM3BXdnFXeFhuSkdyb2ZQYXhhVGVXajF4OGxIVnU3eE9udjdSWWJjT0NheFdMTDI0RFVGUDA2dnhrYXVPQlQ0UHY3aGdSL3RMSTJLZUlJUnl3OTJtdlczYklVSCt4ZVhrMUZiS0JJdi91ZUNWQ3BsTWhsL3pCdnlEUWVLRUhMVk4yVDJ4dE8vemhxNGJja29GcE01ZjR2NzVwUGUxeDYvdWJ0M29TejQ5ZFZ6MFQ5bjd1Njc2RXVIVzBxazBzbS9Idk4vRzF0WUxEaCszVy8xOUg2V0p2b0ZSZndoUy9mbEZmTE8vUDZkbzdWcFVuck8xUFVubm9Vb2RhWXRVRVJXWHVHd253NjBiV3JudVhtMmxvYmF2b3VQZmo5eTYrNkxjUGMvWnNpZUZrejc3ZVRsaDBHWHQ4enUyYnB4UVJGLzBycGpmeDYvRTVXWWNXVE5aRUxJemFkdjF4Kys4U1lxaVJCaVkyRzQ4ZWl0ZlJkOTh3cDUvcUZ4Mjg3Y2pVN004SG9VSXBWS0hhMU52UjRGTDlycTBjVE9YRTliNC8ySHRFbHJqL2tkWFU1blFYa1pGcmRxejVXbklkR0VFTmx0d04wWDRVZXZQbFBrNDVTM1g5ajRYNDdPR05yaDVQcXBoSkJiejBKSC9Yem9sLzFYNmJ0OTJqYTV0TGtDRTFTMWRyTHhlaFJNQ0hrVkhrOGpYK1dmWndnaG5wdm5aT1FVMkE1ZFF3Z0pQYmRHdnBrci94aUNFb3pwMWJKbFkrdlcwLzRTQ01YelJuYWhqeTVXVHUwN3JLdEx1KysyaU1XU1A3OGZJZ3R4T2pXdzJQL3orRWFqMTkvYy9qMzk1OUxiK0lscmpzNFkwc0gzMEZJTk5jNzFKMjltYnp4ejRWN0EwVFdUaDNScFhuNWR1UE04Ykd6dmxuVFN4ak8zWGh4ZE82VmZlNmNpbm1EMXZpc2JqOTRxcDlqZmoreHk3TnB6a1ZoeTBQUEpiM01HeWIrVmxKNXoxVGY0NFlFbFgvcnNWNyt4dEpyODhOZTVtenZuTjdFMUY0c2wyOC9kVzNmd09uMnJkOXNtc1Y0YmZ0eCs4YURuNDJrRDIrMVlPbHArNCtVME4wd0c0MHR0N3I2THZrRm5Wcy84NDlTNU82OElJUWRYVFpSZGR0S0xRNzgzTWNWOG9kZldtalFKVWgwa2xVcC8yT3dlbDVMMTk2S1JEYTFNYmo1N08zK3orOVQxSjhKalUxWi8xNSt1VS81OVJLMXBPQXFMK1JIeGFZUVFMWTJ2VENQMjFTdlZDbDFQQXRSRVBCNVBLcFV5bVV3MU5lV0ZjVEhhVWRrT2V6MzUrL1RkNDJ1bjlHemRtTVZpbWhycVRPelhtaEJ5NXZhTDBPaGt1czZEVisrWDc3cThiSEx2VVQzZEdBeUdoaHAzMmFUZXM0ZDNTa3JQSGJIOElNMHRPbnQ0cDRCVHEwd010T250YXpGZkVIeG05ZmsvWjc0NHRzTGEzRUFnRksvYzYzWGs2bFAvWXlzdWJaNzk5TitmcGc5cVJ3alpmK2x4NlNLdDNPdTFidGFBakR1YlAxejlmZkc0N2pRVzl2M21jL1Jka1VpODdzQTFRc2lFZnEwWkRBYUR3Vmd4cFkrbU9qYzZNYU9jWkJOZnd1TUxud1pIVC9uMStPOUhicXB4MmF1LzYwZGJRWGw1aGJ3SmE0NHVuZGh6eHBBT2V0b2E5YzBNanE2WlpHOWxrcFNldTNUN0picE9RUkYvOU0rSGJDeU05cTRZWjZ5dlRRaVpNYVM5cnBaNlhpSHZyeE4zNkRwU3FmUzdEYWRTTXZPT3JadGlicVJMQ0duYTBQTFNYN00xMWJuYno5MC9jdlVaSFpQdnRYWHVxdW45Q0NFOGdlalk5ZWZ2TC94NlpNMmtUaTROeC9kdFJTZEluclh4ekpoZWJqOU42c1ZtczVoTTV1UUJiV2NONjFUUlB4d3F4ZXZ3RHo5dXYzam05K2s5V3pkV1YrTzROYloyM3ppRHlXUThlQlZ4NEpJdlhlZVBJN2VLZUlMaDNWem9ISUs5MnpicDdHb3ZFSW92M2d1azJWSU9yWjRvdTNiNTYvZ2R6ODJ6Nys5ZDFMTjFveDlHZC8xajNwQlR2MDJqYi8yOCsvTGljZDFmbnZqNTd0NUYveXdaUlFqeHVQdGFOdFpwNC9kREhoOWVLbDgyRm91cCtNY0pJVHZPM2IvMzh0M1VnZTNzTEkzb2pJZjBUa2FOeTc2NS9ZZkhoNVorNmJJcE83L295cVBnSHQvdjhQRVBOelhVT2JOaHV1d2hlWVVPVkhCRTRyVGZUaXdZMDIzT2lNNmE2bHcxTHZ2N1VWMElJYUV4eVdjK0RkRlM1RnowNDRTZXIwLytyS3VsVGdnNWR2WFpqQ0VkUXM3OE1xNVB5eWtEMnRKRXkvUCtPaGNZa1hEMmorL285YVdsaWY3SjlkUFF2YVVhK3Y2dmMzYjFqTGNzSEc1aHJLZXJwYjVpU3ArSi9Wb0xoT0k1bTg0Vzh3WDAxc0x6UWFDNWtXN1AxbzBKSWRxYWFqUUgxc1g3Z1FLaGlCRFN2NFB6OHlQTHVyamFFMEpDWTFMeWkvaXhYaHRXVE9uZHMzV2orYU83bmZwdGVwKzJqV244Nk9iVHQ0R25WOS9jTVQvZzVFcDdLeE9oU0h6c1V5YjRsbzJ0Nyt4ZU1HVkFXL215OVd6ZFdNR1AwMFprMWgrblJXTHg2dW45NkpKKzdaMW9OWm5VdjgyakEwdTIvemlxUWtlR2ZwUGxCN0NVZjU0cHgxZVBJU2hIUXl1VFlWMWQ2QzJvYkdFVFcvT2VyUm9SUWdMZUo4aXYvQ2dnWWxESHBySUlVWHAyL3FTMXgxbzJzVjQzYTZDbU9wZkJZQXpxMUd6UDhuRjhnV2phYnlmb3RWdzVkYUY3UzBjYUN6aHc2ZkdXaFNOb0QzMU5kZTdmaTBhVWY3ZnMxTUNDYnZEWXRXY2wwc3dmdXZ5a3JiT3R5NmVKZ0V0VDVCdTc1YVIzWjFmN0pyYm10RVZiT3JIWDBDN052M29reTI5dXltbHphWXZ6NS9kRGRUVFZTdndqNk1pQWwyRWY1bzNzOHRVQ2dHcnR2ZkRJTnpEU1krTU1wd1lXYWx6MnNLNHVmeTBZUmdqNTgvaWR3UGNKaXR4SDFKcUdZNGY3QTlwVGN2YXdUdVhNbmFMSWxXcUZyaWNCYWlJZWp5Y1dpNUhodmpZckxPYi9kdmlHazUxRloxZDcyY0krN1p3TWREVDF0VFZrUFdPWGJyOUlDQm5mcDVYOFoxZE42OHRoczZJVE13NTRQcVlUNVhMWUxCdHpRMEpJUjVjR0M4ZDJwNzF3amZXMWgzZHJRUWpKeUNrNHRuYUtxYUVPL2ZqRS9tMElJZTgvcEVvK0pRYVMyYnBveEpoZUxkVzRiRU5kcmQvbkRaa3pvaE1oNU9IcmlMZlJTVFFibDFBa1lUSVplbG9mKzRCd09lejZwdnAwRjRyLzdjZXZQMjgwYXIzVm9OVjlGdXk2ZEQ5dzdjd0I0UjVyVjA3dHl5aVZML1BFOWVjcG1YbnlmejZiemVyY29pRWg1TmJ6VUhxdVArRHBHNVdZTVdmNGZ4RW9KcE01cHBjYkljVGEvT016dzB2M0F4OEhSUTN1MUZSKzZGWjlNd002Vm5IOW9ldjBYbzRRNG1SblRnakp6QzFjT2JXUHVocG5USytXdDNiTzc5aThJU0hrcHgyWGhDTHhvckhkNVVzNHV1ZG5YYmhCYWY0NjRlM2lVTSs1d1gvalFXd3RqQnBZR2hOQ1BIeGUweVhGQWlFaFJQL1RXQkpDU01ONnhvU1FqTnovdnE1T24yNWdCblIwYm1obDR0YlkybXZyM0Rrak9oTkNyRDZOODEwMnVYZmZkazcwOWJqZUxabE1obGdzZWYvaFk4cFNCb05oWldwUWVuSWZCVDlPQ0RsNyt3VWhSSDVvVEJ0blcyTTlMYjVBRkpPYzJjTFJxdlFrU2o5c2NiY2ZzYzUyNkpvSmE0NUdKYVFmWHpjbDlOeWFRWjJhZmR1Qldudndta0FvbmkxWGlabzJ0SFJ1WU1GaU1XVURFQlE1RjlHcHgyaG56UHJtaHNPNnVwZ2E2aHhlUFdudmluRU1CdVBoNndqUEI0RURPamc3MVAvdnNhcTVrVzduRnZZRXFwT2dpSVJyajk5TS9meTJvVWNyUjBKSVdsYit3OWVSaEJEYWEwTitvQ3V0WEdLeEpDZi92NnZ3SmgvUHFBVy96aHJJNWJEWHpCamd0WFV1Yll6bzk4VFVRR2ZmaW5GME8xb2FhclNQakd5cUU5b29PTWc5aDVkUjVPUDB1WDFHYnFHbGlaNnUxbjhuL3dFZG5Ha3cxNjJ4dGF5WlVKQnNPenpCeDFHNmlweG55cVRnTVFRbG9NOGRyL21HOEFYL3hSeEg5WFFsaEp5NzgxSXMvdTlpNmV5ZGx4UDZ0WmI5K3NmUlc1bTVoU1ZPak1PN3ViZzQxQk1JeGJJZUl1WFVoWno4NGw4UFhqYzExSkhmQ0pQSkhObWpSZmxscHRHaXJMeWlzM2RleWhieUJhS2oxNTdQTFRkSXBNZzNOam9wNDJsd3RQd2NwdDhOK1hwdUIwV2FtM0xhWEJNRG5ja0QyaEpDRG5rOWtkL3N2WmZ2R1F4RzcxTFBkYUJhNFF0RVcwNzVqT3JocXFYeFg2K05IcTBhMFJmbjc3NVcvRDZpSmpZY0JjWDh4TFFjT3MzWGJvOEg5TkY3ajFhTmZ2bXU1RVA5RWhTcGo0cGZUd0xVUkxLNUhUSGFzZGE2OS9KOVZsN1JnTTlIbFRlMk1ZdjEyaUNSU3VrUUpMKzNzZTgrcEJub2FNb2VNbFBHK3RxZFc5amZlL25PM2Z2Vmt2RTk2RUkxRHBzUVlxaXJKYittaFpFdUlVUlBTME0rNlRWTi9TQ1JTSXQ0d2hLRHc0MzFQc3NLc1dKeW44TmVUOFZpeVpPZ2FPY0dsbXBjOXJWdDg0cDVRaE9EajBHMGtNakUvR0krSVVRa0xobEVLOGZVZ2UwMmZqLzBSV2hjci9rN3hXSkpkR0tHYklNbFhIL3loc0VnZzM3Y0o3OHdyNkRZMGtTUEVKS2NtYWVuclhIaFhnQWh4RTB1K3d3aFpQdVBvLy84WWFpR0dwZitldUtHSDMxR1dtTDd3N3U1N0RuL01ETzMwTnN2bkxaOGRMN2hlaVo2c2llNjFKdW9wQ2ZCMFFZNm1pVTJZbVpZY25nbUtBRmZJUEo1RWE2am9kWjkzbmI1NVNLeDJOSkVyL2pUSGVtK0ZlTmV2STBiMHZsalBDZzVJNWVPcTVYL3VuSTVINnRHN3phZlpYd2poSEErdldWdDlsOFdGVTExcnI2MlJsWmVVVUVSWDM1bGRTNm5STDRxeFQrZWtwVlh1aEpabVJsazVCWkdKMlNVZVFUMkxCdmJ2NFB6am5QM1YrKzdrbGZJNHdtRVpUNVVWT1JBWmVVVjNudjV6dHJNd0ZndUtReUh6Zkk3dXB6SC83alpDcDJMNkNFdGZaZEN1NWgxS0pYTHo4eXc3T29QcW5MOThSdEN5Qy83cjZySnpXRElFd2pwaVRjdE81OFEwcm1GL2FuZnBzbkN0UktKNVBtYmo2TldSV0w1R2R6WmRPWFMzMC9hek5VMzA1ZC81bUZwckVkNzhzcXZxVjVXcjBBRlAwNVROWldzWEtiNnROTVdYeUNxYUpkRDJjYjFQejJnVXVROFV5WUZqeUVvUWZlV2poYkdlc2tadWJlZWg4bzZONzBJamFOVGVYcjdoOVBlV0dsWitTR1JTWDArRGZqbDhZWDBmdDdKcnVUVnhiQnVMa0VSaWQ3KzRWbDVoZlRDN0V0MTRleWRGM21Gdks1dURpVXlCMzMxNm1KQUIyYzdTNk9ZcE14OUZ4NTlON2c5clFqbjc3N1dVT1BJdm8xbFV1UWIyOERTMk85dGJNL3ZkL3l6ZUdTM2xvNjA1UFpXWllRU1pCUnNsOHRwY3draFA0enFlc0R6c1c5QVpNQzdlRmxXd1JNMy9DYjFhMTJobEh5Z2ZQNXZZek55Q2k3Y0MzandPa0syVUNxVjBvYURQcXRXOEQ2aUpqWWNtYm1GUzdaZGlFcEl6OGd0WkxPWW5Wd2FqdTdwTnFsZjY2OU9PcVJJZmF6UTVTaEFqVU1qWDJ3Mlc1bWpIUkg1VXFxUXlFUjYyaXF4bk1WaXlzNlJ6NEtqNVo4d3kzTnRaSFh2NWJ2UW1HUTZDZWlYSnNxbHAzZ3BrY292bE0yZitOWHJjbE5ESFlmNnB1R3hLVW5wdVhSSnU2WjJOSy9RaGJzQng2NDlxMjl1d0NBTTJyWXAvcmRUcloxc0ZvN3B0dTNzdlZNMy9VZDBhOUduWFJuWFFHRXhLZm82bXZmM0xmN1NSaVFTeWR2bzVES1BwQ3pzUlFpaHR4T2xqNlNMUXowbWt5R1JTTjlFSjlQSVYrbCtaOVQ5Vis5eGkxNTlSQ2VtOHdXaVFaMmFIVjgzcFp6VmJDMk02Q3dIdmdHUit5NCtLdVFKZUh4aGlhOHIvUUtYaWNrbyt6cWJYb3FWdURVdFhRRVYvN2kxdVdGSVpGSjhhcGI4YW5TdVJrTTl6YksyOGRHQ01WMnZQQXIyZXh2NzgyNnZucTBibTVkS2s2ZklnWG9ibFN5UlNEVTFTdFlnV1ZFcmVpNHFzeEpKcGRLSEFSRzBrMWM1ZnhGVUIvVFI5OUcxaytYN0laWkdCNGhsNXhjZDlucHk1VkZJRytlUHFlamtXNE55SnI0dnM4MzZWRHMrYTV1WVpXMUZ3WS9USi9NcG1Ya0NvVWpXZDVMT0pxeWpxU2E3Q1ZkY2FsWWVmVkgvMHgySUl1ZVpMMUhrR0lJUzBLN2lPODdkOS9CK1JTTmZPZm5GTjU2OG5kUy96YW1iL3FkdSt0SElsN3ZQcXhIZFc4alNJNzZOU2M0dDRKVjViblIxckUrL0EyK2prMm0zMWkvVmhmc3YzeE5DekN2K0ZJM0paTTRlM21ubEhxL3d1TlM3TDk3Um9WajdML25PR3RheC9DQ1JJdC9ZbGRQNmp2cjUwUHNQYVlOKzNOZTVSY09WVS90MmNYT1F6NzFWbW9MdGNqbHRMazN0TktSek04OEhRVHZjN3g5Yk80WFdqaHRQM3ZvZFhWYnV3UURWb3czSG9uSGRTeWNSbHFmSWZVUk5iRGhzekEwOS9wejV4WEovbVNMMXNVS1hvd0ExanF6UEYwWTcxbHE1aFR6NmlLQ2NkWkl5Y2draFJYeEI2YmRNRFhSb3Z5MmhxQUtkcmI0QmpmWElOeFhYSG9lMG5MSXBLQ0xoMUlicGgxZFBLdi9Pdkh5L2ZOZS9zWTBaSVdUQlZvOHloNm5uRkJSbjVSYnl2anoxVzM0Ulh5S1JsbjhrYy9LTEM0c0ZoSkFpWHNudGFLaHhhVklKZ2VBclNWWGlrck8rTGNBSFZTR25nRWZ6K0g1MXpiQ1k1RDd6ZDIwN2UyL05qUDVlVytlNk9INHg5WWtLVFIvVW5vN0psUTFBTHVJSllwTXlhWnFNY2o3SVpETDMvVHhlbmN2SnppOWF1TldqOUFxS0hLamN3bUlsbkl1eTg0dm9MU0xxVVBXWFUxQk1DSkU5OFBnU2lVVHk5Mm1mZHRPMzZHdHIrdXhldU9hN0Fjb3FZQVgwYWR2RTBrUlBJcEY2UGdpU0xhVFBTOGIyYnZtbFJ4M2w4QStOb3kva0o5NzY1dk5NalRpR2RjU0V2cTFvSWdVNjFQVFl0V2VqZTdyT0h0YVJFSExqNlZ0NmhqeDcrK1ZFdWFHT3NqcFNWT29xeGZSVGw1YXZwbXlMUzhrcS9ZUlNRVk1HdE5YV1VLUDVsUWdoVDRPajM4V2xUaHZVN3FzZi9PbzN0bGVieHJkMnptOXNhMDRJOFEyTUdyQms3NVJmajVkSUtGYUM0dTF5K1JhTTZVWUl1ZndnNkVOS0ZpSGt2TS9yMWs3V0RhMU0vcy9OUWxWVHNPR28zUHVJS2xMcERVZjVhc1NWS2tEVktTNHVSdVNybHRQVzRCSkNYb1NXblJpZURuZlhWT01TUWpKeUNndUxTM1prcFdGK1kzM3RxazRPTFJLSjVYUDZiangyZTl6cUkrdG5EOW8wZjFnNUUyWXJTSTNMM3ZmemVCYUxtWmllczNLUFYra1ZOTlE0SXJHa3pLbmZhRGhNNjFOWHJ4ZWY3a2JrWmVVVlNpUVNEVFVPYmFYaWtqTkxyNlBPNVJCQ0xFMzFTcjhsajE2VnBueDYyZytxUlpOcUJiNVB5Qy9pbFg1WGxyWHR6dk93TG5PMk5YT3d2TFI1ZHBOU28xR3FqMW5ET2s0YjFDNGlQbjNqMGR0U3FWUWlrYXc1Y0pVbkVPMWJNZTZyU1lnY3JVM3AxQkEzbnI0OWUvdGxpWGNWT1ZEMHhpa3RLejh1T2F2ME9wVjFMcElGdk9nZ0Fxak9OTGdjT21OZG1lL1NjNjlRSkI2Ky9PQ09jL2V2YlpzM2ExakhhanROZ1JxWGZmYjM3OHdNZFg0N2ZDTXFJWjNlWSt5LzVOdkd5V2JEM01FVjNWcGhNZi9laTNlRUVCTURiVmwrdW04K3o5U1VZMWhIT0Rld2JHNWZqeThRZVQwS0Vvc2xoNzJlekJuUjJhMnh0Wk9kaFVBbzl2QjVGUnFkTEpaSTVEUEhhNnAvN0JWYit1cEMxbUhXOGxPQ25pK2g1OFp2T3pIcWFXdlFHWGk4L2NQZmYwamJkOUYzWE8rV0piSmVsS2JnTjdaZFV6dS9JOHYycmhoWHowU2ZQcHVadXY1RU9adFZzRjMrcWpiT3RtMmRiVVZpeVo0TGoraFF4OG1mNXh5RTZvbCtBYjdVY01pK0FKVjdIMUZGS3JmaEtGOU51VklGcUNJU2lVUWdFQkJDTkRRMEtqMnNYQTVFdnBTS2ppTDVrSkw5NE5YN0VtKzlpVXJ5OEhsRkNLRlJmNmxVNnZlbVpJQXN2NUJIeDhCWGRUay9wR1lUUXVnMEswK0RvemNldmRYR3lXWjR0L0w2b1ZRSUhmTklMMjU4L01OTHZHdGYzNVFRc3RQamZ1a1AvblhpVG54cU5wdk5zcmN5SVlTY3VPNVhlcDIxQjY3UkJxeXhyWmxzekdNSmRPNlZyeDdKK3FZR2hKRGNBaDVOOWwvYXR6MndoVy9Ub0o0eGs4a281Z3NQWFg1Uyt0MEZXejFveW9idk5wd1VpTVMvelI1VTFqYXFFUWFEOGRPa1hxNk42b2ZGcGd6NWFmK29udzlMSk5Lbmg1ZU82ZFZTa1k4dkdOTzFyYk10SVdUNUxzL1V6MitmRkRsUXNoRnRKMjQ4TDdFQ2p5Lzg0K2l0U2prWEdlaG8wQkRiMCtEb01sZEFYN0Rxdzc2K0NaMktwSFJYM0hzdjNsMTZFRWdJK2VmTTNic3YzazBmM0Y1K3ZvTHFxV1ZqNjNGOVdqazNzSmkveFgzc3FuL1hIYnkrWmtiL1d6dm55MDk0b3FBalY1L1JmZzAvak9wS1F4di96M21tQmgzRE9vSkdrZHk5WDNrOUNuSnRWSjhPYUtXZHZFN2Q5RDl6KzRWOGh5OUNTSE1ISzNxWi9yelU4emthL1RFejFISDgyaiszdnBrK3phVW9MaXNCeFZkN21zOGIyWVhCWUVpbDBuVUhyMTE3SFBMVkNSQVYvTVkrZkIxQjgyOU1HZEQyOWNtZkovUnRUUWk1K2ZSdFdFenlsejZpU0hPam9QbGp1aEZDamw5Ny9qZ29Lam94by95K3oxQk4wS3Z4WnlFeC9xVm1lOC9LSzF4NzRIb1YzVWRVa1Vwc09NcFJnNjVVQWFxSVdDem04WGlFRUIwZHBlWVVRdVJMcWJxM2FrUUhpaS9iNVNuZmpZTEhGeTc2Ky96QWpzMElJZjNhTnpIVTFhUnpDWlg0K0x1NFZGbm4vS29UbVpBZW41cmRyYVVEdlRlbWFYcktUS1F0a1IrT3ptUlVLT2U5Yk16akQ1dmRTMHhvMWIrOUV5SEUyeTk4ODBsditlVWhrWWxQZ3FMcFZTbk52dkUwSlByVVRYLzVkYndlQlV1bFVwcDRpRTZaNUI4YUY1bVFMcjlPZkdwMkVVL2cycWcrbmJxN0hEMWJmNXllWnMvNVIyV3VJQkJpbUwzeTZHcXBkMnplZ0JDeThlaHRtaVJGNXZqMTUwWjYyb1NRd0lpRW5JSmlGcE9oVm1waVJEcEN0dnBJenNqdHMyRFg3bVZqVG0rWWZ2WHZlWmMyejk2MlpKVGlqLzdreHp6Ty8venVRcEVEWldHczUrSlFqeEN5eStOaGlidWFOUWV1dFhheXFaUnpFWlBKN043S2tSQnk4OW5icU0rcklTVVFmV1ZNRUNoTi8vYk9OTEgzak45UHlVOTFsMXRRdlBiZ3RkNXRtOGh1akwvYUhGUUhmeDYvSFpXUTd2SG56SnM3NXJ0dm5PSHg1OHdaUXpxVW5pLzFxOEppa244N2ZJTVEwc0xSYXRHNGo1UDhLbmlla1dVTWtHOFphOUF4ckNQRzltckpZakVmQjBWdFBIcjcrMUZkNmNKeHZWdXlXY3lnaU1UajEvM0dmdjQwd2tSZnUxZWJSblRpd2hKeEszcGlITnU3NVZmenN0T3JpL1RzQXRuc2gvSytlbW5oYUcxS3kzRFZONlI5TTd2U00vbVVvT0EzOW84anQyUkJOeTBOdFgwcnhqbGFteEpDRWorTlphTkpsT1FURENuUzNDaG9TT2RtdGhhR0JjWDhLYjhlSDlYRHRYUWlWNmlHT3JWb1NKOXZ6Zmo5Vkh4cXR2eGJLM1pkN3VwbXIvaDlSSFZRV1ExSCtXclFsU3BBRlJHTHhjWEZ4WVFRYlcybGRnSkY1RXVwVFBTMWFRN0lzSmlVbmovczlId1FGQlNSNE83OXF0UHNmeHlzVFdrYVVRMDE3cnBaQStsa1BVRVJDYkxQNWhmeGJqNTkyN04xby80ZG5HVUw2ZlcwV1BMWnRSZHRSMHFjUFdXOWswcXNUS2ZIbHYvMXQ4TTM5TFUxL2w0MGt2NXFvSzFKbjlqUW9ZVkZQTUhHWTdmcDVWMVdibUY2VGdHOTF0SFJVS00zOHpTaUozdjZKNUZJNkRWYzhlZjV0dFM0N1AwclA0NTVuUFBuR1lsY3FXWU42MmlzcDBWTE1tVHBmZytmVjdlZmgyNDhkbnZBNHIyTHgzKzg4ZmhoZEZlYXErdUhMZTYvN0x2eUlqVE9OekJ5eGU3THN6ZWVYdnhwc3JtNUl6cmJXUnBKSk5KMUI2N0o3OXJkK3hXRHdkaThZTGpjRVpQU0tZcEtISmxtOXZYNnRtdEMrNmJKUDgrODR4ZEdYNVI1TXcrVmhYNjk1VzhhVjB6cHcyQXdlQUxoc09VSEZteHh2L1k0NU1xajRBVmIzSC9aZDNYeHVPNjBreEc5YmRoM3laZitaOC83dktiemNHWGxGWW5Ga2t2M0ErU3JBNzlVTmhaWmZwWXlxMVdKMkM2OUFaQmZVL0dQcno5OEl5azk5MGxRVk1DNytORG81TERZbFBjZjB1SlRzMHRudUpOOU0wdU1ISEcwTmwwN3N6OTlKci9UL2JNK2tsODlVSVNRbjZmMnBUVzYzNkk5QnowZkIwVWszSG9XT3VyblEzZGZoSS9xNFZyUmM5SEhTbFRxZUM0WjM0UEpaQWlFNGtucmpxVmw1ZE9GNlRrRnI5L0ZFMEtpdmpDTEpWUzEwcFdyczZ0OUo1ZUdoSkJiejBJN3pOaHkwUE94ajMvNHdjdVB1ODNkMXJtRlBSMmZZcUNqU1FnNWZkT2Zqb2ROVE10WjlNOTUrdkdzdk1JWG9YRjBkaXI2YlMvOVpaQlZFSEdKNWtrcUxhdHlTUWdoSlNJTENuNDhOam56ejJPM1U3UHlINzZPZUJPVkZCYVRIQjZYR3BXUW5wNVRRRXJoQzc2WVUvSlYrSWNCUy9ZVzg0Vk9kaFllRzJmSWNwd3JlSjdSMWxDam5ZUG8wNWNyajRMVHN2SVZQSWFnTkthR09qMWJOWkpJcEpycVhGa2VOek1qWFpvOHZvMnpqVm1wQ1RvMnpCbk01YkRpVXJKS2RIUnk5MzVsYXFpemZISWYyWkl2MVlWSi9kdlNoS28vN2J3b3k5c2dFb25wdkRxSjZaODFCRHlCc0hSYTBua2pQdmJ6K241VXlRNWZ0TW1RLzJJcitJMU5TTTgrTHRlVm5zVmkybHVac0ZoTTUwK1JOWHJkRlJtZlRpc2puVUZia2VhbW5EWlhmbmYwYjBuTHlwOHlFRU1kcXlOWjBKTW1SU0dFNkdpcUx4alRsUkFTazVUWlljYldqY2R1MzNrZTV1NzlhdkRTZmUvaVVnZDBjRmI4UHFLbU5SeWlNbThjdm5EY1BtdHdGYXlQRmJvY0JhaFpSQ0pSWVdFaElVUmYveXZKQVNvWEVrd28yL3JaQTk5RUpUMEtpSHdUbFRSNTNURzZzRlVUNnkwTC93dkV6QmpTSVN3bVpmOGwzNUVyRHUxYk1hNnJtME44YXZhaWY4N2JXaG9kWGoxUnRqRUtOd2dBQUNBQVNVUkJWSnBZTEtFUFdCSS9UeTFKTTZlbVplZExwVkxaMEZuWlBXZDhhcmFSbmhhOXlPamlhdjhvSUhMYzZuOS9uVFZ3Y09kbVFwRjQ0OUZiajRPaUxtNmVMUnNNMWErRDB5LzdyL0lFd3I0TGR6VnRZQm1ibkxsb1hQZTJ6cmErZ1ZGL25mQStmemZnd3FhWmhKRG1Edlc0SEZZeFg5aC8wUjRqZmExQm5UN08xUHY2WFR4dFhZSWlFdVRMUXdocDFjUm0wZGp1LzV5NWUvM0ptOWwvbnRtNmNLUytqZ1loeE1SQTUrVDZhYU5YSGk0bzV0OTcrZTdleTNkMC9VWGp1Zy9vMkpTK3JtOW04Tzh2a3lhdE95WVFpcmVmdTcvOTNIMUNDSnZGUExocWdtd0lpYVk2OS95bVdmMFg3Zlo2Rkx4Z2kvdnE3L3JyYTJ1Y3YvdDZ5eW52blV0SHl5Y3FUczdNSTRTa1pSZkVwMmJYbDVzOG1CQ3lkL200Zm90MlI4U25MOWwyNGRMOUFMZkcxb0h2RTR3L0pTa1k5Zk9oRWQxYmJGc3lTcGxEbE91SXRLeDhPa2RCckZ3dWxXNHRIVGZNR2ZUTC9xdGlzZVRvdGVkSHJ6Mm4vL2VUNjZmUnRIU05iY3diMjVxSHg2YXMzT04xOG9aL1RrRlJ1NloyRS9xMjNuSHUvdTNub1cybmI5N3gwMmhDU0hMR3grR0JyOE0vMEdmYU10RkpIMk14OFduWnNueGJ4WHdCSFFKR2srOVM2VGtGZVlWODJlamdpbjZjWGpBdDMzVzV4Qit1eG1VUDdOaDAyNUpSdEo0U1FsNkdmNkF2QXQ4bmp1anVLci95L05GZHJ6d0tmdjRtOXBmOVY1a014dHdSbmVsYzJsODlVSVNRd1oyYkxaM1k4Ky9UZHpOekMzL2NmcEV1Tk5iWHZySHRlOWtUVGdYUFJSS0pKRFVybng3UEdVTTZ5SmV3amJQdHhubERmdDdqRlJLWjFHcnFwbUZkWFZoTTV2TzNNZnJhR29RUUgvL3dmZ3QzTDUvY3U4ZW4vcFdnSExGSm1YU21kckZZSXV1ZmNtVE5wSUZMOWtiRXA3LzdrQ2I3U25SbzF1RFhXUVBwNjJGZFhid2VCY2NtWjdXWXVMRkJQZU9FOUp5OXk4ZGRmaGdrRmt2Ry8zTEVyVkg5RTc5T0pZUWtaK1lTUW9MZUo4aW0vcFNKVHN5a3paRDhRbm9HVGt6L3JEQzBLaVdtNTM2MlVMR1A4d1FpbWdoeTRKSzlKZjV3TzB1amRUTUhqT3JwUm44dExPYUh4NlhTcm0zUDM4UTBzVFhYMDliSUwrSUZSeWFldmYzeTVFMS9CaUhUQjdYYk1IY0liWjRvQmM4elhBN2J4YUZlNFB1RTJSdlB0R3RtcDZIR0dkS2x1WUxIRUpScGZKOVdkL3pDZmhqZFZYN2h4SDV0YmowTExUSFVrV3JhMFBMUXFva3ovemk5Y3E4WElXUlMvellDa1dqekNlL2d5TVR6Zjg2VS82cDhxUzdvYXFtZldEOTE1UEpEdVFXOFBndDJEZXJVek1wVS8vNnI5M2FXUmpUSFFvZVpXMmNQNnpSM1pHZmFReVF6cnlnNUkxZDI5aWFFOUc3YjJOSGFWQ0FVRFpCN0FrRnpoOUViOWRDWUZGbU5VUEFiU3doWnR2T1NSQ3FkTnJBdGs4bDhFUnIzNEhYRThrbTlaUHVsM1lHZkJFZVBXWGs0UGFkZ3g0K2pGV3h1eW1sejVVMFowTzZQbzdmcW1SaTBhbUpUd2Y4aEtJUHNlaXcySmN2KzAvd0RLNmIwZVJPZGZOVTNKRHUvYU9QUlczU2htYUdPOSs2RjlEdXY0SDFFRFdvNENvcjRVWWtaaEpDWXBJd2lucUQ4L29tbHIyWVZySStLWDA4QzFEaENvYkNnb0lBUVltUmtwTXo5TWxRK2I1MnJxMnRPVGs1TVRCbkptR1NPSERuaTYrdGJpVHU5Y3VVS3Y3aGdlTGNXbGJYQi9UK1BWM3hsZ1ZDMHkrUEJ5UnYrSDFLejZwbm9qKy9UNnNjSlBVdDNBL1o2Rkx6L2ttOXdSSUpFSXJXdmJ6cWhiNnRwZzlwcHFIMDh2ZDU4K25iZlJWOGFGZUt3V1ZNSHRwMDJxRDJEUVk1Y2VYYnlwaC90WnRXalZhT3h2ZDJHZDJ1eDhlaXRTdzhDUDZSazA2UU1rd2UwV1RhcHQydzd4NjQ5OTNzYm0xZFlYTi9VWUVpWDVvdkdkVGYrUFAza25lZGhxL2RmaVVuTWJHNXZ1V0hlNEk3Tkc3cDd2MXI4ejNtM3h0YnkyYmc5ZkY2dDJudUZFUExqaEI3ZmorcDY5MFg0TmQ4M2x4NEV5dWFQNjlpOFFkdW1kajlPNkNtN0x1UUxSQjFuYnFVM0hucmE2ajFhTmZwdHptQjY1UmVaa0w3eDZLMTdMOS9uRi9FY3JVMi9IOW1sZExyVDRJakUzNC9jZkJ3VUpaWkkyamRyc0dwYTN6Yk90aVhXU2M4cDJIekMrOGFUTnlsWmVhWUdPdTJiMlMwYTExMldyVFk1STNmekNXK1B1Ni9vREhTMkZvYkR1cnI4UG0rSS9CYXk4NHYrUEhiYjgwRlFWbDVoRTF2ekplTjd0R3BpMDM3R2xza0QyczRiMlpsT1M2eUk5ak8yNUl1NDVYL1ZLMUdOcmpXbmJ2b2Y4SHdjOEM2ZUVLS3ZyVEdoWCtzbDQzdklycUh2dlhqM3o5bTdMME0vU0ltMHRaUE42dW45NWVPWUVmRnBpLzQrL3pMc2c2V3gzc0p4M2I4YjNENHNObVh3学习辅助92MHROUzNMUm5WeGMxaC9hSHJsKzRIMHFzV0hVMjFzYjFiTHAzWWkwWTh0NTd5T1hYVG4zYlFzRFkzR05HdHhhcnAvWTVlZmViNUlQRDVtMWhhbUluOTI2eWMydmZDdmRmSHIvdlJFaHJxYWs3czEyYjE5SDc3TC9rcStIRjlIWTM4SWw3ZkJidEZZa2xXWG1GK0VhK1lMNVR2cDltN2JXUFB6WFArdmZMMFNWRFV4ZnVCOUFFbWs4a1kzcTJGVzZQNnNsRlg5Ty90TUdOck1WOUlkOXJWMVdIZnB3TmIvb0dpUEI4RTdYUy8veVlxU1V0RHJYOTdwelV6K3BmT3pWeit1ZWowTGYrVE4vd2ZCMFhSNUdYRHVyck1IdGF4cyt0bktjQnVQdy9kZXNvbjhIMkNsanAzWUtlbTYyWU9YSHZ3MnZ1NDFCOUdkeDNhcFRtYlhjWms0WlNTYTAzMXJ6Z1ZhbXZLbEppVzgvZVp1MGV1UEtWUGpMdTZPVXpxMTJiOHA0R3J1UVhGVzAvNVhMb2ZtSnlaYTI2a082NTNxMldUZThuKzF6Uk4xWUZMajNNTGludTFhZlRuRDhQcW14bjh1UDNpMmRzdlJ2VnczYkp3eE90MzhZY3VQN2x3TDRCZVdyUnJhanQ1UU51cEE5dlJITmk3eno5dzkzNU4zeHJadzNWYzc1WTI1b2FIcnp3OWZjdWYzaGgwYitVNFkwaUhaZzB0ZDU5L2VQVHFNMXJDWG0wYXp4cldzWjZKdm9JZnArbUJ6dDUrdVdxZmw2Nm1lbFplVVNHUEx6OThqTUZnK094WmFLU245YS9YVTIvLzhQRFlGUG5qdzJJeHRkUzVSbnBhRGExTXVyazVETzNxUXB1a0VyNTZucUdyQlVja3p0cDRPajQxZTFRUDE3OFdES05Ic3Z4aldPYVlvSXFxbElwVHpldENwVlFIcXBndjZEVHo3K2RIbDNQa3prVUNvYWpWMUwvOGp5Ny8wbjhrT0NKeDYya2YzOERJZ2lKK2ZUT0RBUjJjNTQvcFp2NnBnOWpUNE9ndjFRV1pkM0dwdngyKzhlRDFlN0ZZMnI2NTNicVpBOTlFSmYxNTdQYWMvN0YzMzNGVjFZOGZ4eitYY2RsN0tJb0lDaWdxQXU0OTBwOGpYSm1hRFRXenROTE1TdnM2S3JPbHFhV1dacmxTTTdVc1orNXlDMjQwQkJRVUJKVTlaTU9kdnorT0VTSGlRczRGWDgvdjkwRWZ6ajJjODc1OHZ5Znc3ZWQ4enVCT280TGIyVmxiTE45Ni9QamZWemNmUEsvVDZUMXFPL1RyNUQrMFJ3dXBmaEpDTE50eXJFaWxudmpjN1I4SFp5OGxiTngzZHVmeGNPbVhQU0ZFaTBiMXVnUjV2eldzV3kwbjIvdjVmMnlUNXo2UnZ0YktRbG5QMWNIU1hEbGhXTmZTUzAvcTlmb1pTN2YvdUNPMFhpM0h1VzhONnRiU3QrU2xDbjdjVlBBejkwNkRwdnpRczNVamFjMnZTbEgxUDBTcXhiV3o1ZEQ1Qm5XZFExZE91Zjh2bWJWODU5cGRKNlcvNWZMMWNCM2NMZkNETVgybGwzUTYzY3J0b1QvdUNMMmNrR0p0WWRhcnJkL00xNTUyZC8zM2YrS0sveHh4SS9WV2RmbkI0V0JqdVdwN3lQNlRVWmNUVXFYdGpldlgrcisyZmkvMGJ1WHZYZmZPYjlyZGZwdTk1L1Y0LzcrT2xxN2FLOUQzN2NYaDF6S3lzckx1WTk5eVJFWkd0bWpSNHB0dnZoazdkdXpESFFFb0xTMHRiY3FVS2VIaDRSOTk5TkhBZ1FPcjdMelZvL2xxMWFyVjJiTm5xekRVQThzN3ZFRHVDREIwVmZ6ckYxZU5nZHQ4TUd4WFNNU0tHUytWM3FqV2FET3o4Lzg0ZnZHZEJiOGw3WnB0WldFbVgwQ0RVUFYvYURId0MrY0p2MnJ1VTBHUmF1RGs3Nzk1YjJqcGhmUDBlbjFCa1NyMlp2cmJYMjNxR05DdzBwL1ZaVkFxNWNJeDhHdUJ5NkhtU2IrVjEyejRaeGMzZnVCY2VZLy9rNlg1TXZ4clJ3amg3MTNuZ1pxdkdxOW0vK0NnK1lKQlNVcEttamh4WW14czdNS0ZDenQzN2x4bDU2MGVkenRxdFZxUDJnNlJ2M3drZHhDZzJ1Q3FNV1JSY1VualptOElXemV0ekhaVEUrTmFUclpqQm5UNGN1MCticUdWQlJkT0RmRDJWNXQ4NnJtV2VWNkVRcUd3c2pEejk2NzdZdDgyM0NkeVA3Z1dVTVhXN3ozZHMwMmpTcXk5NUdMNDE0NURqOGx5UnpBNC9PQUFxb3hhclpiVythcml1eDFaNFI0QXF0clVKZHZVR3EyMDF2V2RUa2ZHTi9ldXk1T3RnSWR3S3VMYWhuMW5YQjN1K3B6c1hjY3Y5dS9zWDdXaEFOeERVYkg2KzgxSHh6MVRkWC81RDVUZ0J3ZFFsVFFhalN6cmZGV1BPVjhBVUpOY1M4elFhSFhEUDFqMTFkdlBsbG51ZC8vSnFPbEx0Ly95K1JqNTBnSFZtUFJzeENXL0hhN3Y1dmhDNzlabXluOS96OG5NeVoveDNYYWZlcTZzbncwWWd2aWt6RGZuYnJRd00rM2JvZW51a0FpUFdvNWwxb2dFcWdZL09JQ3FWRnhjWEZCUW9GQW9IQnpLWC9QeE1hSDVBb0NxOXMza1lTOSsrT1BCTTlFdFJzejJkbmRwNk81c2FhN01LeXlPakUyMnNUUmIvOWtyRGVvNnk1MFJxSmFlNlJid3g3R0xXdzZkZjJ2K3I5T1diUFAzcnVOaWJ5MDl5ZXZpMWNSM1h1Z3hiVlF2dVRNQ0VOTERUdzZmaXhGQzdBbU5kSE8yTy9EZDIzSW53aE9LSHh4QVZjck96dGJyOWRiVzFrcGxsZDdnUXZNRkFGV3Rhd3Vmc0orbkw5OXliRTlvWk16MTFQamtURWRieXdBZjl4bXY5SG1oVjZzS25uVUlvR0pLVTVPZlpvM2FkNkxOVDd0UG5ZcTRkaVlxd1Z4cFV0ZlZvVnNMbngrbXZWQm1paVVBR1QzVExXRER2alBSQ1NsUHRXbzhlL3lBMGs4REJLb1NQemlBcXBTUmtTR0VjSEZ4cWVMejBud0JnQXhjN0sybmorNHpmWFFmdVlNQU5WQ3ZkbjY5MnZuSm5RSkFSVndjYkE0dW5TUjNDdUEyZm5BQVZTTXpNMU1JNGV4YzFUZTRzTUk5QUFBQUFBQUFIaTlwemxjVkwyOVA4d1VBQUFBQUFJREhUcTY3SFdtK0FBQUFBQUFBOEhobFpXVnh0eU1BQUFBQUFBQnFJR25PRjgwWEFBQUFBQUFBYWhyVytRSUFBQUFBQUVBTnBGYXJ1ZHNSQUFBQUFBQUFOVkJxYXFwT3A3T3dzTEN3c0tqaVU5TjhBUUFBQUFBQTRERzZlZk9tRU1MT3pzN0V4S1NLVDAzekJRQUFBQUFBZ01jb01UR1I1Z3NBQUFBQUFBQTFrTlI4MmR2YjAzd0JBQUFBQUFDZ1JwSHVkclMxdFRVMk5xN2lVOU44QVFBQUFBQUE0REdTY2M1WFZaL3ZvU1VrWjFsM2ZVZnVGSGVWZDNpQjNCR0FzcmhxZ0lkZ3lCY09WdzJxa2lGZkMxd09NR1FHZnUwQWdDelVhblY2ZXJwYzYzeFZqK1lyTEN6c21XZWVxY1FESGp4NFVGVlUwTE5ONDBvOEptQlF1R3FBaDhDRkEwaTRGb0NIWS9qWHpwK25MbFhXb1FEZy91WGw1YW5WYWhNVEUxdGJXNFZDVWNWbnJ4N05seEJpeTVZdGxYaTBvS0Nnek9UNERaKzlVb25IQkF3TlZ3M3dFTGh3QUFuWEF2QndEUHphYWZyY3A1VjFLQUM0ZjdkdTNkSm9ORXFsMHM3T3J1clB6anBmQUFBQUFBQUFlRnh5Y25LMFdxMnBxYW05dlgzVm41M21Dd0FBQUFBQUFJOUxkbmEyTk9mTDF0YTI2czlPOHdVQUFBQUFBSURIcGFUNVlzNFhBQUFBQUFBQWFwVHM3R3pwYmtmVytRSUFBQUFBQUVETm9kZnJjM056dFZxdGhZVUZkenNDQUFBQUFBQ2c1bENwVkxkdTNSSkN1TGk0S0JTS3FnOUE4d1VBQUFBQUFJREhvcmk0T0NNalF3amg0ZUVoU3dBVFdjNXFDTkt5OG9iUFdGbFpSOXY0K1pqS09oUnFxdmlrVEVlWDJuS25lQ1JjTmFoaU5lQ3FxZHdMaDZzRzl6Ujh4a3FEdlhENElZSXFackRYd29PcTNHc25OU3MzSzdlZ0VnOElBeGNabHl3VXBuS253Sk91dUxnNE16T1Q1cXVxaFlXRk9UZzRITHQ0bzdJTzZENXdWbVVkQ2pXVmthbDVyMTY5NUU3eDhMaHFVUFdxKzFWVDZSY09WdzN1aDJGZU9Qd1FRZFV6ekd2aFFWWDZ0V05tWVpXZG5iM3plRVJsSFJBR3p0VFVkT2pRUVhLbndKT3VaTTVYdlhyMVpBbndoRFpmUW9pc3JDeTVJd0RWREZjTjhCQzRjQUFKMXdMd2NMaDJBRlIzSmMxWC9mcjFaUW5BT2w4QUFBQUFBQUI0TERJeU1nb0xDODNOelYxZFhXVUpRUE1GQUFBQUFBQ0F4K0xHalJ2U2hDOVpIdXhJOHdVQUFBQUFBSURINWRxMWEwSUlMeTh2dVFMUWZBRUFBQUFBQU9DeFNFaElFRUo0ZW5yS0ZZRG1Dd0FBQUFBQUFJL0Y5ZXZYbWZNRkFBQUFBQUNBbWthbjB5VW1KdEo4QVFBQUFBQUFvS2E1ZnYyNlNxV3lzYkd4c2JHUkt3UE5Gd0FBQUFBQUFDcGZYRnljRU1MUjBkSEV4RVN1RERSZkFBQUFBQUFBcUh6U2d4MGRIUjFOVFUzbHlrRHpCUUFBQUFBQWdNb1hHeHNyaEhCeWNtTE9Gd0FBQUFBQUFHb1VhYzZYczdNemM3NEFBQUFBQUFCUWMrVGw1YVducHhzYkd6czdPelBuQ3dBQUFBQUFBRFZIWW1LaVNxVXlOemV2VmF1V2pERm92Z0FBQUFBQUFGREpFaE1UMVdxMXVibTVpNHVMakRGb3ZnQUFBQUFBQUZESmtwT1RtZk1GQUFBQUFBQ0FHaWdwS1VtbFVsbFlXTlN1WFZ2R0dEUmZBQUFBQUFBQXFFeEZSVVhwNmVsQ0NEYzNONlZTS1dNU21pOEFBQUFBQUFCVXBwTG15OXZiVzk0a05GOEFBQUFBQUFDb1RJV0ZoUmtaR1VJSVgxOWZlWlBRZkFFQUFBQUFBS0F5TWVjTEFBQUFBQUFBTlZOV1ZsWmVYcDZabVZtOWV2WGtUVUx6QlFBQUFBQUFnTXAwOWVwVnZWN3Y0ZUZoYW1vcWJ4S2FMd0FBQUFBQUFGU202T2hvSVlTZm41L2NRV2krQUFBQUFBQUFVS211WExraWhHalVxSkhjUVdpK0FBQUFBQUFBVUtsaVltS0VFRDQrUG5JSG9ma0NBQUFBQUFCQTVibCsvWHBoWWFHRmhVWGR1blhsemtMekJRQUFBQUFBZ01vVEVSRWhoSEIzZHpjek01TTdDODBYQUFBQUFBQUFLazk0ZUxnUW9sNjlla3FsVXU0c05GOEFBQUFBQUFDb0pIcTlYbXErUER3OG1QTUZBQUFBQUFDQW1pTXpNek0xTmRYRXhLUk9uVG9tSmlaeXg2SDVBZ0FBQUFBQVFDVzVjZU9HU3FVeU56ZXZWYXVXM0ZrRXpSY0FBQUFBQUFBcVRYeDhmSEZ4c1pXVkZjMFhBQUFBQUFBQWFoUnB6cGVscFdYdDJyWGx6aUpvdmdBQUFBQUFBRkE1aW91TGs1S1NkRHFkcTZ1cmpZMk4zSEVFelJjQUFBQUFBQUFxUjBGQlFVcEtpaENpU1pNbWNtZTVqZVlMQUFBQUFBQUFsYUN3c0ZCcXZ2ejgvT1RPY2h2TkZ3QUFBQUFBQUNwQlFVRkJhbW9xYzc0QUFBQUFBQUJRMDF5N2RrMmxVdG5aMmJtNXVjbWQ1VGFhTHdBQUFBQUFBRlNDOFBCd0lVUlFVSkRjUWY1Rjh3VUFBQUFBQUlCS2NPblNKU0dFdjcrLzNFSCtSZk1GQUFBQUFBQ0FSNlhWYXFVNVg4MmFOWk03eTc5b3ZnQUFBQUFBQVBDb0lpTWppNHVMN2UzdFBUdzg1TTd5TDVvdkFBQUFBQUFBUEtxelo4OEtJUm8wYUdCdWJpNTNsbi9SZkFFQUFBQUFBT0JSbFRSZlptWm1jbWY1RjgwWEFBQUFBQUFBSGtsdWJtNWNYSnl4c2JHWGw1ZFNxWlE3enI5b3ZnQUFBQUFBQVBCSTR1TGlDZ3NMTFN3czZ0U3BvMUFvNUk3ekw1b3ZBQUFBQUFBQVBKSzR1TGlpb2lJcks2czZkZXJJbmVVL2FMNEFBQUFBQUFEdzhIUTZYVnhjbkVxbHNyR3hvZmtDQUFBQUFBQkF6WkdYbDVlWW1LalQ2Um8wYUdCcGFTbDNuUCtnK1FJQUFBQUFBTUREeThuSlNVeE1GRUlFQkFUSW5hVXNtaThBQUFBQUFBQTh2SkxtS3lnb1NPNHNaWm5JSFVDWW1aa0pJYlJhcmJHeHNkeFpBQUFBQUFDQUVFTFkyZGtaR3h1dldiTW1ORFRVMU5TMFE0Y09IVHAwOFBYMWxUc1hETkdOR3pkeWNuS3NyS3dhTm13b2Q1YXk1Si96NWVycXF0Rm9zck96NVE0Q0FBQUFBQUJ1cTFPbnp1WExsNGNNR1JJUkViRml4WXJYWDMrOVZhdFdMVnEwV0xCZ2dUUzdCeWdSRVJHaDErdGJ0bXhwWWlML0ZLc3k1RysrUEQwOVZTcFZXbHFhM0VFQUFBQUFBTUJ0Q29YQzNkMzluWGZlT1hYcVZFSkN3cUpGaTNyMTZxWFZhbWZQbnUzcDZkbXFWYXVaTTJjZU9IQWdOamEydUxoWTdyQ1EyY1dMRjRVUXJWdTNsanRJT1JSNnZWN2VCSC84OGNmdzRjTlhybHo1M0hQUHlac0VBQUFBQUFEY2pWNnZUMHBLaW82T3ZuejVja2hJeU5HalIxTlNVaG8yYkJnWUdOaTVjK2YvKzcvLzgvVDBsRHNqWktCV3E3dDA2YUpXcTlldlgyK0E5OFBLMzN5cDFXb25KNmN4WThaOCtlV1hTcVZTM2pBQUFBQUFBS0JpZXIxZXJWWVhGUldkUG4xNitmTGxmL3p4aDFxdHRyUzA3TmF0Mnh0dnZOR3JWeSs1QTZKS25UOS9mc3lZTVhYcjFsMjFhcFd6czdQY2NjcVMvMjVIVTFQVGQ5OTlkOCtlUFZldVhKRTdDd0FBQUFBQXVBZUZRcUZVS20xdGJYdjA2TEZ4NDhibzZPaHZ2dm1tWThlT0Z5OWVIRFJvVUlNR0RlYk1tWFBtekpuTXpFeTVrNklxSER0MlRBamg3ZTF0Ym00dWQ1Wnl5RC9uU3dpUmtKRFFvMGVQTGwyNkxGKyszTWhJL2pJT0FBQUFBQUE4RUkxR0V4NGVIaFlXZHVEQWdmMzc5NXVhbXJadDI3Wm56NTVQUC8xMC9mcjE1VTZIeDBXdjE3LzQ0b3VYTDE4ZU8zYnNxNisrYW14c0xIZWlzZ3lpWm5KM2R4ODlldlNHRFJ2bXpac25keFlBQUFBQUFQREFURXhNZ29LQ1hubmxsUjkvL0RFc0xPeWRkOTQ1Y2VMRTIyKy83ZS92UDJUSWtMQ3dNRU9ZZVlOS2QvMzY5ZlQwZENzckswOVBUd09zdlF5bCtUSXlNbnI5OWRlN2R1MDZkKzdjZ3djUDZuUTZ1Uk1CQUFBQUFJQ0hZV3BxV3FkT25mZmVleTgyTm5iTm1qVmR1M1k5ZCs1Y2x5NWRubi8rK1dQSGp1WGs1TWdkRUpVcE9qcTZxS2pJd2NHaFhyMTZjbWNwbjBFMFgwSUlSMGZIQlFzV2VIbDVUWjQ4K2R5NWMzTEhBUUFBQUFBQWo4VE16T3o1NTUvLy9mZmZOMjdjT0hYcTFQRHc4QUVEQmt5Y09ISGZ2bjNNLzZveExsMjZWRmhZNk9EZ1lMQlA5alNVNWtzSTBiaHg0ODJiTjZ0VXF1RGc0S2lvS0xuakFBQUFBQUNBUjZWVUt0dTBhVE50MnJTVEowOSs4c2tudTNmdkhqUm8wRk5QUFhYeDRrVzVvK0ZSNWVibXhzZkg2M1E2WDE5ZlMwdEx1ZU9VejRDYUx5R0VoNGZINHNXTDNkemNldlRvc1gzN2RwVktKWGNpQUFBQUFBRHdxSXlNakt5dHJTZE1tQkFhR2pwbXpKZ2JOMjUwNzk1OTFxeFpDUWtKY2tmRHc4dkt5cnArL2JvUW9tWExsbkpudVN2amp6LytXTzRNLytIcDZkbTZkZXVyVjYrdVdMRWlQejgvS0NqSU1CK0tDUUFBQUFBQUhwU0RnMFBmdm4wN2QrNnMxK3VYTGwwYUVoTGk0dUxpNWVWbG1JdWpvMkt4c2JFYk5telFhclZUcDA2MXNMQ1FPMDc1REd2T2w2Umx5NVpyMTY1OSt1bW41OHlaMDdsejU0aUlDTGtUQVFBQUFBQ0F5cUZRS0lLQ2d1Yk5tN2QvLy83cjE2OFBHemJzM1hmZjFXZzBjdWZDQTR1S2lpb3VMbTdZc0tHam82UGNXZTdLRUpzdklZU3RyZTJpUllzKy9mVFRnb0tDL3YzNy8vVFRUeGtaR1hLSEFnQUFBQUFBbGNQRXhLUjE2OWJuenAwYlBYcjB4bzBiZS9Ub0VSOGZMM2NvUEppelo4OEtJVHAyN0NoM2tJb1lhUE1saERBM041OHlaY3FHRFJ2YXRHa3pjZUxFY2VQR0hUdDJUS3ZWeXAwTEFBQUFBQUJVRG50Nyszbno1djN3d3crSmlZa1RKa3lJaTR1VE94RWV3UG56NTRVUW5UdDNsanRJUlJTRy95VFIzTnpjelpzM1Q1bzBTYWxVamgwN2R2cjA2UVo3N3lnQUFBQUFBSGdJWjgrZUhUcDBxS09qNDk2OWU1MmNuT1NPZzNzTER3OS8rZVdYWFYxZDE2NWQ2K0xpSW5lY3V6TGNPVjhsYkd4c1JvMGFGUkVSMGJ0Mzd4VXJWbmg1ZWMyZlB6OHFLb3A3Z0FFQUFBQUFxQmxhdG15NWRPblNuSnljTGwyNlJFZEh5eDBIOXhZU0VpS0U4UFgxTmZBbkV4cmNzeDN2eHNiR3BtZlBucTFhdFJKQ3JGcTFhdWZPblFrSkNiVnExWEp4Y1ZFb0ZIS25Bd0FBQUFBQWo4VGIyN3R4NDhZclY2NVVxVlJkdTNZMU5UV1ZPeEVxOHUyMzM2YW1wdmJxMWF0dDI3WkdSb1k3czhwd2s5M0p4c2FtVjY5ZUN4WXMyTE5uVDJCZzRJSUZDL3IwNmZQMjIyK25wYVhKSFEwQUFBQUFBRHlxbmoxN3Z2UE9PK3ZYcjJmYWw0RkxTRWhJU2txeXRMVDA5UFEwTVRHUk8wNUZxbFB6SlRFM053OE1ERnkzYnQzNTgrZDc5dXk1ZmZ0Mkx5K3ZWMTU1WmUvZXZRa0pDU3lCRHdBQUFBQkFOYVZRS01hUEgxKzNidDFaczJheHhwRWhpNGlJS0Nnb2NIUjA5UEx5a2p2TFBWU2J1eDN2NU9ycSt2VFRUN2RyMTg3VjFmWFFvVVBMbGkwN2Z2ejR0V3ZYbEVxbHU3czd0MEFDQUFBQUFGRHRtSnViWjJabXJsNjl1bnYzN2g0ZUhuTEhRVGwwT3QzT25UdkR3c0s4dkx4ZWVPRUZBNzh2dGZyTitTck56TXlzVTZkT0gzMzAwZjc5KzlldlgyOWxaZlhWVjE4TkdqU29VNmRPbXpkdlZxbFVjZ2NFQUFBQUFBQVB3TWpJcUhuejVoWVdGb2NQSDVZN0M4cVhtWmw1NWNvVnZWNGZGQlJrWVdFaGQ1eDdxTjdObDhURXhNVEZ4YVZmdjM2N2QrOE9DUWtaTm14WWVucjZxRkdqbWpadE9udjI3UER3OExTME5PNkNCQUFBQUFDZ1dtallzS0dOalUxNGVMamNRVkMrek16TTJOaFlJVVQ3OXUzbHpuSnZCcjBJMllOU0tCU0JnWUhmZmZkZFVsTFM4ZVBILy9ycnIrWExsOCtiTjgvZjM3OTU4K1lkT25SbzM3NjlwNmVuM0RFQkFBQUFBRUQ1VWxOVGQrellrWnVibTVDUUlIY1dsQzh1TGk0OVBkM1MwdExmMzEvdUxQZFdvNXF2RW01dWJrT0dEQWtPRHM3S3lqcCsvUGk2ZGV1V0xGbXlldlZxR3h1YndNREFVYU5HOWUvZjM5TFNVdTZZQUFBQUFBRGd0cHljbkdYTGxpMWN1REFqSXlNd01IRHUzTGx5SjBMNVRwdzRvZFBwdW5YclptWm1KbmVXZTFQbzlYcTVNMVNGN096c3paczNiOTY4T1NvcUtqMDlYUWpScDArZm9VT0hObXZXek1IQndkN2VYcWxVeXAwUkFBQUFBSUFuVGtGQlFVcEt5cUZEaDc3NDRvdU1qQXhmWDkvSmt5Y1BHRENBUDZjYkpxMVcyNzkvLzVTVWxQbno1M2Z2M2wzdU9QZjJwRFJmSlJJU0VpNWN1QkFXRmhZYUducjY5R2xUVTFOdmIrL0dqUnMzYTlZc01EQXdJQ0RBM3Q1ZTdvd0FBQUFBQU5SOGlZbUorL2Z2Mzc5L2YwaElTRlpXMXRDaFF3Y01HTkM5ZTNjckt5dTVvK0d1SWlNalI0d1k0ZVRrdEhidDJ0cTFhOHNkNTk1cTV0Mk9GZkR3OFBEdzhIajY2YWZ6OHZJeU1qSk9uVHExZCsvZTNidDNyMXUzenRMUzB0N2V2blhyMXNIQndiMTc5M1oxZFpVN0xBQUFBQUFBTlZCaVl1SzhlZk8yYmR1V21wcHFiMjgvY3VUSTBhTkh1N3U3Ry82REFuSHc0RUVoaEorZlgzVXBLSis0T1YvbDBtcTFFUkVSQnc4ZTNMZHYzOVdyVjdPenN3c0xDeHMzYnR5elo4OXUzYnA1ZUhqWTJ0cmEydHBhV0Znb0ZBcTV3d0lBQUFBQVVQM2s1K2RuWkdSY3ZIaHgxYXBWVzdkdWRYRng4Zkh4R1RGaXhMQmh3K3pzN09ST2gvdWlWcXRIalJvVkhSMDlidHk0VjE1NXhkallXTzVFOTBiejlSOTZ2VDQ5UFQwMk5qWW1KaVlxS2lvOFBEd3FLcXFnb01EZDNkM0x5OHZMeTZ0eDQ4Wk5telp0M0xpeHRiVzEzR0VCQUFBQUFEQjBhclU2TEN6czZOR2pwMCtmL3Z2dnYyL2R1dFc2ZGV1dVhidDI3Tmd4TURDd1dpeVJqaEtYTDE4ZVAzNjhWcXY5NktPUHFzVWlYMC9pM1k0VlV5Z1VMaTR1TGk0dWJkdTJWYXZWaFlXRkJRVUZHUmtaUjQ0Y09YRGd3Sm8xYTNKeWNpd3RMYVVuZHo3MTFGTmR1M1lOQ2dwaUloZ0FBQUFBQUdYY3ZIbHoxYXBWdi8vKys4MmJOd3NLQ3Z6OS9jZVBIOSszYjE5bloyY2JHeHYrS0YwZFhieDRzYkN3ME0zTnpjdkxTKzRzOTRzNVh3OG1PanI2Nk5Hang0OGZQMy8rZkZaV1ZtNXVyazZuOC9mM2I5R2lSVkJRYTFDdk93QUFJQUJKUkVGVVVMTm16ZXpzN0t5dHJhMnRyUzB0TGJtTUFRQUFBQUJQQ0oxT2QrdldyVnUzYmwyL2ZuM1BuajE3OSs2OWVQR2lrNU9UbTV0Ym56NTlYbnp4UlQ4L1B5TWpJN2xqNHVHcFZLcDU4K1p0M3J5NWMrZk84K2ZQTnpHcEhyT3BxanJsckZtenRtN2RXc1VuZlJ6MGVyMjV1YmxDb1ZDcFZKR1JrZWZQbjFlcFZCcU54c2pJU0ZrZXVmTUNBQUFBQVBCWUZCVVZGUlVWRlJZV1NoL1ZhcldabVptRmhZV3pzN09WbFpWV3E5MjllL2Z1M2JzclBraWZQbjFtejU1ZFZaSHhNREl5TXE1ZXZTcUVhTldxVlhXcHZXU1k4eFVVRlBSM2VMaHpuVHBWZVZJQUFBQUFBR0N3TXBPVDNldldqWXVMa3pzSUtuTGh3b1VKRXlZVUZCUnMyclNwUVlNR2NzZTVYekpVZE01MTZxdzVlNjdxendzQUFBQUFBQXpRK083ZGRmbDVjcWZBUFp3K2ZicWdvTURYMTdjYTFWNUNDTzZ3QlFBQUFBQUF3RDBjT25SSUNOR3ZYeis1Z3p3WW1pOEFBQUFBQUFCVUpEVTFOU29xU3FsVWR1M2FWZTRzRDRibUN3QUFBQUFBQUJYWnVIR2p0SHE3bloyZDNGa2VETTBYQUFBQUFBQUE3a3F0VnUvZnYxK2hVQVFFQkZoYVdzb2Q1OEhRZkFFQUFBQUFBT0N1b3FLaU1qTXo3ZXpzR2pkdWJHeHNMSGVjQjBQekJRQUFBQUFBZ0xzNmQrNmNTcVZ5ZFhWdDNMaXgzRmtlR00wWEFBQUFBQUFBeXBlYm14c1ZGYVhUNlh4OWZWMWRYZVdPODhCb3ZnQUFBQUFBQUZDKzlQVDBtSmdZSVVTWExsMFVDb1hjY1I0WXpSY0FBQUFBQUFES2QrM2F0UnMzYmxoYlc3ZHIxMDd1TEErRDVnc0FBQUFBQUFEbE8zTGtpRmFyZmVxcHA2eXNyT1RPOGpCb3ZnQUFBQUFBQUZBT25VNTM4T0JCSWNTQUFRUGt6dktRYUw0QUFBQUFBQUJRam1QSGp1WG01cnE1dVRWcTFFanVMQStKNWdzQUFBQUFBQURsV0xkdW5SQ2lkZXZXU3FWUzdpd1BpZVlMQUFBQUFBQUFaU1VrSkVSR1JwcVptUVVGQlptWW1NZ2Q1eUhSZkFFQUFBQUFBS0NzMDZkUHE5WHFXclZxK2ZuNXlaM2w0ZEY4QVFCUUxhWGV1S0hWYXU5Ly82S0NBbFZ4OFFPZG9pQXY3OEZ6QVFBQW9DYkl6ODhQQ3d2VGFEUU5HalR3OVBTVU84N0RvL2tDQU1EUXpSazNkdnVLNWRrWkdhVTMvclpreVV2Ti9mZHYzSENmQjltM1lmM0FldTdQTlc3MFpyZHVJVHQzM25QL296dTJ2OXl5eGRvNXN5dmViY3FBL2g4ODk5eWEyVitFN3Q1ZFpVMVpZbHpzYjBzV3Z4djg5S3BQUHkxM2h6OS8vZVhqbDE3Y3RQamJ5Rk9uMUNyVjNZNXo0ZGl4OXdjTm5QM2FxOS9QbUg0ek5yYmlrNlpjdi80UVVmZXVYNStabXZJUVh3Z0FBQ0N2bEpTVXlNaElJVVR2M3IxTlRVM2xqdlB3cXV0ZG1nQUFQQ0d1UlVVZDNyTGw4Sll0eTJmT2JQMS8vemZpL2Y5NU5Xa2loUEJ2Mys3STFpMUJYYnM5ME5GeU1qTmJkT3ZXSVRpNGduMlNybDFiUHZPajBOMjdoUkFidnY0NjdXYmkyMTkvYlhLWFgzZmlJaVB6YzNMT0hqd1EvUExvb0M1ZEh2RE5QUUN0Um5QcDdKbXpCdytHN3Q1OUxTcEsyaGgxK3JSMzgrWmRCZzRzczNQQ3Bjc245KzA3dVcrZmQvUG1ZejZhR2ZoUE1JMWFYZnFONU9ma2hJZUVDQ0Y2UGplOGJvTUcwbk83bzhQQ0dyZHNlV2VBdVcrOGtaMlIzdjNaSWQyZkhWekhxOEg5Wk42MVpzMjNVeVk3dUxyKzcvc2ZBanAxZW9SM0R3QUFVTldpbzZOdjNMaGhiMi9mcVpyL0drUHpCUUNBUWZ2cjExK2xnVWF0N2hUY3o5M2JXL28wb0ZObnJVYnpFQWRVR1Axbnh2ZXFUejh0TGl6b0dOeXZhYnQyaFhsNUd4Wjh2V1BGaXRMenBQNzY5WmZNNU9RUFY2ODJ0N0lxYzZpQ3ZMejhuQnhwUE9EVlYrL2NvUXk5WHE5UUtPNzJhdTZ0V3piMjltVTJYbytKQ1R0eU9Penc0YitQSFN0M1R0bUN0OSt1NStNanRZRWwwaEp2U29PQnI3MFdXS3FQMjdaOCtjbTllM3EvK0ZLbi92M05MQ3hLdGx2OGszejV6SSsyTFZzMlpNSmJvNlpQTnpZMkxuT3VtMWV2cnB2NzViNzFQOXM1T1ZYOFRpV3BOMjhLSWJKU1U2Y1BIZkxtN0RuQkw3OThQMThGQUFCZ0NQYnMyYVBWYXZ2MzcyOXBhU2wzbGtkQzh3VUFnT0Vxek0vYnMrNG5hZHlpYTdlbmhnNHRlY25XMGRFN0lPQ0hEejZZc1hMbG81d2lQU254NEcrL2JWK3h3czdaV2FmVmFsUXFOMC9QdWcwYnVqZjA5bWpjeU51L3VidTM5NjMwOUhKYnJaVDRlR21nVUNocTFhdFg4WW0wR3MxSHp6OGYyTFhMa1BFVHl1Mi9Qbmh1bUtsUzJXM3dZSTlHaldQQ3dpSlBuNDQ0ZFRJN1BmM09QYTN0N0dwNWVOUnQwTUREdDFIdCt2WFRidDRzMDN3bHhzVUpJWlRtNXUzN1BpMXQyYjV5UlkraHc0UmVIeDRhR2g0YXV1V0g3ODBzTFBOdVpVbXZIdC81eDlXTEY0VVFNZWZEOUhyOTc5OHRzWFYwR0RKK1FybHY1Tm54NHdlTWViWGlOeXY1YnVyVUhhdFdDaUY4QWdLNkR4bHlQMThDQUFCZ0NISnpjME5DUW95TmpZZVcrdjJ6bXFMNUFnREFjTzM1YVYxZWRyWVF3c3pDNG8zWlpaZmNlbXJJa0s4blR0enl3dy9QakJ2M29FZmU4c01Qd1MrL3JEUXpLOW5TNThVWG41czB5Y0xLK3M2ZG5kM2N5ajFJeWRKWFRyVnJsNTVDVmE0ZlB2enczT0ZENXc0ZmlqcHpadkxpSlpiV1pVK2sxK2tpVHA2TU9IbXllY2VPRFpvMXExM2Z3OTNiVzJsdWJtbHRiZVBvWU9mb1pPUGdZT3ZrYU8vc2N1ZlgvdWM0ZXYzMTZHZ2hSRkRYcnNWRmhjVkZoZnZXYjFqenhlZjcxcTl2OGMvTm9aTVhML0gwOHd2WnRldlRsMGNKSVRvRzkzdHp6aHdoeElpQTV1bEpTZlY4Zk81V2V6MGNhenY3aWpNREFBQVlsSTBiTjJxMTJ1Yk5tenZkMzFSM1EwYnpCUUNBZ2NyUHlmbGwwVUpwUEdibXpKTDdIRXQwSGZUTXlsbXpWczc2Mk5tdGR1Y0JaZGU2cXNDT1ZTdVhmZmhCNks2ZEg2MzlxV1NqamIxRHViVlhCWkwrbWZPVmUrdld4UC9yV2NHZU9xMVdtbFFsaEFqZHRldVRrU1BtYk41eXQ1MDc5dXQzbjVPcXlwVjYvWHBoZnI0UVFsVlV0T2lkZDRRUU1SY3VDQ0d1aG9mSC9wTUJBQUFBZDFOVVZQVEhIMzhJSVZxM2JxMVVLdVdPODZob3ZnQUFNRkMvTEZ3b1BjK3h5OENCL1Y4WmMrY09TblB6d1crODhlTm5uODBaTnk0L0o3ZlBTeStWMmVIOGtTUGJWNjZReHNueENkSWdQQ1RrK0I5L0NDSENRME9uUGpQSTNjZm5vUlBldUJJakRYb01HL2JXdlBrUGZaektGUnNSSVlSbzNLclZGNXQrazdhOEcveDBWbXFxVjVPbW5RY011T2ZUS3U5cDU0OC9udHEzLzM3MnZCNFQvWWpuQWdBQXFIcG56NTVOUzB0emRIUU1DQWd3K3U4U3NkVVJ6UmNBQUlZbzVzS0Z6ZDh2RlVMNHRXNzkzcmVMNzdiYm9MSGpkcTFkbTVLUXNPamRkeTZkUGZQR0Y3TkwzM1hZdEYwN2o4YU5wUEhrZnYybFFlTVdMZC80cC8weHM3QmM4ci8zSzRpUm5aRlJsSjlmeThPajNGZXZ4OXh1dnR3YmxwMlA5cmhGbmpxVkVCMTlaOWtuaExoODdxd1E0b1YzM3l2WmtoZ2JhMmxqTTIzNThsUDc5a2xiNXI3eGhwbUZlZTZ0VzlLbngzYnNpTGx3WG5xLzl6eDE3eGRmNmp0eXhQMkVYRDV6NXU2MWE0Mk1qT3I1VlBYM0J3QUE0T0ZvdGRyUTBGQzFXdTNtNXRhNGNXTzU0MVFDbWk4QUFBeU9xcmo0cTdjbWFEVWFuNENBajM5YXB6UTN2OXVlU25QemR4ZDlNKzNad1RxZGJ1L1BQLzk5UEdUc3A1KzI2OTFiZXRWVXFYUjByU1U5aERFbDRmYWRpYWJtWnRMRys3RjArclNvTTJlKzNMeWxkdjM2ZDc3NmIvTjF4NTJZajlXRlk4YytmdW1sb29MOFcrbnB3eWROS3ZQcXBYUG5mQUlDV3ZlOGZmZGxUbVptWG5iMmg2dlgxUFB4S1dtK1pxeGFWYmRCZzVKMXZqcjE3eSt0OC9WZXYzN1o2V24xZkh3ck9MdUowdlIrYmd0TlMweHMwS3paWjcvKzJyQ1p2NzJ6OHlPOFhRQUFnS3FUbFpVVkZSV2wwK2xhdEdoUkF4YjVvdmtDQU1BUWZmUGVlL0dYTHZsMzZQRHh1cC92dVRLNm5aUFRjNU1tYmZqNmF5RkUwclc0V1NOZWF0S203Yk52dnRtK2I5K1NSeWpHbkQrdjAra2VOTWJKZmZzT2I5a2loUGpmTTRPKzNMSzFUUGwxS3ozOVZscWFOUGJ3cmFncWtrU2NPbmxzKy9aWFozMWliR3hjOFo3Ymx5OC90bU5IUVU2T3BhMXR1VHZFWHJ4WVZKQXZoRmp6eGVlNVdabXZmanlyNUoxcU5acVlzTENaNjM0K2QraFFTa0tDZzZ0clZscmE5T1VyMnZicUpZUUk3TnBsMHNKRnZvR0JkUnMwS1BmSXMzNytlWEwvZnNkMmJQOXU2dFJYWjgwcS9RU0FFdmM1NTMvUk8rOWNQSG5pZjB1L3AvWUNBQURWeUkwYk55NWR1cVJRS1ByMjdTdDNsc3BCOHdVQWdHSFp1R0RCZ1UyL1B2UDY2Nk0vK05EMFhrdUtScHc2K2RIeno5Zno4ZWt5YU5DUnJWdWxqVkduVDBXZWF0VysxQzhyRVNkUGxveFA3OS8vMmVqUno3NzVwbC9yMXFVUHRYUDE2cFA3YjArSmlqbC9RYXFXNm5oNU9ibTVDU0VPYmRsU1puYlYrU05IcElHWmhZV3BtVmxtYWtvRk9STXVYZjcwNVZFRmVYbEo4ZkZUZjFobWJtbDU1ejdGUlVYU1lQQWJiejQ5YXRUUDgrWU5lTzAxRzN2N01ydHB0ZG9Selp2bml4eHB5cHU1cFdWeFFZRzVsZFh0OTM3bVRNZCsvWnQzNlBEZDFLazdWcTBVUWt6NWJtbUg0T0RsTXo4S0R3bTUvVTcvT1ZSQlhwNnBtWmtRSW1UWHprdG56MGhMOVdja0o1dWFtZTM1ZVYxR2N2S0hxMWVYbkZldEtwWUdGVXpCSzdGNzdkcXpCdzhJSVQ1N1pmVEVyNzd1L2NJTDkvd1NBQUFBUTNEbzBLR2lvcUtBZ0lCR2pSckpuYVZ5MEh3QkFHQkFOaTMrZHMvUDZ6Nzk1WmUvZnZubHZlQ243N2wvUWt4TWNVSEI1WFBuc2pNeVNzcXYxejc1OUpseDQwcnZkdnJQZjFka0QrelNOZkxVeWZmNkJUL3ordXV2Zmp5cnVLQlEyajdndGRjR2pSMHJqY2QzN3g0YmNWRUlNWERzMkhJZnMxaGNXTGpuNTNYUzJOVE03SWNQUDZnNFo5ck5td1Y1ZVVLSWszdjN6aGcyYk83V3JjWW1aWDhKS2NyUC8rZUFTaUdFVDJEZ2thMWJnMTkrdWN4dTU0OGV5VXBMbGNiZG4zMTJ4UCttbG40MUx6djdqZGxmbE43aTRPSWloSGh0MWlkUzFhWFg2NjFzYk82V00yVFhybWJ0MnRrNk90NzVrdXFmWXM3TXdqTHQ1czA1Ly8wTzM2bEptN2JTNFBDV3pSMkRnNjN0N0NyZUh3QUFRSFpGUlVXN2R1MFNRb3daVTg3amxhb3BtaThBQUF6Rnp0V3JsV2JteTBOQ1RaWEtsdDI2bDJ6WDZYU0RQT3FwVlNvaHhLaHAwNGUvODA3SlM3UEh2aWExWGJVOFBGNmNQT1dwSVVQL1dMV3FUTzExS3owOU9peXM1Rk5UTStXQVYxOWQvZm5ubTVjdWRXL29YWmlmSjIyM3VOZHRsYVdaV1ZqTStYMXo2TzdkYTJaLzhmcG5ud2QyNlZMeC90dFhyb2c2ZlZvSVllZnNQSFB0Mmp0ckw2bVdrZ2JXZHZaQ2lDWnQya3dkL0V6ZmtTUEwzRjI0WStYS2t2SEExOGFXT1VqSkdtZmx1bkhseXJUQnovUWNQbnpBcTYvZGVjUGoyWU1IUGgvemluT2RPaC8rdU5xN2VmTXlyNm9LUzVvdkM1ZTZkYi82NDQrSzMzSUpqVnB0WW1wNm56c0RBQURJYU51MmJSa1pHVDQrUGkxYXRKQTdTNldoK1FJQXdGRGNPYjlKa3BHY0xOVmVRb2g2dmo2bFh5ckl5WlVHQVIwN2VmajZldmo2U2d0YWxSYXljMmVaUmI3YTl1cTkrdlBQaFJDbi90eGZrSHY3Q0piV1ZnOGF1SDNmdnUzdmJ3R0k5TVFrYWVCU3AwNjVNNnBLei9teWRYSVVRbGpiMmRrNU9SLzg3YmNldzRhVjdCTi8rWExKS3ZXZEJ3endhdExrUVRNWDVPVnRYN0hpOEpZdEhuZE00TTlNVHRacHRhblhyNy9YTC9qelh6YzFhOWV1OUt2RlJiY254MWxZUGNBM1NsVmMvUDdBQVlGZHVvejQzOVI3TG5BR0FBQWdvNEtDZ2syYk5pa1VpbTdkdWludnRlWkdOVUx6QlFDQW9VdTlubEF5OW12MW44VzVjckl5cFlHVjdWM3Y0TnUxZG8yMENIMUNkTFMwcFU2REJuVzh2SkxqNHpzR0IyLzY5bHRwbytYZDd3RjhDSnVYTGxVVkZUMDNhWkswOW56S1AyL0J1VTZkY3ZkWHExUWF0Vm9hdTlYM2xBWmRueG4wNDJlZnR1clJ3KzZmNXdxdCtIaW1YcStYSGxzNStvTVBIenFlZi9zT00xYXQwdWwwcFNlVTdWeTlldkg3VTZTcFpHVnFyOUozTzBvTG45Mm5KZTlQdVh6dW5QVGZhY3VXMzYzMUF3QUFrTjNaczJjVEV4UHQ3T3hhdG14WmsvN0dqdVlMQUFCREZ4c1JJUTNxTjI3c1dLdFc2WmR5TW04M1h6WU81VmNxbDg2ZXZSb2Uzbm5BZ0didDJ5K2ROazNhcURReld4NTZvakF2ejhyV1ZwcjhKWVNvVmMranNnS2YvdlBQbGJNKzF1bDBGMCtjK04vMzM5czRPTnk4Y2tWNnFjd0RJa3RrSmlkTEF5dGIyNUwzMkdYQXdKV3paczBmUDM3Vyt2VkdSa2FodTNlZitlc3Y2YVhoNzd6cjV1bjVpRG5QL1BYWHduY20rUVlGK1FZR3RlMzk3MXc1YTd1eXo1VFU2WFRTelpnS2hXTC9oZzFSWjA3L0ozeEtpazZyYzY1elJ5T20xMmVscGJsN2V3c2gwaE1UVjMveCtjVDVYejFpWmdBQWdNZEJwOU1kT0hDZ3VMaTRVYU5HVFI1OFdyMGhvL2tDQU1EUW5UMTRVQnI4MzNQRHk3eVVtWEw3aVlvbHM2TEsyTGpnYTY4bVRkOWQ5TTIralJ0S2J6Y3lNckt5dFMwcUtKQ09vRFEzdjU4aTZjU2VQYjhzV25qUDNlSXZYWkx1cnp4NzhNQzBad2Qvdlh2UGpkaFk2YVU2WGw3bGZzbU5xN2Vyc1NadDJwUnNOTGV5R2pEbTFYWHo1aTU0KyszUkgzend6ZVQzcE8xK3JWcy85OThIVFQ2Y3d2ejhyTlRVazN2M2FsVHFQaU5lcW1EUHpKUVVuVllyaEhEMzloNzl3UWRsWG5xOVMrZThXN2Q4QXBxUG1Eck52V0hEUnc4R0FBQlF4WktTa2lJakk0VVFuVHQzdG5xUXRSME1IODBYQUFBR0xTTTVXWnJvWkcxdjMrdUZGMHEvZENzOS9kOWI4R3JYdnZOcnp4NDZtSm1TTXZ2MzM4M3Y4dXZMalN0WHBKc0htN1ZyWCs2cTgyVzA2OU9uWFo4K0Qvb1c0aUlqaXdzS3BMRlhrNmJsN25NOTVuYnpGZFMxVytudGc4YU4yLzNUMmo5LzJYaHEvejVwZ3B0em5UclRsaTJ2bEJuNEdVbTNWeDlyM3Ftam8ydXRDdlpNVDB5VUJvMWF0Q3k5WGF2UnpCbjdXbTVXbGhEaXlMWnRTZkh4a3hjdmNhcGRXNi9YOHpCSEFBQlFqVnk1Y2lVK1BsNnBWQVlIQjh1ZHBaSVozY2MrQUFCQU5yOS90MFNyMFFnaFJrMmJadVBnVVBxbHBMaTRrckdMdS91ZFh4c1hFVEY3ODVhN1RRY1RRbHc2ZTBZYXRPLzd3SDNXL1FzUERaRUdSa1pHWGszTGI3N0NRMEtFRU1ZbUpsMEdEaXk5M2NyV2R2eVhjMHZ1NjdTeXRmMTB3MGFYdW5VZk5NT1Y4UENMSjA2VTJYZ3o5cW8wOFBZdit5VEhNcTVGUlVtRGRuMytmWGFrVHFmNzZxMEo0YUdoUWdnVFU5TlIwMmNzMnJ2UHc5ZFhLQlFmRG45dTZyT0QvL3hsWThuaVpRQUFBSVpzeDQ0ZGFyVzZiOSsrdFdwVjlOZUIxUkhORndBQWh1dGFWTlQyRlN1RUVKMzY5UTkrZVhTWlY2OUdYSlFHanJWcVdWcGIzL25sUThaUHNLcHczZnJiczhuczdFby9QN0hTbmR5elZ4cDROV2xTYmg2ZFR2ZDN5SEVoUlBzK2ZjdE1YdE5xdGFmKzNGL3lhV0ZlM205TGxpVEh4OS8vMlhNeU14ZFBtYkxrL1NtTjduZzQ5NFdqUjZVK3pzN1pTVlZjTEcwME1qWjJ2T01YdnBnTDU2V0hBTFR1MGJOazQrTDNweHo4L1hjaGhFOWc0RGY3OWcvL1p6bC9LeHVibVd0L1NrMjQvdFZiYjczU3B2V0pQWHZ1UHkwQUFFRFZTMHhNREEwTk5UTXpHejY4N05vYU5RQjNPd0lBWUtEeXNyTy9lSFdNVnFOcDFxN2Q1Q1ZMcEZhbHRMTUhEa2lEdTkxQ1dMSDhuSnp6eDQ0SklZWk1tR0JoVlU1eFZpbGlJeTZHSFRrc2pWdjE2Rkh1UGhkRFEvTnUzVEl4TlgzcGYvOHJ2YjI0c0hEdUcyK0U3Tm9waEhCd2RjMUtUZFhwZEgvOStzdWh6YiszN2RXNzk0c3Z0dXplL1c0M2FhcFZ0NXVzdVcrK1lXVnIrKzJmZjVtV2VqaTN0WVA5aWIxN2I4YkdDaUU2QlBlYk0zWnNjbnk4amIxRFFLZE9yMzN5U2NObS9tV09Gblg2akJCaXdLdXZLczNOaFJCRitma0wzMzNuOEpZdERxNnVJNmRPNi9YQ0M2V2ZFU21Fc0hkeCtYRDE2bmVDbjA2N2VYUFd5QkhESnI1ZFpuVXdBQUFBdzdGaHc0YWlvcUsyYmR0NmVGVGFJNDhNQjgwWEFBQ0dxTGl3OExOWFJsK1BpWGxxNk5DM3YxNmdORE83bFphMmMvVnFqVVp0Yld0bllXMmRjdjM2eWIyMzUxSTE3OVR4SVU2eGM4M3E0b0tDUmkxYURKbndWbVhGanJsdzRkRG0zek9TazYxdDdTeHRiTlJxMWVFdFc2U2x4SVFRM1o4ZFV1NVg3VmkxU2dqeDdKdHYxbS9VcUdUanRhaW8yV05mUzdoODJkelNhdVMwYVFOZWZYWGQzQzgzTGxnZ3JhNFZzbXRueUs2ZDFuWjJRVjI3dHV6K2xGL3IxdlY4ZkVyS3djaFRwMEozNzViR0NvVmkrdklWdGVyVmsxWkRHLzNoaDk3K3pldjUrcjc3ZEY4aGhJZXY3NlNGQzQyTUZOOU9tWEx3dDkreTBsTGY2ZE5uNk1TSkwwMTV2K1JvaVhHeGNaRVIxdmIyUThaUEVFSnNYN0g4dHlWTDBtN2U5UFR6Ni9QU0NJMUd2WDNGQ3JXcVdGVlVyQzR1VWhVWHF3cUxpb3VLaWdzTDdCd2RVd3NLaEJDL2ZyT29kdjM2ZlVlTXFLenZNd0FBUUdYSnpjM2R2bjI3UXFIbzBhT0h1Ym01M0hFcUg4MFhBQUFHNTFaNittZWpYNzRhZm5IOGwxLzJHLzJLdE5IZXhlWDU5OTZMT25QNnB5Ky9sRzdUazVpWW1uWjdadkNEbnFJb1AzL2JzbVYxR3pUNGNQV2FTbGt0WHVJVEVPQVRFSkFjSDc5Mnp1eWRhMWFYZnFuRDA4SDFHemUrODB2U0VoTkRkKzlxOVZTUEVmK2JLbTNScU5YYmxpMWIrK1VjclViVDYvbm5YNWc4UmVxdFJrMmI3dE04NEx0cFV6T1NrNlU5ODdLemoyN2ZmblQ3ZHFXNWVkOFJJOForK3BrMDkrckcxU3ZaR1JuU1BxOS84VVZnbHk3UzJLbDI3V0Z2VGJ4Nk1YenFNNFBTRXhQOVdyZWVzWEtWZEFQbSs5OHRyZXZWWU4yOHVXcVZhdjM4K1ZxTjV1WHBNNlN2T3JwOXV4Qmk0bGRmV2RuYUNpRkM5K3hKdTNsVDZ1YStuekc5ek5zeHM3RHdhdExFSnlBd29GUEhFZitidXV5akQ2VmJTdGQvTlovbUN3QUFHS0JkdTNZVkZSWFZybDI3V2JObWNtZDVMR2krQUFBd0xCZU9IVnN3NmUyQWpoMm5MVjlSWnRFckl5T2pwbTNhemx5N2RuU3JWaVhOem91VHA3aVd0N3g5eGI3L1lJYURxK3VzbjllWCsxRElSMVM3ZnYzM3ZsMGNIUlltM1U0b1RhMmFNSGR1dVRzdisvQkQzNkNnR1N0WFN2Y3RudGk3ZDhYTWo3SXpNLzl2K1BPRDMzeWpqcWRYNlowN0JBY0hkT215OGV1dmQ2MVpYWkNYSjIyMGMzS2FzM21McDU5ZnlXNDlueHUrZWVuUytFdVhoazE4dTErcDlkRXlVMUkyTDEyNmZlVUsxN3AxMzVvM3YvZExMNVZ1L1Y2Y01zWEIxZlhiS1pPRkVGdVhMUnM1ZFpxUmtaR3F1SGpYbWpXRDMzeXpjLzhCMG03dCsvUTVmK1JJeVZjNXVMcDYrVFh4YXRyVXEwbVRCczJhZVRScVZQcVliM3p4eGRpT0hiVWFUVVpTa3FxNFdHbG05c2pmWFFBQWdFcVRsWlYxL1BoeGpVYmo2K3ZyNWVWMUgxOVIvZEI4QVFCZ1FEWXQvall6T1huTzc1dHIxNjkvdDMwc3JLd2JOdk9QK2Z0Q1EzLy9BV05lYmQrMzczMGUzTXpTMHR2ZnY5Znc1NitFaDl1N3VDemNzOWZFMUxUY1BSVUtZV2x0N2R1aVJmTU9EM01mcGZTVVJyL1diYkxTMHR5OXZUc0dCdzk0OVRWelM4czdkenV4WjQrTmcvMlU3NzRUUXV6YnNQN2c3Ny9iT2ppTW1qNjliZTgrZHl1SnJHeHN4c3ljK2R5a1NidldydG0vWWNPTksxZGUvL3lMMHJXWFZCRytQSDNHSHovK0tLMnVWVnhZZUhMZnZxUGJ0cVZjVDJqYXR1MG42emMwNzlpeHpNcGNrcWRIamNwS1RWMDNiNjZ6bTV1MHcrNjFhN3NOZnZibEdUTks5bW5idTgrMjVjc0hqaDNyMmRqUDA4L1AxdEd4Z3U5REhhOEd6NHg3ZmZQUzczb09IMDd0QlFBQURFMU1UTXlGQ3hlRUVJTUhEMWFXV2hTMUpsR1VMTDFSTllLQ2doSXpNdGFjUFZlVkp3VUFBSVlwT1Q1ZTZ2amlMMTNTYWJXZVRacmN1WkIveGFMRHdocjYrNWU3em4zSkhLdUN2THpZaXhjYk5HdFc3aE13eTlEcGRMRVJFVzZlbnRKZGtGZisvdHU3ZWZNeSt4UVhGcHBaV054L1NMMWUvNkR2Q3dDQUo4cjQ3dDExK1hseGNYRnlCM25peko0OSs3ZmZmbXZhdE9ucTFhdkwvWHZCR29BNVh3QUFRRFlsVTl2S1hRTHNmdmdHQmQzdHBaSTVWcGJXMXMzYXRidlBBeG9aR1huNy8vdHN4enRyTDJreHJ3Y0tTZTBGQUFBTVVFNU96cjU5KzRRUWI3NzVaazJ0dllRUU5mYU5BUUFBQUFBQTRHN1dyMStmazVQVHRHblR3TUJBdWJNOFJqUmZBQUFBQUFBQVQ1YlUxTlJObXphWm1KajA2ZE9ucHE3d0phSDVBZ0FBQUFBQWVMTDgrZWVmZVhsNTd1N3VMVnUyck1HM090SjhBUUFBQUFBQVBGbHUzYm9WRWhLaTBXajgvUHg4ZlgzbGp2TjQwWHdCQUFBQUFBQThRYUtpb2lJakl4VUt4ZURCZzJ2OG8zaG92Z0FBQUFBQUFKNGdCdzhlek03T0RnZ0lhRjdlWTZ4ckdKb3ZBQUFBQUFDQUowVlJVZEdPSFR1RUVCTW1UREF4TVpFN3ptTkg4d1VBQUFBQUFQQ2tXTEZpaFVxbDh2ZjM5L1B6a3p0TFZhRDVBZ0FBQUFBQWVDTEV4OGR2M2JyVnhNU2tiOSsrWm1abWNzZXBDalJmQUFBQUFBQUFUNFEvL3Znak96dmJ5OHVyVFpzMk5YNXRld25ORndBQUFBQUFRTTEzL2ZyMUV5ZE82SFM2OXUzYmUzcDZ5aDJuaXRCOEFRQUFBQUFBMUh3blRweUlqbzVXS3BYRGhnMTdRaVo4MFh3QkFBQUFBQUE4RVRadjNxelJhSVlORytibTVpWjNscXBUODU5ZStZVFQ2L1Y2dlY0YVNKK1hqUCt6WFFnaGhOVDRsdjRvRklweU5nSUFBQUFBZ0dwbHo1NDkwZEhSenM3T0kwZU9sRHRMbFpLaCtjcE1UaDdmdlh2Vm43Y0cwSmZRNlVwR2VsMlp3ZTF4U2JWMSt6Ly9HWmIwWGYvc0k0UkNLSVNpMUQ5dkQyNXZsRjc1dHdFelVpZ1VpcEovS0l4S2pSVUtoZEYveHZKKzB3QUFBQUFBQnU3RzFTdDFhdGVXTzBWTmxwZVh0MkRCQWlGRS8vNzk3ZTN0NVk1VHBhcTYrUW9MQy9QeTh0TGw1MVh4ZWFzUm5VNm4wK20wV3EzMHNXUWdiUytacUhYbnZLMHlMMGxLWm1tVm1iUlZaaVpYMlNhc3ZFOUxIN2IwMTk0NUtZeHBZZ0FBQUFCUUJZeEtUenRRS0VwL2FtUmtaR1JrWkd4c2JHeHNMRzJYTzJ4RjZ0U3VQV2pRSUxsVDFHVDc5dTFMVDArdlhidDI1ODZkalkyTjVZNVRwV1NZOHhVWEYxZjFKNVdkVnF0VnE5VnF0VnFsVWtrZms1T1RZMkppcmx5NWtwQ1FrSnljbkpLU0luM1U2L1hTdjV0TVRFeWtqMHFsVWhxWW1KalkyOXZiMmRuWjJkbEpnNUpQN2V6c0hCd2NiRzF0cFkxT1RrNUdqMjJ5bFU2blMwOVB6OG5KeWNuSnljN09MdmxZc2lVN096czNOL2ZXclZ1NXVibloyZG1QS1FZQUFBQUFQT0ZLWmtpVWZDd1phRFFhclZaYjh0SEl5S2hldlhxMWF0V3FWYXVXbTV1YnQ3ZDM4K2JOZlh4OExDMHR6Zjd4K1A0VUNYbGxaV1VkUEhoUUNCRVVGTlNvVVNPNTQxUTFSWm1KUEtnVStmbjVtWm1aR1JrWkdSa1owaUF0TFMyNWxKU1VGSzFXNitqbzZPVGtaRzl2YjJWbFpXMXRiVzF0Yld0cmEyVmxWYWJlc3JXMWxRYlcxdFp5dnpNQUFBQUFnRUhRNi9XRmhZVkZSVVVxbGFxb3FLaTR1TGk0dUxqazA0S0NBbW1Pd3ExYnQ3S3lzZ29LQ3ZMeTh2THo4L1B6ODNOemM5UFQwNU9Ua3pVYWpidTd1NGVIaDZlblovMzY5ZXZVcWVQbTV1Ym01bGEvZm4wSEJ3ZTUzeDhxemVIRGh6Lzg4TVA4L1B3ZmYveXhlZlBtY3NlcGFxeHdYem4wZXYyMWE5Zk9uejhmSGg0ZUVSRng0OGFOL1B6OGdvSUM2VjhyaFlXRlZsWldIaDRlOWV2WGI5MjZkZjM2OWV2WHIrL3E2bXBsWldWbFpXVmhZU0gxNjBxbDB0emMzTURub0FJQUFBQUFESUZDb2JDMHRMUzB0THlmbmJWYXJWVDdvbkZLQUFBZ0FFbEVRVlNOU2IxWWZuNStUazdPelpzM0wxMjZGQlVWZGViTW1mWHIxK3QwT3VsR0lrZEhSMjl2NzFhdFdyVnUzVG9nSUlCSkdOWGRqaDA3OHZQek8zYnMrQVRXWHN6NWVoaDZ2VjZ0Vm1zMG1yeTh2QXNYTG9TRWhCdy9mdnpVcVZONWVYa20vM0J5Y21yU3BFbWpSbzJhTkduaTYrdnI2K3ZyNnVvcWQzQUFBQUFBQU80cUlpTGk5T25UeDQ0ZE8zVG9VR3BxcXZRblg2VlMyYUpGaTU0OWUvYnExY3ZQejgvYzNGeXBWSEpmWkRVU0ZSWDE4c3N2SzVYS24zNzZ5ZFBUVSs0NE1xRDV1aTk2dlQ0OVBUMHVMaTQyTmpZbUppWXlNakl5TWpJMk50YlMwckpPblRydTd1N1NCRkVmSDU4R0RScDRlWGt4THhRQUFBQUFVRTNwZExycjE2OUwwOEdpbzZQajR1TGk0K1BqNCtPdHJLd0NBd05idFdyVnJGbXpwazJiTm1uU3hOVFVWTzZ3cUVoUlVkSElrU092WHIzYXAwK2Z6ei8vWE80NDh1QnV4NHFvMWVvelo4NmNPSEhpNU1tVFY2OWVsZGJ0VWlnVWdZR0J3Y0hCN2RxMXExdTNic2xxWEZ6d0FBQUFBSUFhd01qSVNGcWxwM2Z2M21xMU9pc3JLek16TXlVbDVkU3BVM3YyN0ZtNGNLR0ppVW50MnJXRGdvS0dEaDNhdjM5L016TXp1U09qZkFjT0hMaDY5YXFOalUzdjNyM2x6aUliNW56ZHB0ZnJwY2N2YWpTYXdzTENiZHUyYmQyNjlkQ2hReXFWeXNURXhOVFV0SDc5K24zNjlPbmJ0MitIRGgzTXpjM2x6Z3NBQUFBQWdBeVNrNU8zYnQyNlpzMmE4UEJ3bFVxbFZDcG56Wm8xWXNRSVIwZEhFeE9tMXhpUXJLeXNEejc0NE1TSkU5MjdkNTg1YzZhTmpZM2NpZVR4UkRkZktwVXFKU1VsNFI5WHJseTVkT2xTVEV4TWVucDYvZnIxUFQwOXZieTgvUHo4cEdtYzd1N3VjdWNGQUFBQUFNQWc2SFM2eU1qSXc0Y1BIenQyN09qUm8wS0k0T0RnSVVPR2RPblNoU2xnQnVMUFAvLzg1Sk5QOHZQemx5NWQycVpORzduanlPYUphNzYwV3UybFM1ZkN3c0xPblRzWEhoNmVscGFXbFpXVmxaV1ZuNS92NysvZnNtWEx3TURBZ0lBQXgzOHd2UXNBQUFBQWdMdkp6YzI5ZXZYcTNyMTdWNnhZa1plWDE3NTkrMm5UcHJWdTNWcnVYQkFqUm95SWpJenMzcjM3L1BuejVjNGlwNXJmZkdrMEdyVmFYVkJRY1BqdzRhMWJ0KzdhdGV2V3JWdlNFeGd0TFMyYk5HblN1WFBuN3QyN3Qydlg3ajZmQlFzQUFBQUFBTW9vTGk1ZXNHREJva1dMY25OejU4eVpNMmJNR0FzTEM3bERQYm0yYjk4K2E5WXNPenU3alJzM3VycTZ5aDFIVGpXeitkTHI5WW1KaVRFeE1aY3ZYLzc3NzcvUG56OS84ZUpGTXpNekh4OGZIeCtmUm8wYVNRTnZiMjhyS3l1NXd3SUFBQUFBVUVQRXhjVXRYcno0MTE5LzdkcTE2NElGQzF4Y1hPUk85Q1JLU2tvYU9YSmtabWJtQ3krODhONTc3OGtkUjJZMWJmRzUxTlRVUC8vOGMrZk9uVkZSVVdscGFlbnA2YlZyMSs3YXRldHJyNzNXckZrelYxZFhaMmRuNW5ZQkFBQUFBUEE0ZUhsNXpaNDkyOGZIWjhhTUdVVkZSYXRYcjdhMnRwWTcxQlBuNTU5L3pzek1yRnUzYnE5ZXZlVE9JcjlxMzN6cDlYcVZTcFdmbjMvNDhPRzFhOWZ1M2J0WHE5V2FtNXMzYXRSbzNMaHhBd2NPOVBmM2x6c2pBQUFBQUFCUENxVlMrZnJycjZlbnAzL3h4UmUvL1BMTG1ERmo1RTcwWkltTmpRME5EUlZDdEcvZjNzL1BUKzQ0OHF2R2R6c1dGQlJjdUhBaExDenN5SkVqaHc0ZEtpNHU5dkh4YWRxMGFmdjI3YnQxNiticjZ5dDNRQUFBQUFBQW5sQXFsYXB0MjdhTkd6Zis0WWNmYkcxdDVZN3pCRm0xYXRYMzMzOXZhbXE2YnQwNkx5OHZ1ZVBJcjFyTytZcUxpOXU0Y2VPT0hUdmk0K05UVWxJNmRlbzBiZHEwdG0zYnVydTd1N3E2S3BWS3VRTUNBQUFBQVBCRVV5cVYvZnIxVzdwMDZkeTVjMmZNbU1GcTkxVkRwVkt0V2JOR3E5VysvdnJyMUY2U2FqUG5TNnZWRmhVVm5UcDFhdkhpeGJ0MjdWSW9GSFoyZHVQR2pYdjk5ZGRyMTY0dGR6b0FBQUFBQVBBZk9UazVJMGFNMkxObmo3ZTM5NisvL3Rxa1NST0ZRaUYzcUpwTW85Rjg4Y1VYMjdadDgvTHlXcjkrUFJPREpOV2crVXBPVGo1Ly92eUpFeWUyYk5seTQ4WU5YMS9mdG0zYjl1elpzMGVQSG5UR0FBQUFBQUFZcklLQ2duWHIxbjMzM1hkR1JrWno1c3hod2ZYSEtpUWtaTktrU1VaR1J1Ky8vLzdnd1lQbGptTW9ETHI1U2s5UFg3Rml4VysvL1hiMTZsVW5KNmVSSTBmMjZOSER5OHVyVnExYXhzYkdjcWNEQUFBQUFBRDNGaE1UTTIzYXRKTW5UNjVidDY1cjE2NXl4Nm1aOHZMeUprK2VmUHIwNldiTm1zMmZQOS9GeFVYdVJJYkNFTmY1MG1nMFdWbFpDeFlzK082NzcxUXFWYXRXclRadDJ0U3paMCs1Y3dFQUFBQUFnQWZtNCtPemFOR2kzcjE3ang4Ly9zS0ZDOHhsZVJ5T0h6OSs4ZUpGSWNUQWdRT3B2VW96a2p2QWYyaTEyak5uem56ODhjY3RXN2Jjc21YTGM4ODl0M1hyMWovLy9KUGFDd0FBQUFDQTZxdHUzYm9USjA2OGVmUG0wYU5INWM1U0E2blY2cDkvL3Jtd3NMQnQyN1o5Ky9hVk80NWhNYUE1WDZtcHFYUG56dDIyYlp0T3AzdnJyYmQ2OSs3dDUrZG5hbW9xZHk0QUFBQUFBUENvbWpScG9sS3BrcEtTNUE1U0E2MVpzeVl5TXRMYzNQelRUejlsU2ZReURLTDVLaXdzM0xKbHk2UkprOVJxOWJoeDQyYk1tR0ZqWXlOM0tBQUFBQUFBVURuMGVuMW9hS2l4c1RGLzNxOTBVVkZSeTVZdE16SXlldm5sbDUyY25PU09ZM0JrYnI0MEdzMkpFeWNXTFZvVUdocmF1M2Z2dDk1NnEwMmJOdkpHQWdBQUFBQUFsVWl2MXg4NGNHRGh3b1hObXpkdjI3YXQzSEZxbFB6OC9IWHIxbW0xMm9ZTkcvYnAwMGZ1T0laSXp1WkxyVmF2V0xGaTd0eTU1dWJtUzVZczZkbXpwNVdWbFl4NUFBQUFBQUJBNWRMcjliLysrdXNubjN6aTVPUzBkT2xTRmwrdlhHZk9uRGwyN0pnUW9uZnYzdTd1N25MSE1VU3lyWEN2VnF0bno1NDlhZEtrcDU1NjZzS0ZDd01IRHFUMkFnQUFBQUNneGxDcjFXZlBudTNacytkTEw3MVV0MjdkZmZ2Mitmdjd5eDJxUnRGb05CczJiTWpMeTJ2UW9NSHc0Y01WQ29YY2lReVJQSE8ra3BLUzVzeVpzM3IxNmxtelprMmNPRkdwVk1vU0F3QUFBQUFBVkxyVTFOU3paODl1M2JwMXk1WXRibTV1MDZkUGYvdnR0eDBkSGVYT1ZkUHMzTG56M0xsejV1Ym1zMmJOWWpyUjNjalFmQlVXRnM2Wk0yZlpzbVVMRnk0Y09YSWtEeDBBQUFBQUFLQm11SGp4NHA0OWUzYnYzbjNod2dWN2UvdnAwNmYzNnRXcmNlUEdSa2F5M1hOV1U2V2xwWDM1NVpkYXJYYklrQ0ZObWpTUk80N2hrcUg1T25Ma3lOS2xTNy84OHN0eDQ4WlYvZGtCQUFBQUFNQ2owK3YxV3ExV3JWWnJOSnBMbHk3dDI3ZHYvZnIxVjY1Y01UVTFiZHEwNmJKbHl3WVBIaXgzeGhxcnFLaG82ZEtseGNYRjlldlhIelJva054eERGcFZOMTk1ZVhsVHBreDU4Y1VYeDR3WlU4V25CZ0FBQUFBQWowS24weVVsSmFXbXBpWWxKU1VrSkZ5NmRDa3lNdkxDaFFzcWxjclQwN05aczJhalI0L3UzTGx6aXhZdFRFMU41UTViazUwK2Zmcm8wYU5DaU9EZ1lDOHZMN25qR0xTcWJyNDJiZG9VSHgvLzVaZGYydHJhVnZHcEFRQUFBQURBQThuUHo3OXg0OGFOR3pkaVkyT2pvcUt1WHIyYWxwYVdtWm1abHBhV201dnI3dTRlRUJBd2VmTGtnSUFBRHc4UER3OFBTMHRMdVNNL0VkYXNXWk9abWVuczdQejg4ODlUTWxhc3FwdXZYMy85MWNiR3BtWExsbFY4WGdBQUFBQUFVQUdkVG5mMTZ0WG82T2lZbUJqcFkyUmtaR0ppWXVsOVRFeE1tamR2M3J0MzcwNmRPblhyMXMzRnhVVyt2RThvblU2M2J0MjZzTEF3ZTN2N3hZc1hVelhlVTFVM1grbnA2YWFtcGs1T1RsVjhYZ0FBQUFBQWNEZkp5Y21OR2pYUzZYUzIvN0N6czJ2ZnZyMlRrNU9ycTZ1Ym01dUhoNGVYbDVlM3Q3ZVptWm5jWVo5b3AwK2YvdUdISDB4TVRJWVBIKzdqNHlOM25HcWdxcHN2alVZamhEQTJOcTdpOHdJQUFBQUFnTHZKek13c0tpcDY2NjIzQmc4ZWJHMXRiVzF0YldWbFpXTmp3NVFpZzVLVmxmWGpqejhXRlJVRkJBUUVCd2ZMSGFkNmtPSFpqZ0FBQUFBQXdOQW9GQXBmWDk4T0hUcklIUVRsMCtsME8zYnNPSC8rdkxHeDhmUFBQMStuVGgyNUUxVVBSbklIQUFBQUFBQUF3RDNFeDhkdjNMaFJyVmIzN2R1M1c3ZHVjc2VwTm1pK0FBQUFBQUFBREpwZXI1OHhZMFpLU2tyZHVuVS8rT0FEbnVkNC83amJFUUFBQUFBQXdIQnB0ZHJmZnZ2dDh1WExWbFpXRXlaTW9QWjZJTXo1QWdBQUFBQUFNRnlYTDEvZXVIR2pRcUhvMXExYisvYnQ1WTVUemRCOEFRQUFBQUFBR0NpMVdyMXg0OGJyMTY5YldGaTg5dHByTmpZMmNpZXFabWkrQUFBQUFBQUFESkZlcjkrOWUvZnUzYnROVEV3bVRacFVyMTQ5dVJOVlB6UmZBQUFBQUFBQWh1ak1tVFB6NTgvWDYvWDkrL2QvNXBsbjVJNVRMZEY4QVFBQUFBQUFHSnlNakl3VksxYms1K2MzYXRUb2hSZGVNREtpdzNrWWZOY0FBQUFBQUFEK243MDdENHl5dXRjSGZ0NTk5c2tlc2tBU0lHd2hRTUtPZ2xLc3U3YUkzYXpiMWJvVnJiYld0cjlldGIyOTJxS3Rkcm0yMXZiV2JsWnR4VnV0UzYxVlJGVDJoTENFRUVnSUpDSDdKTFBQdlB2dmozY3lHU1l6V1NBd0pEeWZQMmdNTTVrekV6cnZtZWQ4ei9lY1cxUlZmZVdWVjJwcWFrd20weGUvK01XU2twSlVqMmk4UXZJRkFBQUFBQUFBQUhCdStlaWpqMTU2NlNWRlVXNisrZWJMTDc4ODFjTVp4OWhVRHdBQUFBQUFBQUFBQUFhMHQ3Yy84c2dqd1dCdzZkS2x0OTkrTzhzaXZUbDFxUGtDQUFBQUFBQUFBRGhYK1AzK0RSczJCSVBCdkx5OHUrNjZDN0hYYVVMeUJRQUFBQUFBQUFCd1R0QTA3ZTIzMzY2cXFtSlo5cWFiYnBvelowNnFSelR1SWZrQ0FBQUFBQUFBQURnbmRIWjJQdmZjYzZGUWFObXlaZXZXcmVNNEx0VWpHdmVRZkFFQUFBQUFBQUFBcEY1dmIrODN2dkVOdDl0ZFdscjZ3eC8rRVBzY3h3U1NMd0FBQUFBQUFBQ0FGQXNFQXM4ODg4emh3NGN6TXpQdnYvOStxOVdhNmhGTkVFaStBQUFBQUFBQUFBQlNTZGYxdDk5KysrMjMzNlpwK3BwcnJsbXlaRW1xUnpSeElQa0NBQUFBQUFBQUFFaWxtcHFhWjU5OVZwYmxDeTY0NFBiYmIyY1lKdFVqbWppUWZBRUFBQUFBQUFBQXBNeWhRNGNlZmZSUmo4ZXphTkdpNzMzdmV4YUxKZFVqbWxDUWZBRUFBQUFBQUFBQXBJYkw1ZHF3WVVOYlcxdEJRY0dERHo2WW5wNmU2aEZOTkVpK0FBQUFBQUFBQUFCU1FKYmxGMTU0b2JhMjFtUXkzWHJyclRObXpFajFpQ1lnSkY4QUFBQUFBQUFBQUNtd2NlUEdqUnMzNnJwKzY2MjNYblBOTmFrZXpzVEVwbm9BQUFBQUFBQUFBQURublE4KytPQm5QL3Vab2lqcjFxMjc3YmJiME5YK0RFSE5Gd0FBQUFBQUFBREFXWFhvMEtGZi9PSVhpcUtVbDVmL3gzLzhCMkt2TXdmSkZ3QUFBQUFBQUFEQTJlUDMrNTk1NXBtV2xoYW4wN2wrL2ZxOHZMeFVqMmdpdzI1SEFBQUFBQUFBQUlDelJGWFZoeDU2YU5ldVhSUkZQZkhFRTRzWEwwNzFpQ1k0SkY4QUFBQUFBQUFBQUdlRHorZjc2VTkvdW5QblRwdk50bjc5ZXNSZVp3RjJPd0lBQUFBQUFBQUFuSEdLb3J6NDRvdnZ2dnN1d3pEcjFxMjc2cXFyVWoyaTh3SnF2Z0FBQUFBQUFBQUF6cmozM252ditlZWZWeFJsMWFwVjk5eHpEOGR4cVI3UmVRSEpGNHd4cjgvbmN2WDJ1SHFEd1dDcXh3SUFNQlNhcGpQUzA3T3lNbkp6Y2xJOUZvQ1U4UWNDUFQydUhwY3JFTUNGR3dET2RRekRaS1NuWjJWbTVPUmtwM29zQUtPaktNcVdMVnNlZWVRUmlxSldyVnIxNHgvL21HVVJ5SndsZUtGaHpQZ0RnYWQvL3N0L3ZiZEpWaFJGVVZSVlMvV0lBQUNHUWxHRVpWaVdaYk15TTc3N3JRZVhMMTFFVVZTcUJ3Vnc5Z1NEb1dkKy9adlgzL3luckNpS3JLZ2FMdHdBY0s2aktNS3hITXV5ZVpOeXYvdlExeGN0ckVqMWlBQkdSTmYxSFR0MlBQWFVVNXFtTFZ1MjdKdmYvQ1ppcjdNSnJ6V01qU01OamQ5N2JNT09YVlc2cnRNc1lRV0t4ajh1QURpMzZUb0poblJGSkYzZDNmZmMvNDM3N3I3ejFwdStoRmtJbkNlT043ZDg3N0VOSDIvZHJta2FMdHdBTUY3b09na0dkRVVrblYxZGQ5ejd3RGZ1KytvTlg3aWVZWmhVand0Z0dLMnRyVC8rOFk4N09qclMwdEllZXVpaGdvS0NWSS9vL0lJNURveUJZREQwcmYvOC90NzlCMmlPbEZ3ZzVNeml6QmswYTBMcEJBQ2MwM1NOaEQxYTBLV2RxSks2RHZtZmVQcm5hV25PNjlkZW0rcHhBWnh4b1ZENG05OTl0S3E2aG1aSnlRVkN6aHpPbkVGeFpoeDhCQURuT2wzVncxNDkyS08xN0paNkRudC84S01uMDV6T2E2NjZQTlhqQWhqSzhlUEh2L2ExcjdXMnRoWVdGdjdrSno4cExpNU85WWpPTzBpK1lBdzgrNy9QNzkxL2dPSEpzbnZzQlpVOHkxTUVxUmNBakJPNnJoZGZJT3pmR0R6eTcvQXZmdlhjb3NvRnhVVlRVajBvZ0RQcjkzLytTMVYxRGNPUlJiZmJpcFlKcklBTE53Q01KN3F1RjYwUWFsNEtORzBSZi9uYy95NVlNRzl5UVg2cUJ3V1EyTkdqUnpkczJHREVYdC8rOXJkTFMwdFRQYUx6RVJiMzRIUUZBc0Yvdi9jQklhUjRwVkJRd1dQMkRBRGpDMFZSSmlkZHNrcXdadE05cnQ1dE8zYWxla1FBWjFZb0ZOcTArU05DU09FU2Z2SVNualhod2cwQTR3eEZVZVowZXVyRmdzbEp0YlYzVk8rcFNmV0lBQkx6ZUR4UFB2bmtuajE3ekdiejdiZmZ2blRwMGxTUDZEeUY1QXRPVjI5Zm55aEpERWN5aWxuc2NBU0FjY3FleHdnT1dsR1VIbGR2cXNjQ2NHYjF1VDNCVUlobVNIb1J5MXN3RlFTQThjcFp5UEpXV3BLa3ZqNTNxc2NDa0VCN2Uvc0REenl3YTljdW04MTIvLzMzWDN2dHRlaEpseXJZN1Fpbnk5WGJKNG9pSTFDV0RNeWVBV0M4NHEwVWJ5YUtvdlQyOWVtNmprTWVZUUp6ZXp6aGNKam1pRFVMRjI0QUdNY0VPOFdhaUNUTHZYMXVYTHZoWE5QWTJQaVRuL3hrMzc1OW1abVpkOTExMTdwMTYxSTlvdk1hWmp4d3VzTGhzS0txTkVOWUUvNDVBY0I0UlZFVVo2V01JenNVUlVuMWNBRE9JREVzeXJKQzBSU0hnaThBR004b2l1SnR4clU3aUdzM25GUDYrdm8yYk5pd2UvZHVrOGwweHgxM1hIc3REbEJLTWRSOEFRQUFBQUFBQUFDTWdlYm01b2NmZnJpMnR0YmhjSHoxcTEvOTNPYytsK29SQVpJdkFBQUFBQUFBQUlEVDF0alkrUGpqajlmVzFtS1Q0emtGVmU0QUFBQUFBQUFBQUtmRjJPUzRiOTgrYkhJODE2RG1Dd0FBQUFBQUFBRGcxQjAvZnZ5UlJ4NnByYTFOUzB1NysrNjdzY254bklMa0N3QUFBQUFBQUFEZ1ZPaTZ2bS9mdmgvLytNZDFkWFdabVpuMzNYZmZOZGRjaytwQndVbVFmQUVBQUFBQUFBQUFuSXBEaHc0OThzZ2piVzF0eGliSEs2KzhNdFVqZ25oSXZnQUFBQUFBQUFBQVJrZVNwSjA3ZC82Ly8vZi9nc0ZnVmxiVyt2WHIwZHZyM0lUa0N3QUFBQUFBQUFCZ0ZDUkpldW1sbC83d2h6OEVnOEZaczJZOStPQ0RsWldWcVI0VUpJYmtDd0FBQUFBQUFBQmdGSjU3N3JtWFgzNDVIQTRYRlJYOTRBYy9tRHAxYXFwSEJFa2grUUlBQUFBQUFBQUFHSkcrdnI2Zi8vem5iN3p4QnN1eWxaV1ZUejc1WkhwNmVxb0hCVU5COGdVQUFBQUFBQUFBTUx5T2pvNG5ubmhpNjlhdExNdXVYYnYyemp2dlJPeDE3a1B5QlFBQUFBQUFBQUF3akk2T2pxOTk3V3ROVFUyYXB0MXl5eTEzM0hHSDJXeE85YUJnZUVpK0FBQUFBQUFBQUFDU2ttVjUxNjVkUC9yUmo5cmEycHhPNS9yMTY5ZXRXNWZxUWNGSUlma0NBQUFBQUFBQUFFZ3NGQW85Ly96enI3Lyt1c3ZseXN2TGUvREJCMWV1WEpucVFjRW9JUGtDQUFBQUFBQUFBRWlnbzZQajhjY2YzN2x6cDZJb3MyZlAzckJoUTM1K1BrM1RxUjRYakFLU0x3QUFBQUFBQUFDQWsyaWFkdURBZ1NlZmZMS3VyczVrTWwxOTlkWDMzMysvdytGSTliaGcxSkI4QVFBQUFBQUFBQUFNOFB2OWYvLzczMTk0NFlXZW5wN3M3T3k3Nzc3NzBrc3Z0VmdzcVI0WG5Bb2tYd0FBQUFBQUFBQUFFUjZQNSttbm4vNzN2Lzh0aXVMTW1UTWZmdmpoV2JObVlZZmorSVhrQ3dBQUFBQUFBQUNBS0lyUzJOajQrT09QMTliV2NoeTNhdFdxaHg1NktEOC9QOVhqZ3RPQzVBc0FBQUFBQUFBQXpuZDlmWDEvL2V0Zk4yN2MyTmZYbDVtWmVjTU5OM3orODUvSERzY0pBTWtYQUFBQUFBQUFBSnpYYW10ckgzLzg4YU5IajhxeW5KK2YvOTN2Zm5meDRzVXNpOHhrSXNCdkVRQUFBQUFBQUFET1UyNjMrNjIzM3ZyVnIzNFZEb2R0TnR1YU5XdSs5YTF2T1ozT1ZJOEx4Z3lTTHdBQUFBQUFBQUE0NzZpcXVudjM3ci85N1c5YnQyNlZKR25XckZrMzNIRERwWmRleW5GY3FvY0dZd25KRndBQUFBQUFBQUNjWDhMaDhMUFBQdnVQZi96RDYvVnlISGZMTGJmY2ZQUE5UcWVUb3FoVUR3M0dHSkl2QUFBQUFBQUFBRGhmU0pKMDlPalJuLzcwcDd0Mzc2WnBldXJVcVhmY2NjY2xsMXhDMDNTcWh3Wm5CSkl2QUFBQUFBQUFBRGd2ZEhSMHZQNzY2NisrK3FyTDVVcExTN3ZpaWl1dXUrNjZxVk9ucG5wY2NBWWgrUUlBQUFBQUFBQ0FDVTZTcEkwYk4vNzV6My91N2UxVkZLV3dzUERoaHgrdXFLakFBWTRUSG43QkFBQUFBQUFBQURCaEJRS0IrdnI2WC83eWwzdjM3cVVvS2pzNys5SkxMNzNqamp1c1ZtdXFod1puQTVJdkFBQUFBQUFBQUppQUZFV3BycTUrKysyM04yM2FGQWdFN0hiN21qVnIxcTVkTzJmT0hIVDFPbjhnK1FJQUFBQUFBQUNBaWNibGNqMzk5Tk1mZi95eDMrK25hZnJDQ3krODc3NzdKaytlTEFoQ3FvY0daeFdTTHdBQUFBQUFBQUNZSURSTjYram8yTFJwMCs5Kzl6dXYxOHZ6ZkhGeDhZMDMzbmoxMVZkekhKZnEwVUVLSVBrQ0FBQUFBQUFBZ0hGUFZkV0dob2FQUC83NC9mZmZiMmhvVUZXMXFLam9tbXV1dWZycXE3T3pzMU05T2tnWkpGOEFBQUFBQUFBQU1MNjF0YlU5Kyt5ejI3WnQ4M2c4bXFhWlRLWXZmL25MTjk1NFkxcGFHc013cVI0ZHBCS1NMd0FBQUFBQUFBQVlsd0tCUUV0THkrdXZ2LzdxcTYrcXFzcXliRlpXMXVMRmkyKysrZVpwMDZaUkZKWHFBVUxxSWZrQ0FBQUFBQUFBZ0hFbUdBenUyclZyMDZaTlc3ZHU3ZTN0SllSTW56NTkxYXBWRjExMFVWbFpHVEl2aUVMeUJRQUFBQUFBQUFEamhxcXFIMzc0NGNzdnY5elEwT0R4ZUFnaGhZV0ZOOTk4ODRvVks3S3lzdERHSHVJZytRSUFBQUFBR0FPaVYyTUVpaFZHV21XZ0tib3E2NXlaSHZsRHFKSkcwWVJtUjNFWEFJQ0pRZGQxdjkvdmNyaysvdmpqdi8vOTc4ZU9IU09FV0N5VzB0TFM2NjY3N3FxcnJySmFyYWtlSTV5amtId0JuRzJCRHJXblZzNHU1eXc1a1Q2TFliZFcvWXl2WURrLytTSVR6UTVNbDQrL0grcXRWL0pYQ05sejJiTXd4NVdEV3VPYm9jelpYT1ljam1ZR2hxSHIra2hLaGIydGlxTndwRzhwdXFidi9wblBlMHkxNWpONVMvakpGd214ajNqbXRINGk5aDJXeS8vRGRoWWVhd3p0Zjk2ZlBwTXJ2RUJJOVVBQUFNNGdUZEdQL1R1Y1BvTk5uemF3VnIvcmFhK3ppQzIrMU1UYkI2NkRudU5LM1l2QmdndjRTWXY1VWNWR1krakk2MEZOMFF0V0NMYThnV3RmMzJGNTcyOERoUmZ5WlRlTjZFTGo3MUEvZWNUTENNU1VUazlhek0rNHpqTDA3YjNOeXQ3ZitFM3BkTVY2RzJ0SytzVHJYZzY0R3hWbk1lc3NZVE5tc2VhTXM5SFhXZkpwWFRWeVI1V29TbVR4Tit5eDh4bUR2MTA5OElkQXhndzJyWlJObjg1eGxzVFhmVG1rN1hyS1ozTFN2SVBLcmVTenkva3pOT0MrUnZud3E2R0VRNTNBam04S2gzclUwclVXaGp1UG5qVk1BS3FxSGoxNmRNK2VQVlZWVlZWVlZYMTlmWVFRazhtMGJObXlpeTY2YVBYcTFYYTdQZFZqaEhNYWtpK0FzODJTUzdmL1FhcDlJWkF6bnl1N3lXck9aRXhwdENXYk9maEM2UGo3NHFJSDdORkVyR1d6NUd0Vk8zYkpncE9hZG8ycGFJMTVyTWJRVVNYNVd0WFN6NXowQXprTHpRajA3cWY5cGt4NjF1Zk1lVXNqT1V2RGF5SGZDYlhnUWlHN25FdVdUL1Vka1hjODZjdVp6NVhmYmgzSmh4Q0twdVo5eGZiSm81NitlcVd2WHZHMUtITnZpZitRRVBhb0p1ZVlUZFlWVWF2OVl6RFFvUzUrY1B4ZEYyZCt3Ykw3S1Y5dm5WeDJzNFhoc2M0UEFCTVR6VkpxV04vK21NOCttWjV6b3pWakJrY0l5YTNrYS84WVBQNStlUDVkdHB6NWtSQ2tkVXU0NzdEU2QxaXArMHN3ZjRVdzUwYkxXQzJmK051Vm8yK0Z5MjZ5TWtQV2JXbXEzcnhKbEx6NjBUZEY1elJtNmhXbVNRc0ZRa2o2REU2VjlKeUswUzFVcUNLUncvclFzWmV4T25Yc1hWRlhpZitFdG1PRGIrRURObE5hNHF0a3NFdHpONmp1QmpWenRwbysvY3pPOW4wbkZGZXQwcmxINmoyc0VDM3l6WU12QnVmZUhGOTVFZXhXamQ4YWF5YXp2MlF0WEJsNWxUUkZPMmw1VHlPZVJ0VkRWRXN1UGVmTGtSL2libFNjVTVreGJObHo3TjN3MFgrR0ZuMzkvSXE5Q0NGVFZndTFmd3B1LzZHMzhsNmJPUk5IM2NFNG9PdjY1czJiMzN6enpmcjYrcjYrdm5BNFRBaHhPQnhYWG5ubGxWZGVXVmhZNkhBNDBNOExob1hrQytCc295aHE5cGNzbjN6ZjA3MVgyWGJNdStKN1RsTTZYWENCMEw1ZENyUnJ1NTcyclh6TVNiTlU3MkhaMTZvU1FpaUd6UDZTSlpwRG5iNnVHcW5tV2IrdUV0R2psZDFvb2VpQlM4VzBxNFQybldLZ1RhdjVkVUR5NjBWclRJUVFWZFk3cStUT0t0bVNTd3RwaVdPWFlLZXFLNlN6U3ZhM2VXUERPOG12VVJUaHJBbnVKVGpvMHV2TUIzNGZKSVIwN0pibTNuTFMzL3JiMVczLzdabXh6andtZVo4YzBxcCs2Zy8xcWhkOHo1bHdNT2M0M2tvditycjlrLy95N0hyS3QranI5aUhXK1FFQXhyV3BWNXFidDRpK0ZtM0hFNzVGRDlpeXkvbThwZnpCRjRKS2lGUS80Ny93Qnc1YkhxdUlldHQyMmJoOTRVWEM3QytlZENFN0hZRXVaZWVUUHRHdCt6dlVSViszODhtdkZ6MEhaTW1yRzE4N2k1ak0yWkZJVG5EUWppbXNKdXVqZmVpNEo5QytRK3pjSStVdTVMUG44VFNqdDJ5UkdsNExTYjZCSCtzNXJteDd6THY0UVh0c3hWbFV1RGNTUWVVdTRxTlg1R1NHcnV5V0F0cmcxeUhzMWx3SEpkZEJwYnRXbHR3Sm5tekxCNkt6bUptOHlwUjRWQXY1YU94RkNQRzFhRFhQZVNldkV2Slg4TEZaSHMwUUk1YnFySktxZituTG1zdk51OE1xMk1jZ3JEbjRZcUI1VTNqcHR4Mk9LZWZkUnlHS29zcHVzbFQ5d3IvMU1lL1NieVgrOXdPUWNxSW9lcjNlN3U3dUxWdTJ2UGJhYTkzZDNZUVFobUV5TWpJcUt5c3Z1K3l5Tld2V21NMWpWaE1BNXdPODJRR2NWWXFvc1FMdExHS3p5amhYclNKNjlPUHZoV2QrenBKZXlsQU0wVlVTN05ROHg1VDA2ZHl4ZDhPRUVFWWdGZXR0eVVyOW16ZUhUM3dpam5ZTTRUNU5WNGt4TVZYRCt2dzdCNHF0YUphZS9VWEw3cWY5aEpENmpjSEpGNSswQ1hIMkZ5MDVDM2hDU09OYkljRkJDMm1VczVnMXRwODB2aFU2dkRGRUNNbXQ0RTBaTVJ0U21wU3FYL2h6NW5GNXkvaWMrVnhjdlZMK01yNytsWkRzMS9OWG5KVHJxWkpXODZ4ZkNaR0RMNFRDZmZyTTY0ZlovVEUwVGRHcmZ1WnpIMVZYUE9xSTNTd3ptQ0xxSFRzbFY1M3NhVkpFcjZhS2hEVlJsbHc2ZlRxYnQ1UlBteHJaZlZQL1N2RG8yK0dFUDRGaUNHdWl6TmwwMmpRMnQ1TFBtak5NYzgyK1JybHRtOVJYcjRUN05DV3NzMlppTDJTejVuSUZLd1JUK2tsRDVlMTB4YjIyN1kvNXFuN3VYL3pnZWJkR0RRQVRuaXBwTkVjeEFsVzh4blQ0MVJEUlNNUHI0ZXh5bmpQVHpoTEczYURxQ3Vtb2txWmZ6Wjc0U0ZTQ09pR2s5RHJ6OUdzU2YvTHhOQ2tIWHd5TWVneWlMcnAxUW9pblVkM3hRKyt5NzF3SGovUUFBQ0FBU1VSQlZEcVNMWlkwL1N0eUZlRHQxSXgxMXRpTmU1TVc4Z2YvRXNpY3paN09Lb1VjMXR0M3lPMDdaSm9QOEhaYTlHaW1kRHB6Q21QTnBXMzVqS09JZFV4aDVBRGhreFF4Qjd0VjR3dEw5dkJqT1B4L3dWQ1BQdmNXUzhJQk43NFI2cXFSODVjSm1YTllmNXZxYmxSNkQ4dWhyZ1JwRjgwVGN5WnR5V0ZzK1l3MWo5YTErQnNFdXlMZnlsc1NtZFYwVmt2bUhKb1FFdXpVNmw4Sk5XOFdCU2RGOU1pTEdlclJ0ajN1TWRwRUVKM3EyYThjK0VPdzhsN2JhUlozMUc4TUh2KzNPT2NtYTNycDhBMnc5Ly9lMzdwRklqUlovYlF6V1IyNkt1dnYzdG1YN0Njd1BPSHNsTDJRelpyRDVTM2pCY2Z3djVGd3I3cnBRVGRGcUNtZkdtcmJiUDNHNE5HM0VzOUdKbDhrekwwMWFiY2ppcWJtMzJuNzVIdWVuVS80bGovaVFPVVhuRHRDb1ZCRFE4UGh3NGVQSERsU1gxL2YyTmdZQ0FRSUlVNm5jOTY4ZVpXVmxSVVZGVE5uenVUNU03VUpHaVl3SkY4QVo5WGgvd3ROdjliTVcrbEppM2hYcldMa01vUVFWcUI1QnlYMjZSUkx6Sm1NdjEzcDNDTmJjdW1LZTIxRzg2ejJuU0pubytPU2xDa1htNlpjYkVyK2FJazF2QkU2OG44aFk5OWw2V2ZqUHpOa2wvUFdQRHJRcmhHZGtDU0wxa2RlQytrS3laakZWdHhyaTFzcnRrOWg0a0laWFNHZDFYTFhYdGxSbEdCcVpjbWhTUTV4TnloYi85c1QrMzJhSTg2cERDSEVkVWp1YTVSamU3Nk1WdDNMd2I3RGFza1ZwaUdXZGpWVmIvcG51T21kc0J6UU9TczErV0locTR3elpWS2FSUHp0NnBHL2g0NjlLNmJQWUpjOFpLZFphc2IxNXVMTFRLSmIyL29EajY1U2hCRE9SaTdha0VZSWtRTzY3NFI2NGhPeCtYMngrWDNSUHBtWmM2UEYyTEFUUjVYMS9jOEgycmRMaEpDc3VXekpGUlp6RnEyS2V2YysrZkRHMEpIWFFtVTNXZUpXeTlPS3VhSTF3ckYzeFVOL0RVWTNnQUFBVEF5ZDFUSm5wYkxMK2R5RjNPRlhROUhySXlIRWtzMjRHMVJDaUcwU295bGEwN3RoMWt6S2I3Tk9XaVFRUXZ4dGF2Y0JxZVRTa3k1bnpoSjIrWDg2Unp1RzNzUHlqaC81aksvTGJyRW1pNzA4eCtUZU9zWDRldVlYTEhIOXF2S1djVWRlQys3N2JhQmk5Qm5OaWEzaGpKbGNiQktSTnBXdCtLb3Q0YklOaytTam54elNsR0RrNjJFTHZ0cDNpWTF2aGlsQ2VZOHJsZmZaRWxZQUJUdTFodGRESjdaUnVRc0Uxa0pOV3NnelBNMEloTE5TdkkzbWJCUnZwM2tiTmZUYUVpSEVmMEl4cnBqMlFqYnNWbjJ0MnA1bi9heEFsYTZOL081S0xqVVZYV0tTQTlwNzk3b0pJZVlzMnZnbDd2Mk52MjJiUkFncHY5VjZtckZYUjVWMDlLMndjeW96WmZYd3BmU2FxbmZ0a1FraFJDT2R1K1NpU3hLL21BeEhmZnJYYWFKSE8vYXZjUE1teWZqbXJDK1lDMWNLcXFLSCt6UlhyWEw4dlhEM1h2blFLOEhpVDV0S1AyTWVlaTl0KzI2SkloUWhwR08zUFBzR1BkbE8zcG5YVzBvdU40bHU3WlAvOHVvS0lZU3dackxrVzNaVEJzUGJoM21WT0FzMTU4dVdxcC83cTMvcFgvNWRCNWJUSUxVVVJkbS9mLytXTFZ1cXE2dTd1cm84SG84b1JwYjJDd3NMcjdqaWlqVnIxbVJuWjZlbHBhVjZwRENPSWZrQ09LdENQVnBudFRSNXBTbTNrbmZWeWJwR3BsNFZtZkF0K3JxOXMwck9LbU5ONlhUTmM4SGNTcTc4dGtqUHJJNHFhZTl2QW9RaUMrNjJHcDFFVG9jbVJUNUxDR2wwd2pseCtlM1c5dTFTYmlVLzlFeklWc0NJYm0zM1R3TUw3eCsrank5cnBsWThFdmtRMHJaRDlKOVFCUWZOTzZpc01zNzRhT0U2SlBmc2x3VW56ZG1wOU9tc0pYdHNWaUQ3anNqSDN3OXpabXI2dFVralF0R3I3WG5HMzNkRUlZUmt6K2ZtM1dHTjNkbGhMMlFEN2RxUnY0ZjZEaXVhcXRNc1JWR1U0S0FFQjAweGxGRTlSN09VOFN3NEs3SGtNTGtWZkZlTlZQMUx2NjlGM2ZHRXIreEd5NVRWOFk5ZTgydC9WN1ZNQ0NtN3hSSWJYMmJPNWxvL0VsV1IrRThNV2k0blpQcG56YTBmaWNmZUMrY3Q1ZE9uNDdSbUFKZzRSSy9XYzBETkx1ZHRlV3p4WllLdlJTMjlMbko5blAwbGl6V2ZObWN5a3hZSnpadkRERThXUGVJd01ocC91N0x6U1ovbzBVVzNOdXZ6cDdza29QWmZIM1dpcDVjbW5TVFh2eEl5dnNoZGxPRHNFV3NPbXoyUDc2eVc2MTRLenJsaEZFUHlISlAzUHgvZzdmU2lid3lVY2pIQzhJbFNuR2hwRlNGa3o2LzgxSkQzOXJlcFJzZ1NhTmQyL01oMzRXUE9aRVZKanNuczdDK2RWZ20yNzRSS0NERm5NQWYrR0NDRWhMcFZYU0d5b3RlK0VLRGl0M3VlRVhKUXIvMWpnQkF5Nnd1V2tTUm92WWZrNkE3VHRoMWkwU1ZKSnhLc1FMTTV0RGxyWU9yQ21Dbk9Tbk9FbUp4TVdqRTNaYlZRODJ0L3ozNmw2WjloMTBGNTBUZnNReFIvZGV5S3hHZVNWKzg5SkdlVkpTMXY0VzAwYjZNcE9ySlNTUXVVczNpa2M0T2NCWHptYk5aVnB6VDlLenp0S3V3YWc3TkhWZFZnTUJnS2hRS0JRRk5UMDVZdFc3WnUzZXB5dVl5L05abE1hV2xwV1ZsWml4WXRXcjE2OWF4WnN6Z09NMTRZQTBpK0FNNGVLYUM1YW1YUFVhVmpweHo5NXI3Zm5yUWR3OTJvRUJKV0paM2hxWnBmUmY2cXIwRTJFcGFhWndQbHQ1R0NrL2NHdG40a05yNFYwbVNkRVNoekptM0pvVE5tY1ZsenVHU0wxV3BrUXBWNHVWaVZ0TVovaEZnTGJaUmN4UXE1MU1hM1FvUkVhc0U4eDVTYVg4bitObTMzVS83c2VhTzRKcm5xNU5ZUEpVSkk0U28rdHpJeUNIK3JhbXdoekp6TlpwZHpvazg5L3E1WXV0WjhtdDFiNmw0T1VvUXF1RUJJdHV0RUNXdTdmK3J6SGxNSklSbXoyTXA3YllQenZxd3k3c2pmUTRTUXVIVlhtb2swODZVR3hYUTVDL2p5LzdEcysyMlFhT1RBbndLQ2s0NCtVNk9zd0lpOUxEbDBYTlVlelZJWnM5anV2UXFUS09Ia3pIVCtDcUg1ZmZIUXk2SGxEMk1lQUFBVFI4Y3V5ZHVzaXA1SXlSVkZVdzJ2aFFrWjJNelZSOVMyclpLbTZJS1RybnN4a2ozNTJ4WFJveE5DbXY0cEttRlNkdE5KaVlhN1VUbjRsNERvMFNpV21ETVljeGFkTm8zTm5zdkZKaFN4dElIckk1VXNHZW5hSjdrT0trYmRkTElOWmRPdU5uWHZsWS8vVzFURGV0bk4xcmpMU3RpajF2NHhVcFNsaGlQQmloelFxMzdoMTFWS2RPczdOdmltWEh6cXExeUJqc2hXUitzaytzTC9HblhoMnhraUI3U1FTMk40YXRFM2JVYXZydnFOUVg5Ym1CRkkyUzIyZmI4WjlkYlVVOUQ0WmxEeTZmYkpUTUphN01IYWQwbU9Fc2JicEJKQytocVVrRXNkZW1OZ2JNaEluM3hEemtKWHJMZHRmOHpuYTFXOXg5V3FuL21XSmFtMEN2ZHBJWmNtcEZIR3h0djJIZElReVZmMHNiUkVEenFzS1d0TXJqcC80eHVod2xYOG1EUlFBMGhHbHVYdTd1NjJ0cllUSjA2MHRMU2NPSEdpcmEydHViblo2L1VhTjdCWUxETm16Q2d0TFowOWUzWnBhV2xKU1FuYWVNSFlRdklGY0pab3FuN3dUMEZWSkRrTDJBVjNqK0o0UVZYUzNyL1BiWHh0eTZkVk1YNExZdUZLSWF1Y2JYd2oxUEtoRkdqWENDSE5teVNHSi9rWENET3VNL08yK01SSENVVldneGwrWU1wMThNV0F0MWtsaEVnZUxkQ2hHZXZBbGZmYVltdXZPQnR0emh5NEMyK2pwMXd0RUVJb2xoakowV2c1SnJPRHAzM21ISnEzMGRYUCtEcXI1R0NQTnU4cjFsTStzY3ZUcEhpT3FzWkxsT3cyZFM4R2pjRlRMSm4zbFFTeEZ5SEVVY3l3RmtvSjZ2RnIwdjMvbWZCZUJTdE1MVnVrdm5xRkl0U0JQd1F5WmcyYzRPN3EzeVlqcENmSTQ3TEx1ZTY5Q210Ty9Ld0xWd3JONzR2dVJzVnpUQjc1MGk0QXdMbnMrSHRoZDRNcXBGR2pQWDUzeHhQZXNFc3grbTJaMG1nbHBNZnVQVXlieGk3OWpyMzVBN0hoSDZGUWwwSUlPZkd4cEJNOVp6NC80M3F6MFV3Z2x0S2ZROFZlSDJQSklhMzJUd0hqNFJaL0kya0wvUFRwM0tRbFhNZE91ZlVqeWQrbUxiakhaczRjdUtYSnlaVGRIQ21lcXY5YkpBTGpyTlNLUngzRzF6UkRkVlJMaVg1d2hLN3IzdU9xc3pqeE5ONllDUkJDTEpQTzluRW9ZWS9hL0w0NC9WclRTV2MxRWtJSWNSOVZLRUlWclRGRkU1WkFwMnJzS3JWTmluem42RHVoRTl2RWFJT3dZSTltZEVJSWRTY29naDR0VmRaYlA1SUlJUVVYanFoRGtLYnEzWHZseFEvYVAvbStWMWNKUmFqMm5kTFVLNGI2S0I2YmZGR0RwaTZzUU0vNmtublhqLzJFRUUrVG1xelNxcU5LeXEzZ0tKbzYvcDVvL0dmWnpmb3d1eEg3LzNMd090elFjdWF6dkoyU2ZIcmJWcW5rTXFRTU1QWmFXMXYzN2R0WFcxdGJWMWZYMjlzYkRBWURnWUFvaXJvZWViTmxXWGJod29XclZxMWF2SGl4dytGd09CeUNNR2FIZWdIRVF2SUZjRFlvb2w3enJMOTdyMHdJNFVmUTNOUll4MjU4TXp6M1ZtdFByYUpLaEdKSThhV20wcythNHByRUcweHBUTmxOdHNtcmxicS9CSHNQS1VaaFY4c0hZdWNlYWZEQlBVcC9kc2FhQmlaUzBSMFpCMThNQkRwRVFvaGpjbnpITGxhZ2pBNzN4aHpMbkVYbkxPRERmWm9wbmZZZUR3MzdqSTc4UGVpcVY0eURJSTN2TlAwNzFMNDdNcmtQOTBXKzJiMVgzdnFZeDlPa0VwcTA3NVNzaytqU3o1emk5b29UMjBSQ0NHc2g5c21KSjRQZUZxWDFZOUY0UGdYTCtkaFBKckZvaGtxZndYVFhLSEY3UmlpYU11cmZrdTBsbVhLeDBGZXZFRUlrbjk3eVlUZzZZeGJka1VsOHNFUFYxUGdXSGprTGVFK1Q2aWhLL1A3c21NS3dGcUlFU2R0MkNja1hBRXdBUjE0UE5yd1dOdUtra2R4ZUVmWGFQd1ptWEdlbUJSTGRxRDczWm9zcEk4RmJQY1BUSlplWkMxWUloMThOdFd3SkU1MmlDTlc5Vis2cGxSZmNGZWtVRmhWZFcwcFlkVXNJT2ZSU01PelNPUnUxNk92Mm9WdG96Zm15dGEvZUkzcDBkNlB5MGNQdTZaOHhGMTlpaWw1Vm95Y1krdHNITXAzWVl3MkgxckpaUFBoaXNQSStXODY4QkNHT3Z6MXlQVDNMeC9hRmV0V2RUL3FDblpxM1JhbTR4eFkzWFhFZlZXaWVsRncrVU9ZY2FGTkxyaEFLbGd1ZXBzaHEwTFNyelZNdUh1anpaY21palQ0SmRTOEZYWFdTSE5DVC9WNUdvbnVmSlB0MVFram1yQkZkT252clplc2t4bDdJWnN4aWpjYXN3eWRmTVhXQ2RLS0pRZFljM2pxSk50WVhtOTRKRjEwaXNFTDg3VHAyaWFWckxUUkRqT1JMQ1pLZUEzSms5cFhzY2Z0bkk2TmRLYVJaT20wNjI3VkhidHVPNUF0R1RaWmxVUlFsU1JKRjBmaTZzN096cmEwdFd0TFYydG9hQ2cxOFFHQloxbUt4cEtXbFdhM1c0dUxpc3JLeStmUG56NWt6QiszcTRleEE4Z1Z3TnJSdEU0M1lpeEF5YVJFdkJ5T25LeVlUY3FsVlAvZUxibDBPYUlRaU9aWGN6T3N0dHJ4aDVzU09RbmJwdHgzSE40WHIveG8wdGpSS2JuM3ZjNEVMdm4vU1pvZm8zZ3JHTk5RTUtYTU9aMHBVa1JRM3pvOGY5UlJmYWhwSmI5VFN0WlpTUWdnaCsvL2dOM1k3bG56YUhPMmFjZnk5OE1HL0JJMFBNT1czRHQ4NGJDU01UMFJwMDloa20xWmFQaFNqWjBoTldqTFVkYmR5dlYxVDRzOTlIN1pKU1BZOFRpZTYwYjZrYmZ2QWpKbnJmMzZpUjI5NkozN1YxNXpKelB0SzBsZUFvcWkwYVd6UGZxWHZzRExNd3dNQW5QTUNIYW9SZXhGQzhwWUlpcWhwUTFVN0VVMGhOYi8yOXgxVzNJM0twRVc4cllDWmViMDUyUW5JVWJ5ZG5udXJOWDg1di9lMy9yQkxOMDVmMmZmYlFGb3BHM3RnWDdUbWkwM1VnTHhsUzdqMUkwbElvNVk4NUxEbEQzTkZwaWd5WTUzbHdCLzl1a3FwWVZMLzExRHorMkx4WmFiSks0Vm9kM05WMW4wdENobGxpNnR3cjFyL1NsQlhTUFgvK0N2dnRlWE1qMy91dnRiSTFjR2FONEpqQk4xcS9kOUNzNzlrR2JhYldHKzl2SDJEVnczcmpKQzRLMWVvUnpWZTIrNGFaZGZUL29WZnMzR1dnWi9wYmxDblhtbVNBM3JIempEdnBEZ3JsVnZKejFobklZU1lNdW15bXkzV1NVekdyTVFmVEdaOTBienZ0MXJiTm1uWDAvNEZkMW9UUnB6RE1xWUVqRUJzQlNPNmU4ZHVlZEpDbmhBeWFYSGtTQ0x2TVRYUXFWcHprOTg5NW1WSmNrUVF5WjdQR2V1THNsOTMxU3F4blJDTVgwZXdTOHVZd1JLS21ES29jSzl1Skc3REpGK24wUllpZlRyYnRVZjJOcXRLV0R1ZDAwaGhJdEYxdmFXbDVaTlBQbEVVUlpabFJWR01MMksvVmhURjYvWDI5WE83M1gxOWZZb1NQelhsZVQ0dkw2K2dvS0N3c0xDZ1gyRmhvY1Z5V2swREFVNEJraStBc3lGdE9zc0lSRk5JNldmTkdUTzQ0KytIdTJya0lXN2YxeUNyWVVJSTZkNnJPSXFaWmQreEQzME1VS3lpVDVreVo3TTF2dzc0bWxWQ2lQZDQvR3hHNlY5OTRaTHNwMHVtZmFmVVdTMFJRb3lkQ0s0NnVhOWVVWUtrNGJVd256Yk1qenE5czVoT2hhYnF2aGFWRURMRUpMV3JadUFEVnRxMG9kNFBhWllhbk81RlM3V1RmV3poTExRbG16RzJhZmlhVlRtb0dSOERzdWZ5UjkrTW5GbHplR01vMUtPVnJqV1A1S1J6Z3lXSElVVHhOcXU2cHA5bUh6UUFnTlF5WlZER2djSTVsVnp4WlNaUGs5TDRSbmlJMi92YkZTTmVDWFpwelIrRVZ6enF0RTRhYVE2U01aTzc4QWRwQi83b043cHRxaEx4TnFtbUJUSEpWNmcvK2JMRXY3VzY2dVRhUHdVenk5aDVYN0daMG9aNXV3NjcxVjAvOWtrK3ZlZ1MwN0YvaTBZVHBsQ1Axck5meWx2Q1J5L29uaWJGT0NEWTZQTzEvWWZleWF1Ri9HWDhTYTNLR3BUdEd5SjljSUtkcXRIN2liZFQ2VE1aUWtqYlZpbDdIaGQ3KzFDdmFwUVVFVUlFQngxMkQ3WE9wb1pKMVM5OGdYYk5mVlJaOUEyYk5TZkJkVkRybjYxa3p1RXE3ckYzSDVCMVZSOGN0eEZDcXAveGhWMlJXMXV5YWNtcmMvMmZiVlZKay96YTFDdXNYWHRsWTVWcjhrVkMyUzJXRTl2RVkrOE8rblZyaEdLTmwxSC81TDg4aEJCTjFnT2RHc1VTZDZPeTR3bmZpa2NkeVRxWkRzRjdYRFV1b0NNcGpOSTF2WE9QTlAwYUp5Rmswa0wrNEorRHhvSmwrdzVwK3JWRDFFWU41RjNKcGoyT0tTd2hrUW1BcTE2T1M3NDZxNlRzK1p4eFpjOWR4QjkvVnlTRWRPNlJGRkViWEIwMjhLakR6VWFHWURIbVNCcnhOcXNaTTVCOEFTR0UwRFQ5d1FjZmJOMjZWZGQxVGRPTVA2TmZSUDl6OEIydFZtdCtmbjVoWVdGK2ZuNStmbjVCUVVGdWJxN1ZhclZZTEZhckZiVmRrRnBJdmdET0JrY2grNm1mcGVrYVpmUWZLVnBqS2xxVDlJU2d0dTFpejRISTNERjlCanY1SWtIVGRHWTAweGxiSHJ2c3UvWjl2dzEwVnNtNUM3bTRSVHpKSDdsV0plc2tOVWprWnRuek9HY0pTOGpBZVpSS1dEZTJUTForSEk1R09iR2lwVzJqN1QxeCtxS0ZkY25teDNKSU16NCtFVUo0QjJVY296a3FGTlcvMnpINWJVenBWS2c3OG5Xd1UzT1cwTWFucit6NVhMUU1zR1d6ZUdLcldMQ0NMLzYwZWRnNkFrSUliNldNMTFZTzZjYlhBQURqRk1QVEYvN0FLUVUwby9ZcVl3YVg4V0RTeldqK2RuWGJmM3VNcjgzWmRORWx3bWd2THB5RnFyakgzamdsVkw4eGFNMWxuTk5PdXIvazcwKytUcjQrOWh5VTkvM1dQL042czY2VHFwLzdobjJVY0s4bWVYVkNTTXNIWXVHRmZOdDJTWk5JYmlWWHNkNFd1MXdSdS9yQ1dTbmVUdTM3VGVERVIyTEZlbHYwRk9iMG1lekMreUs5enc2K0dEaitiOUdZRzFUZW03Z2gydkgzd2tUWENhRjBvcmR1RVlldXlGWmwzV2dLRnV6VXRqL21XL0dvWTNEdi80SGVaeHhGQ0VtYnhoejhjM0J3OGlVSHRlNTlrWXVhT1ljcXY4MGFtOGNGdTdYeTI2eXgreDg1TzZFb3FtQzVVTEJjTUFJN2MvSktMczh4aFZERW1hUUp3QWhKUGkxaHBwbFE3MkhGa2tVYmxlKzhqYzZjelJrVHMvWWQ0bERKVjJ6Y2xlUnhoSmlWd21CbmZIYlFzVnVlZWxWa2ZwaS9SRENTTHpWTXV2ZkplWXVUYnZVY3lXd2tHYmIvMmNpK1pHVnFjRDZpYVpyak9Eb0dSVkhSUHczcDZlbXhPVmRoWWFIVGVhNGNxUUV3R0pJdmdMTmtoRFhrUFFmbGZiOExVQ3ladEpBci9yUjU2RUtrb1I1T29DdSthcE1EZW5UL1FyQmI3ZDRyZCsyVkEvMHpMWFprb1ltbVJDWkRwblQ2OFA4RnAxNXVOdkt2VUsrNmU0TnZ5c1dtNmRlWWtqMDdWWTcyVEVud1dFWXZXK05yMFRNRy9XdFBldWorMGpZMnlSdzFkcExIblZwK05JSTdzV2Fha0VqK0p3VUdudVA4TzYxN2Z1azNEZ2d6RGhScjJTdzFieFp6Sy9tWjZ5eEQ1MS9SaWJzYzBKTDFWd1lBR0M5b2xvcmRjcGhNcUZmZDlaUlhEdW1aczdncHE0WGNoZndwbjM4eTdTcno1RlVDYTZHTW55QUZ0Sjc5Y3RkZXVYdHZKSXFLUFJ5bXQxN3VPU0JkOEY5T296STN0dFBUamllOXZYVUtJU1J6RHJ2a0lVZjArODBmaEd2L0ZDU0VjRFlxYndsZmNybDUzKy84WmJkWTQ2cDBvMUdSb2VRS1UyZTE3S3BUYXY4Y3NCVkVydjdzS0R0YnpmcThOWCs1Y09pdndmUlNkdGd1bWQ1V3BXdFBaQXdWOTlvU0hua1o3WkJnTENOeFpqcllyUTQrNWJCMWl4aXREaXY1dERtdU9ZQzlZSmpKek1lUGVETm5zVVdmTmcxdXdoWHFWYXQrN3BPRCt0eGJySEZuVzQrS0hOU0htQkxFNmRnbFRsbzBrTzdsTGVHTjVNdmZwbmxibGNGbkl4aEdVdDRldXdOVURwdzA4eEc5bXE5VnllemY4cGsyalRWbFVzWVNYZnNPYVlqazYxUVNyNEh4Uk80c0JjWjRHZ2JqbDZacGE5YXN1ZTY2NjFpVzVUZ3UrbWZzRnlqZ2duRUh5UmZBT2VIRVZyRjdyOHpaU092SFVsWVpOKzhyMXJnekdVV3ZOdkxkY0FhS3BsaXozbnRZN3FxUnV2ZksvamJOUHBrdVhXdHhIWktON1lxRGozMU1LRnEzeFFoVXp3R2xZNmZYV2NMUVBCWHEwU1MzM3ZCYXlOMG9KenRoS2pvUFR0Z3pwZVJ5ODVTTEl4Zk81Zy9FdWhkRGxseDY1UHRXaGtiM2owaEwwZzRydW81OUNrMWhUMDNzbkppejBJc2Z0Qjk3TjN6azlaRGF2OVdESWxSWHRkeTkxMTI2MXBMd3lDZkRRSjdJSWZZQ2dBbk8yNncwdkI3aW5iVHJvRXdJdVdoRFd0d2VkdEdyOFhZcVdUL0haSGc3N1R1aGRPK1R1Mm9rZDZQS1dhbXBWNW5DZmF4eExFbHNaVkRHVEM1alp1SXl0TEFyRWhaWVQyN0VhWVFzeGxheXJES2VFTExpNGZoU0NIKzc0ajl4VXRhUU5vM2xiRVQyays1OXNpa2o4dmJPanI0ZTJUR1pYZkpOeHdodVNNUytnUUVrT3dvbWVpb09aK3N2QUovUEhYa3ROTy8yZ1g2VW1xSTM5VzlhTkdYU2hhdEcvWkZZVS9UT2FybHJyNXcyUFg0Nm9VcTZzY2R6MzI4RG9rY2J1c2Y4RUdpT0VFSjBaVVJiSFR1cTVSWC9PZkJBdVpYY2dUK1MvZzJQWXJMa2EwU1NWMVoxVmttNUZVTHNzWmg1aTRXbWQ4S0VrTzc5c2h6U1RxRTRmVmpST1JMTm9ZUWNJaWlLeXN2TEt5OHZUL1ZBQU1ZU2tpK0FjMEt3UzJ2ZktSa2RUOHB2dDhSbFVyNVdaZHZqM3FKTGhCbHJMU1BwNnhSeWFkMEhwSjc5c3F0T1VZSTZJY1ErbWE1WWI4MWR5Q3RCWGUrZjVZejBGSzFRWkdZY3JkdWFzYzZjVmNhM2ZCUSs4SHlRRUpLN2tKZjlpYWR5MFhveEptWnpweldIeVo3UFpjNW1DeS9rb3pPOGdndUYvQlZDejM1NTMvLzZROTNhbkJzdG8vMFlFeWU2eVZGT3Nvd1pPeVJWT3FVaS94SGNLZG8xWm5DUkhVVlRKWmViQ3k0UWpyOFhQcjRwTFB2N2Y2cEtIZDRZVWtWOXhuV0psK3VWWU9RTHpub3Fvd1lBR0Vma2dONVpIVmxGV2Y2SVBTNzJVa1I5NTVOZWN5WTkvMDdiU0hvL3lRSE5kVWpwMlM5M0g1Q04zSXAzVURPdU54ZXROakVDZGVMalNCbnlTSzZQdXFhSFhLcFJiNU4rY2w0akJ4THZtb3pWc2xreW10QUgrbzkzcENncXU1eHIyeVpQV3NRci9Tc2k3SkJuMFl4VzcyRzUrUU94N0NhTFVYa1U2b2wyUHlESlVwWG9LcEVsTzNLRC9LWENoOS94Rks2VU0yWkVBc0dtZjRYRnZzak5abHlYK0JEcWtXRE4xTEx2T0l6WE5qcmI4YmVySDMzWFF3aEpMMldMUDUyMFU4U3dPQ3NkSW1xeUtVR3N2Z2JGbEU3SFZzQnhWanFyak8zZUZ6bmhjZWE2eEZkZmZTU3pnbkRTZXZPT1hWTHhaU2M5d1VtTE9TUDUwaVRTdFVjK25aSzNaS0wvVm5rYmtpOEFtTWlRZkFHY1d4aWVFdXp4UzhmVnovalZNRG42cHVnOXBpNjR4ODRsNmxJaEI3Vyt3MHIzQWRsVkswZTcyeEpDbkNYTXRLdk5PUldSRHJpaDNvRm10eU1zSWhPOWV2L3RFOCtLYkhtTWNXVFNZTkdhTDJOYlJOTzdvWjc5a1Z2MkhGQjZEcHgwTDAzVlhYVXlSYWptVGFJYzFPZmRib2xkK1J3dFJxQUVKeVY2ZENsSjZ3cHpCa014a1NWYzBYMHFSZjdSbnJKRHpIVkRQZEZXWjNyQ0ErWjVPMTI2MWpMMWFuUDdkcW5oSDZIbzU1REdOMFA1eS9tRWR6R2FsZkJwMUNsL3VnQUFHSStpbFZCUiszL245NS9RL0NlMHJUL3dWbjdObG5CWG5hYm83cU9LcTFidXJwVTlUU3JSb2orTktybkNYTGlTai9ZT040N1NJNFFJenVIZlhmMXRhcVEvUFUweVpwK2NmUFd2QmdsSkRreFVKYTMxNDdBNWg1cDdxM1hIandZYWg4Mi8wejc3eXhwdnBXdWVpeXlHbUxQRzdIMCs1TkwyUE9PWGZMcjdxRng1cjkweG1ZM09Gc3paU2F1dG85ZkhhRjJiSlp2Sm1zUFZQT3MzZG9DR2V0WEdOeUw5QlRMbnNQbkxUemVkVVVSOTB3Tjl6bUxXV2NKbXpHUXRPWkhIWllRRVI4Mk1uRFdiOFRhcG9uZjR5MzNITHNuWHJMNXpSKzlKMysyLzBvZTZkRStUWXJSOWlCY2JmU1daR1FTN0I2WmhzWjBOSkovV2UxanBQZUtQdTMzMGhPajJuVkxTNUV1UCs5OVJNR1lVeHE5MTlQY0dBQmcza0h3Qm5BM2hYclhtTjRFaGJoRE5SMEs5V3ZRVXB3aGQ1KzBVYjJlTXBjTFdqOE1sbC9ZM21CZDFkNFBjZTBqcHFaTzl4MVQ5NUJPY3N1WnlKVmNJV1hOTzJuUmduRE5vTUZxM0RrME9hTVpkZUR0MUNrY3BSYnNGRzRjSEZhMHhUYmxZYjlzdTZSb3BXQkcvRytMUVgwTkd3eFJDQ00yUVVLOW16VG10R2I5ekd0dFZMWHVhRXFkeU5FczVpaGpQVWRVNDRTdllyWTUyMmhmdEtadHNzaW42MU9qbktPZFVOdUdXVHdQRFVZVXJoYndsL0o1Zis3cHJGRUlJMGFuT2F0bDJWWUozYWM5UlpYQ0pBUURBT0ZYOVMxK3lKUXBDaUJJY3VHeFZQK09QeXo1MFZVK2JIbm5yYnZwbmVONVhJbHZ3TkZYM05hdXVRN0tyVHU2dFZ6VHBwSjlweTZkTHJqRGxMeE5pZjVvYzFLTDFMNE1qdHNHaVo5RmtsM054ZmNyQy9ic0lrOVdPSGQ4a0VwMHN2TTgrK0drYjNSdURuWkVydXExZ1JCM1E5dnd5UGpGSmREUE5lSjFEWGZxT0RiNEx2dWZ3bjRoY0h5MUpycmFxcElWN05VSW8xa3pzQlFPM21YcVZhZWNUdmwxUCtaWjgwNzd2dHdGVkpJUVExa0xtM1c0OXpYcHRRb2dTMXRRdzZUMmtCRHJVd1ZPRlUrYWN4clR2SkdHWEx2clV1Q1hHV0xxdWQreVdsajFzVHlzK2FZdXI2Rk0zUGVBeFl0TzJIV0xpNUN1bTRWYXkraTl2ODhCY0xYUDJ3RU4wVkVsWmM5bEZEOFJ2VTQwZWE5QnpRSmFHYmU0NSt1akxjMHdsaEhBMk1sYTlKZ0FBemszNDRBUndOcGd5R0tPQVA1a2pyNFVhWGc4UlFzd1o5TkMzakZYMU0xL3ZvZmhZaCtaSTNsSysrREpUd2o0VWdZN0lsSXUzVXdtN3prZnBPbW5aRWo2eFZUSm04TTZwcHpJbEV2dlBVemRhOWRNTVJSaXFZQVgveWZlOXBuUTY5bkFvVjUxOGZGUFlXTmdzdWNJMDYvUEQ5T1VkaWV4eXJxdGE5cmVwY2xCUFdDZzNhUkh2T1JwWnFlNnBsYWRjblBRNXVodVY5bDFpMGFkTTBjWG5rZXhyaUhZT0pvUVVYaml3Vk51eFcxUWxNbmp4bGhHb2ViZlpQdmltMi9pUU5sQXZGa01PNnY1MmxSQXF1enpwOFdjQUFPTkk1ZnJFeHhRYVhIWHl6aWNqVlZHVjk5cE1hU082R0RXK0dXNTRMVFQ0KzFsbGJQRmxwcXk1M09DQUp0QSs4SlpyU2RUclBVN0xSNUd0a2NXWHhyK1pSOHVyaGJRRU9ZWG8xWm8zaVVzZWN0Z0xXVzlyNHJVWjQyTE5DQ1J0NnZCemRYTUdzK0tSVXpsU3pYTThNazU3WWVMbkcralFpRTRSUWpKbWNiRlYySm16SWljVWIvbXV4eWh3b3hpeTRCNjdLZm41akNNWHpRM3RoWXk5a1BXM0o3Z1VUVHhYaHdBQUlBQkpSRUZVbm9Mc2N1N1FTeUZDaUtkUnpWbVEvSExmb09oYWduTWtCVHVUTnBWeE42aEdVZGlzTHlUcXlSQXpLMGc0d2RKMXZhc21NakV3WmRLWk1hV0NIYnVsM0lvRWwvV2MrWnlSZk9rcTZkZ3RUYmtvd1g3UFlXY2p1NTd5V3ZPWU9UY2syS1RwYmxDTUYyZVlId0VBTU01aHB3ekFPRGJyOHhZOVpwNGxwRk9sMTVrdi9rbmF2TnR0eWRxdmVvNUhKdG5XdkdIKzcxLzNZckQyejhFcHF3Vmp4MkxXM0lHVXF2NXZvUjFQZW8zZUUwTUx1VFJDQ01XU3RKamdqR2JwV1Yrd1ZQK1B2L0d0a0s3cGhCQnZpN0xuVno0ajlzb3FaMmRlZjRyOWErUGtMK01aZ1JDZDZ0d2pKYnpCNUl0TWJIL0MxcnBGSE9KSHRYd1lQdll2TWVRNmFaZUVNWGlqdUdEd1hYUk5iOTRVK1ptV1hEbzIrVHI2VG5qLzgvNW8yK0JZdkgyZ3gzL0NJd2c2cTBXaVU0eUo1QzBkKzM0ZkFBQVRROGxsZ3BBMkVENHdBcG04V2xqNXVIUHhOeDNaNVh6Q3VxUm9NUTdGSksyQml1cmNJd1hhTktNVFUxeHR0YTdwMGZKcWMyYUNuK09xa3hkK3paYWthSWdRUW53bkZDVkVDQ0haODdqVDJkODNORytyRXQyVjZSZ1U5Qmg2NnlNeFRmNnkrTnFyc3Bzc2pHbGdYMmY1YmRic3VhTk9UOElldFgxSC9NVTMySDhDZGJMRGMwNk5MWTlObjhrU1FxSnQ0eExxMkMwbkRFWUpJVGtMSWk5Q3VGZFAyT1JCajRtZ0VrNE11dmJJMFZNUnBuL0dGQTBUUlovYWUwakpTaFEvWmN6a291ZFJ0dTlJUEptSnprYjBSRnM1d3g2MTU0QVNONEV4Qkx0VmI3TkNDSmw4OGFrM1VBTUFHQmVRZkFHTVk4NFN0bUNGb0JNOVl6WmJzZDU2OFpQTzZkZVloK2plcFd0NnRFYk1NU1hCaEZMWGRHLy9DckFTMUdkL3dXSTBhS2Q1a3JkMFlFSld1czY4NkFHYjBXaVc0WWZxNE90dFVZMjVlK3d4M29TUTdISysrRkxoOE1iUUo5LzNObjhRM3Zta3oranZQbWtKVjNtZmZTUmQvRWVDTmRIRmw1b0lJUzJiRTRkMG5JV2E4K1hJRXFpblNXMGJOUCtPNmprb3gwMXFTV3hualVRTDBzMmJST1BGWkhneS8wNXI3S2NYVGRKMWxZcCtvb2lqOTArWEhZa20vVVpUNU9KUG00YllPd2tBY0o1alRiUnhTSWcxbjU3OVpjdnFwOVBtM215TmJhczBtS3N1OHA1c3kyZUd6cHNVVWF0N0tVZ0lNZWRRWlRmSDE5RUVPclJvajB0TGJvSXJjdjVTd1Q3azRZRGQreVAzTDdya0RPWVIzZjNGUnpyUjAwc1RqNmVuVmlhRUNFNHF0ekkrK1hJZFZOU1lIS2JsUTdIMzhGQ0pVaHhkSlUzdmhMYjl0ODlSRXY5TE1RN3hOS3FpNUppOXJxYU0wNzNxVGIvV2JCek9HRDE4TTM1VXV0NnhXMHhXQUpXellPRDd4cWxFOFhmWEVuOXRrSU42M2N1UkUyb21MZVltcnh6NDVYYnRrYzFadERVbndXK0JacW1zL2tpeHQxNEpleEpOT1BxZlRmUllvVmpHeEk5S05EZHMyU3dTblVxZndVUVBLd0FBbUtpdzJ4RmdmSnQ1dlNWOUJwdXcrbjJ3RTU5SVVuKzcrc0VIaHhOQ2FuN3Q3enNjaWNZbUxlYUtMakh0ZXNwSENDbGNLUmhOTVRKbXNmWUNKbU1teC9CVXpqek84YkREVmtpekF0MjlMOEY4Tit4UkpiZE9DQ242VklMcXBKblhXMlEvYWYxSXJQMVRaQ0tZTVpzdHU4bktqT201MnRPdU1wL1lLcm9iVkZlZEhOdFFJNnBnaGVCdlU0KytGU2FFMVA0eFlNMWxCaTh5QnpyVXNFdnZiK3cxUU91ZmZ3NU92bG8vRVErK0ZEUU96S3E0MTU0MjlhU0hOajR0OU5US09mUGlQMHQ0V3hUZkNaVWlsSFVTSFR2Sk52UWNsTjJOaWltVG1uYlYySlRGQVFCTVZBVVg4dUUrelFnN2h1VnZWenVySldPUFdzTHJZNno5endkQzNacVFSaTE2d0Q2NE9MZDdmeVFUb1hrU3UwRis1RHFySkdOajVwbkxJNVN3MXJ3NXN0aVRObzFOMkQxS0NXdEdhREo5clRrdUNteDhLM1I0WThqb25DRDVOYUpUZlllVkhUL3lwVTFqQzFieWVVdjRaQ2RGYW5Ka0V0TDBMMUhYOUVYMzIyUGpIczVLaVY2dGZidGtuRW5kVlNNZitHUEFsRTViY3VrWjY4eDVpMCszMGpsckRwZTdpT3ZjTFI5N04xejYyUVQvTUR4SDFYQ2ZsbG1XK0IrQXZZQTFaOU5HUVYvSExtbjJseXcwYzNMWHVaaTBTenQ1WWlCNnRlci84Um4zelYzRXpidkRGdnUzSGJ2a0lmWWI1aXpnTzNiSmhCQ2lrYzVkY3RFbDhmK29ocGlORUVLTWVkM2dOVVhKcHpWdkRsTU1pUzRCQWdCTVlFaStBRktqYzQ5RVVZUXhVYXlaWW5nUzZPOWxPOXBDVEZNNlBVVHMxZlJ1eUhWUUZ2dDAxa0pwaXQ3WG9CZzdDaW1XSk55VmtMZFVNR1pYOWtLbS9IWmJ5S1c1Nm1RK2pUSld6Z2toQys4YjZNYkNtQ2lhMTJXL3JpdGF1TCtuU2V6RXFudXZiSVJsV1dVSk90UUdlK0lQRisrdFU5Ni96MjNPb2gxRmpMMkE0ZTAwWjZkNEcyWEpaazd0dzRQUk9hdmlxN2J0UC9JZC9FdmdndTg3RWg0V09mTjZpeW1EcnY5clVBbVJIVC95VHJ2R1hIZ1JIOXYrTnZveEpscnlwWWk2NU5HaWMxeE4wZVdBcHV0RThtbStaclgxSTdHblZ0R0pubHZKei82aVpYRGpmR1BxMzdOZmxqK2pSYXZoZEYzdnFwWnIveEtnQ0NVNHFZWDMyK09tMUpxaUgzd2hRSE9rY3IxOTZCNXRBQURqbDd0UkVkMGFZNlk0TThXWUtHL0x3TGF5VVZVRVV4UTFST3pWVlNPMTc1UjhKMVRXUkZFMGNSOVZJZ2MxRXBLdzNWSlUvY1pneDA3WlBvVlplTC9Obk1FUVFwcmVDWWxlamJQU3JJbW9NbWw2TzFKbG5ER0RqWHNiSDRtK1J0bmRvTElXYXU1dFk1WkhoRDFxeXliUjM2R3lKb28xVXhSTmVtcVY2TGE3Z3VXSnU4aWYrRVJTUlpJMm5abThhaUJ5a3Z6YS90OEh1cXBsbmVoVExqYk4vSnpaVlNmdi9VM0FhRS9wYmxUY2pjckJQd2ZTWjNEWjVWejZETll4aFkwdWFJVjYxZVB2OWRkV2E2VDBzK2JvL3NIcDE1b3RXWFJXT1Yveks1OHFFVVlnNWJkWkhVVnMwNy9DOWErRWlLYlgvQ3JRVmluTnU5MldzR3ZueUpYZmF2VTFlNCsrSFNxNGdJKzlPb3RlTGRDaEhuOWZGSnkwOTVocXlTYm1MRHFhOSttNkxycjFrRXUxOUNkZmtsZHYyUnpPbk1PWk1taFdvRFZWbC94YTdEblJha2lYQTVvcWtWQ3Yyck5QUHY2K0tBZDAza0dWcmpWUHZrZ3dGdEkwUlE5MmFmNTJ4VlVuMndvRWQ2TnN5V0g0bVBOQVZWRVBudHp4cy9VVDBUbVZNV1hRUnNPN3VObUlycDUwaExmQmRjaFltNHd2QjZ0L0phZ0V5WndiTFFrM0FRQUFUREI0cHdOSWpZeVpyTHRSYVhvbjFMMzNwRllSZkpJVDBFOU55YVhta2t2TnJqcTUrbjk4U29oUS9jRlU0WVZDd29NYUp5M2tjeXE1cmozU2dxOWFXWUU2OUhLQVlrakYzWWtubWpSRGhYcTBnKytFK2c0UFRMUFltQi9iV1MyelpqTDNsdmk1dTc5ZE9mNmUyTEpGMUJYaUtHTHlWL0R0T3lUampFVkNTS2hIQy9Wb25WV1JJakpIRVRQblJzc3BKMStFa0xTcDNJSzdyRFcvRGh4NkpUVG5TNGsvU0JSOXlwUXpuMnQ2Sjl5MlRUcjhhcWpoalpCak1tdktwSFNOQk5wVWY3dWFQcE9ic2xySW5NVVNRdXBmRFJ4OTg2UjlrYktmdkhldjIxamg1MjJVTlk4cFhXdWV0Sml6NVNWK2oxM3lrT1BvUDBNZHU2VDN2K2EyVDJGNEc2V0U5R0NYSm5sMW94bE42VnJUNEpPbjZsNE9CcnUwaW51RzZnNERBRERlT1lvWUQ5SGJ0MHZOSDRpeE5Td1VRMDR6OVlpVnM0RFBXY0FIdTlYcVgvaDlyUU1QWTgyak0rY2tUcjQwUmF0N0tYUjhVM2pLYXRPc0wxaWlXODVMTGpjSE90V21mNFZiUGpqcDBsQnd3YW5VS0RXK0VXSjRVbmxmSkZZYkV5WW5VN3JXSWdlMDVnL0V3LzhYTkpyV0c0UjBxdkRDaEUzVDllT2J3cVpNdXVJZVc3VGV1YXRHT3ZDbmdOaW5aOHhpUzllYWpaSzBTUXNGeThQTWdkOEhQRTJSbDFGWHFkNDZ4VGlzT1hzK08vZFdteW1OSm9SbzBrQXp0YndsZkd3dU9lMHFzK1RUYXA3MTlkUXFRaHExNEI2YnM1Z2poRXk5M0d6TFkvYjh5cTlKcEt0YXJ2TDVsbjdudEZvaWNGWjY0UU8yblUvNjlqNFhXUEp0ZXpTVisrZy9QZEdlWmJ1ZjloTkN5bTYxUkZjV1F6M2FoOS95eFAyb2d5K0VDQWtWWHNUUCtiTDEzYnQ2WTE5VjQ3anFRMzhOVVF4aGVHTE9abklyK2F5NWJHNGxIMXM5MTdKWlBQaVhTTm43c1grSngvNGxDbW5VcDM2YUhyMUI3WjhESno0NWFWdWw5NWk2N2I5OWhKRFZQM1UyYnhJYjN6aXBtWVBrMHpjL0dEOU9ROXlMMXJGYmJQbElMTG5NVkxRR0hiNEE0THlBajA4QXFjRlo2T3h5UHJ1Y2o0dFJjdWFQL2RhR3pObGMwUnBUNDV1UjZWSGFkR2JtNTVJdWc1ZmRaSFVXczdZODFuMVVidDhoVmF5M1pjeE1QQ1JHb0hJcitKejUzTGJIdlVadVJmUEVXUnlacVFjNjFKNWF1ZUtydG1pL2RqbWdkZGJJN2R2RjdnT3lPWU11WENua0wrT05lWFBKcGVhdUdxbDVjN2puZ0JMN09jZVVTUy85anAwMW5XNGFPR21SVUxHZTJ2dWMzNWJQSkN1Uk0yY3ljNzVzbmZWRmk2OVo5Yllxc2svWFZNS2FxY0lMQldjSkc5czliZVk2Njh4MXA3VVViNTNFbFArSHJld20zZGVpR2oyR2RZMXdOc3FTemFTWHNnbjNlelp2RHAvNFJLeTQxNWE3WU15T2VBY0FPQWZSTEpVK2pVdWZ4bVhQNTNZLzVZOStQNnVNSGZOMjc1WnNadVlYek5GSEVaelVnbnRzQ1F1MWd0M3EzdC80YVpaYThZZ2piZ003SWNTYXk4eTkyUnJxVm5zT0tOSFI1aTBaOWR2MWlhMml1MUZaK0hWNzVxeXhud3h3Vm5yYTFlWmdsOWJhZnlvbGF5WUw3cllsTENKdTNpVEtQbjNwZHh6R2NZM2VGdVhReThIZWVpVjdIbGQ4cHlsdWVJN0o3UEtISFMwZmlvMXZoYU9sWkRyUkY5eGx5MTgyRVA5Wkp6R0ZLL21XelZMNlRMYjhLOVpvb0thSTJvbVBwWVovaERSRm4zcVZhZW9WcHRqRnVaejUvTkp2MjNjOTVWZUNldDhSeGQya3BFODdyUmZIbHNjdStaWjk5ODk4QjM3dm4zZEhKTmU3NUgvU2g3aUxKWnU1NHZjWlE5emdpdWN6VDJFa1JaZVlobTdsTnU4cnRubGZTZnEzTTY2elJFdnlSOFY5VE43M3UwRHBaeTJsbjBIbkJBQTRYeUQ1QWtpeHFWZVlqNzRWSmpwRnNXVEtwd1NqYmZ5WXN4VXlqSWxZODVpOEpYelJHdE1RdmJSTWFmVDBhOHlxcURlOEVWcitzSFBvZnNER0t1S2tSYnluS2Vnc1ptZCt6aEx0ZU5MMGJyanlQbHZPUE43ZEtQZlVLdDRXUlhScjlnSTJkeUUvOC9NV3grVDROeDlqK1YzMGFqMjFzdXVnN0c1UUFwMXEwU1hDNmNkZWh0d0tmdm5EanIyL0NSQ2RURWwraGhITlVNNFM5dXdVVmRIc1NCK3JlWE80ZVZONCtjTU9ld0hldEFIZ2ZKRTlsM2NVTTk1anFrNzBuUG44M0Z0UDVVUCtzT3lGTE0wUlV3YWRNNTh2dVVJd05wSEY2YXFST25aTE16OW5HYnJ4VnZvTXJ1K0lZcDNFNUMvaml5NFJSbGlhUkRIRWtrc1hmY3FreW5ydklXWGw0MmxEbkZSRGM4UTZpYzVmZnVvZHI5SkwyZllkb2ltVHpwek5UcjNTYk01TThIeER2V3BYalhUQjl4Mm1ES2I3Z05UeW9haUdTVzRGUC85dTYrQjY1TWl6b0trcHEwMkZLL24yblhMTGgrSGV3OHFVaTAyeHNaZGgrbWNzcm9OS3hmcElUMDlYbmR5K1UzUTNLdmJKN0p3YkxEa0wrSVF4WE5wVXJ2SmUyODZmK0dpRzhQWXhTRDl0ZWV3Rmp6cjNQeC9ZLzd0QStXM1dzVHBYWjF4d0g1VnJudlBQKzRwMTBrS2NFQTBBNXhGOGlBSklNYzVDejcvTEpqaHBaekV6VmluUFlQbExoZnlsbzVqaU1BSlZ1ZDZXc0N2V1lGTldDMFZyQklZLzZjYlIvWHBDR2xQMGFZWXpqMmhkVVhEUUJjdUZndVdDMFZ1WEpEcFcvSlRaQzlrVmp6cjZHMTZNSitZc2VzV2p6ak4zdGowQXdMbHAxdWN0cXFRN2lobVRjOHkyL3NVeHBkR1gvV2FvY3A3bzJzeXdQMnI2TmVicDE0eXVpTVpSeUY3K3Z3T1BYajVrYjY4NU4xam4zSEM2emI4S1Z3cUZLNGVmRHl5ODMwNnpsT2pWYUpaYWNKZHRoQmNnbXFVTFZnZ0ZLNFJndDBvbldtTXpwZEVYUHVZY1dINmp5UFRQbUJPbWpYRXlaM09ySG5jeVBER04wU1pRemtwWDNtZnZQaURyT2puZkxxN0wvOU01UkxvS0FEQWhJZmtDU0wxUlpWSm56UWhqTCtQdytNSGZqQzRMbXpOUGNYWjFKbkpBbXFXeTU0Ni8zWUxqY2N3QUFLY3Y0Wm04Y0taRlc0d0pEdnJVSXBMQlI3dEV4VmFkajJwVFo3UjV3aGhLZU5yUHhEWjRyeTRBd1BrQWVUOE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PRjBDenpNMHJldEVWZlJVandVQTRCVHB1cTdKaEJEQzh4eE40K0lJRXhuUDh5ekw2RHBSWlZ5NEFXQWMwM1ZkazRqeHRvWnJOd0FNQVc4UWNMb3lNek5NSnBNcTZXR1BsdXF4QUFDY0lpV3NoMzA2d3pDWkdla013NlI2T0FCblVIcDZtdGxzMWhROTFJY0xOd0NNWTNKSUQvdDFqdnYvN2QxN1VOVGxvOGZ4WmRuN2NsbDJXZVFtTjJNRnVRVG1EY1h3Z2xmSzAveE1yY3o4bFdjOE5hYzYvV0V6bldhTzQ2azV6VGpXMkV6K2NyeW1jeHJMTWFsR204TE5VZ2sweWZBQ0F0NENsRjFGRmhhUVhYYVgzZS81WTA4Y3k0NWRSTDd3NWYzNlkrZFptT0g1N0IvTGwvM3dQTTlYWVRJWnVYWUR1QXVhTDl3cnN6bGFvMWIzZVdSZDEvd0JsbjBCR0o2NjdINVBaMENwVk1iRnhvcWRCYmkvVENaam1GNFg2Sk4xWHZPejdBdkE4TlY1MWUvckNXalVtcGpvYUxHekFCalNhTDV3cjdRYXpZeUhDMldDckxHaXQ3UEZMd1Q0R3hyQXNDTElmTDFDVTRYblZtc2dNaUppd3ZnOHNRTUI5NWRhcFpwV01FVW15SzZkOUxSZjZlUENEV0Q0RVdSZVYrREtzVjUzaHhCdE11WmtqeE03RUlBaFRTRjJBRWpCNmxVckQzNVoxbUt6SDN1N2EreENqU2xOcVRISUZlb1FzWE1Cd04wSUFjSFRKYmc3QWorVmU2NVdlV1F5MlpOTEY0OUpTeFU3RjNEZi9mM3BKMHMvUDNEMVdrdkZlOTFqRjJoTVk1UmFnMXloNGNJTllLZ1QvRUp2dCtCdTkxODU2bWs1NVpYSlpNdVcvQzBsT1Vuc1hBQ0dOSm92RElBb2crR3QvL3lQZGYrMS9xZkdwdXIvZHFralFsUTZ1VndwZGl3QXVEdEI1bk1MM2x1Q3p5Mm9sTXJIbHozMnozOWZJWFltWURCRVJrWnNlT3VOdFcrOGRlSFM1ZW9QWFpxSUVKV2VDemVBWVVBSXlQcmNncWNuME9lV3FWU3FwMVk4dnVMSlpXS0hBakRVMFh4aFlFeWZWckJyNnovVy9QdmFtdk4xQVpmZjNSTUlzSHNDd05BV0VoSWlENUhMNVhKamxPN2xmLzJYcDVZdVZpaTRMR0trbURSaC9NNHRtMTVmKzJiVmo5Vit0OS90NHNJTllCZ0lYcnNWb2Fvb2M5aWFmM3Z4Yi8vMENHZmJBL2hkL0ltUEFUTTZNV0hYMW4vVU4xeTQwWHF6OWViTm5oNlgySWtBNEc1Q0ZhSFJScVBaSEQwNk1ZR05FaGlCNHVOaU43LzNUa1BEeGRhYk4xdHZ0blYzM3hJN0VRRDhEb1ZTWVRJYVk4elJ5VW1qUnljbWlCMEh3UEJBODRXQnBOVnE4dk55eFU0QkFBRCtFSzFHay9kZ2p0Z3BBQUFBN2lQdTdRZ0FBQUFBQUFCcG92a0NBQUFBQUFDQU5ORjhBUUFBQUFBQVFKcG92Z0FBQUFBQUFDQk5ORjhBQUFBQUFBQ1FKcG92QUFBQUFBQUFTQlBORndBQUFBQUFBS1NKNWdzQUFBQUFBQURTUlBNRkFBQUFBQUFBYWFMNUFnQUFBQUFBZ0RUUmZBRUFBQUFBQUVDYWFMNEFBQUFBQUFBZ1RUUmZBQUFBQUFBQWtDYWFMd0FBQUFBQUFFZ1R6UmNBQUFBQUFBQ2tpZVlMQUFBQUFBQUEwa1R6QlFBQUFBQUFBR21pK1FJQUFBQUFBSUEwMFh3QkFBQUFBQUJBbW1pK0FBQUFBQUFBSUUwMFh3QUFBQUFBQUpBbXhTRFBwMWFyWlRLWjMrOFBEUTBkNUtrQkFBQUFBTUJ2aW95TURBME4zYjE3OS9Iang1Vks1ZFNwVTZkT25XcXhXTVRPQmR5cndWN3pGUk1UMDlmWDE5blpPY2p6QWdBQUFBQ0EvMDk4Zkh4RFE4UGpqejllVzF1N2ZmdjI1NTkvZnNLRUNlUEhqOSs0Y2FQTlpoTTdIZkRYaFFpQ01Kanp2Znp5eTN2MzdqMTI3TmpZc1dNSGMxNEFBQUFBQVBCSFhMdDI3WXN2dnJCYXJSY3ZYclRiN1U2bk16YzN0NlNrcEtpb0tDVWxKU0VoSWJpZEN4Z1dCcnY1T25qdzRCTlBQTEZqeDQ1bHk1WU41cndBQUFBQUFPQ1BFd1RCYnJkZnVIQ2hvYUdoc3JLeXZMejh4bzBiWThhTXljdkxtejU5K3B3NWMxSlNVc1RPQ1B5K3dXNitmRDZmeVdSYXRXclYrdlhyVlNyVllFNE5BQUFBQUFEK0xFRVFmRDVmYjI5dlZWWFZ0bTNiRGg0ODZQUDVkRHJkakJrelhuamhoYmx6NTRvZEVMaWJ3VzYrWkRMWnVuWHI5dTdkdTMvLy9uSGp4ZzN5MUFBQUFBQUE0RjdZYkxZREJ3NGNPSENnb2FHaHBhVWxOaloyOWVyVnhjWEZhV2xwUnFOUjdIVEFyNG5RZkRVM044K2VQZnZoaHgvZXRtMmJYRDdZUit3REFBQUFBSUI3MU5mWGQrN2N1ZXJxNm0rKytjWnF0U3FWeXNtVEp4Y1hGeTljdURBNU9WbnNkTUQvQ1YyM2J0MGdUeGtlSHQ3VDAvUCsrKzhybGNyQ3dzSkJuaDBBQUFBQUFOd2p1VndlRnhlWG41Ly82S09QcmxpeElpd3NiTisrZmZ2Mzc5KzJiZHVwVTZmUzA5TmpZMk5EUWtMRWpnbUlzZVpMSnBPMXQ3Y3ZYNzc4NU1tVG4zenlTVkZSRVN1L0FBQUFBQUFZMWp3ZVQybHA2WjQ5ZTJwcmEyL2V2RmxTVXZMaWl5L201dVpHUkVTSUhRMGptampObDB3bXE2K3ZmL3JwcHdWQjJMSmx5NFFKRTBUSkFBQUFBQUFBQnBEWDZ6MTkrclRWYXQyelo0L2RibCswYU5GVFR6MDFaODRjMW45QkxLSTFYOEVEdjBwS1NscGJXNDhjT1pLWm1TbFdEQUFBQUFBQU1JQUNnWURMNWRxMWE5ZWJiNzdaM2QwOWVmTGs5OTU3THpzN1creGNHSWxFT09lclgyUmtaRlpXMW5mZmZiZDU4K2IwOVBUVTFOVFEwRkN4d2dBQUFBQUFnQUVSRWhLaVVxa21UWnEwZVBGaWo4Zno0NDgvYnRteXhlMTJwNldsUlVaR2lwME9JNHVZelpkTUprdEpTWms0Y2VMbHk1ZTNiOS9lMDlPVG41K3YwV2hFekFNQUFBQUFBQVpLVkZUVWdnVUxwaytmTGdqQzVzMmJLeXNyeldZekMxOHdtTVRjN2RpdnE2dnIxVmRmM2IxN3Q4VmkrZWlqajdLeXNzUk9CQUFBQUFBQUJreGZYMTkxZGZXeVpjdXVYNysrYXRXcWpSczNLaFFLc1VOaFJCQjV6VmVRV3EyZU0yZU9YcTgvY2VMRW5qMTdqRVpqWW1LaVRxY1RPeGNBQUFBQUFCZ0Fjcms4SVNGaDVjcVY3ZTN0ZS9mdS9mTExMMmZObW1Vd0dNVE9CZWtiRXMyWFRDWlRLQlRUcGswcktDaG9ibTdldEdsVGJXMXRmSHg4UWtLQ1hDNFhPeG9BQUFBQUFCZ0FHbzFtNXN5Wm1abVpuMzc2NmNtVEp3c0tDcUtpb3NRT0JZa2JFcnNkYjlmZDNWMWFXdnJLSzYrb1ZLclZxMWUvL3ZycldxMVc3RkFBQUFBQUFHREFuRHAxYXNtU0pVYWpzYXlzekdReWlSMEhVamJrbXE4Z204MzIybXV2V2ExV1FSRFdyRmxUVWxLU25wN09IbUFBQUFBQUFLU2hyS3pzcFpkZVVpcVZuMzc2cWNWaUVUc09KR3VvN0hiOGxmRHc4T0xpNGdrVEpzaGtzcDA3ZDM3eHhSZk56YzJqUm8weW04MGhJU0ZpcHdNQUFBQUFBUGZrZ1FjZXlNakkyTEZqaDlmckxTb3FVaXFWWWllQ05BM1JOVi85ZW50NzYrdnIzMzc3N2IxNzk1ck41c1dMRjY5ZHU5WnNOb3VkQ3dBQUFBQUEzQk5CRU41NDQ0MU5telpacmRhOHZEeXg0MENhaG5yejFhKzJ0bmI5K3ZWSGp4NTFPQnhMbHk1ZHRteFpabVptUWtKQ2FHaW8yTkVBQUFBQUFNQmYwZGJXVmx4Y25KcWF1bS9mUHM0NHd2MHdSSGM3M2lrbUptYmh3b1ZUcGt5SmlZazVjdVRJMXExYkt5b3FHaHNiVlNwVlltSWlXeUFCQUFBQUFCaDJOQnBOZTN2N3JsMjdaczZjbVpTVUpIWWNTSkJjN0FCL2dscXRMaXdzWEx0MnJkVnEzYk5uajE2dmYrZWRkeDU3N0xIQ3dzTFMwbEt2MXl0MlFBQUFBQUFBOENmSTVmTGMzRnl0Vm52MDZGR3hzMENhaHMxdXh6c0pnbkRtekptdFc3ZCsvZlhYZHJzOU5qYjJ1ZWVlZStTUlIySmpZNDFHSTdzZ0FRQUFBQUFZK3M2ZlAxOVNVako1OHVTUFAvNVk3Q3lRb0dIY2ZQV3oyKzBWRlJXSER4OHVLeXR6T3AwNU9UbTV1YmxUcDA0dEtDaElTVWtST3gwQUFBQUFBUGh0cmEydEgzend3WVlOR3l3V1MyVmxwZGh4SUVGU2FMNkMzRzUzUjBkSFJVWEZoeDkrZU9EQUFiMWVIeDRlbnBlWHQzTGx5a2NmZlZTbjA0a2RFQUFBQUFBQS9LK3VycTZ0VzdlKysrNjdEb2NqTHk5dnc0WU5oWVdGWW9lQ0JFbW4rYnBkWjJkbmFXbHBhV2xwWFYxZFcxdWJUQ2FiUDMvK2tpVkxzck96bzZLaURBYURTcVVTT3lNQUFBQUFBQ09PeStXNmNlUEdrU05IM25yckxZZkRZYkZZMXF4WnMyalJJajZuNHo2Ulp2UFZyN201K2N5Wk05WFYxY2VQSDYrcXFsSXFsUTg4OEVCR1JrWjJkblplWHQ2RER6NW9NQmpFemdnQUFBQUFnUFRaYkRhcjFXcTFXaXNyS3pzNk9wWXNXYkpvMGFLWk0yZnE5WHF4bzBIS0pONThCZm45L2x1M2Jqa2NqcE1uVDVhVmxWbXRWb2ZEb2RQcERBYkR4SWtUUzBwSzVzMmJGeE1USTNaTUFBQUFBQUFreUdhemJkaXc0ZlBQUDI5dGJUVVlETTg4ODh5enp6NmJtSmlvMVdyRmpnYnBHeEhOMTYvNC9mN2EydHB2di8zMjBLRkRseTlmN3V6c2RMdmRHUmtaeGNYRk0yYk1TRXBLaW9pSWlJaUkwR3ExSVNFaFlvY0ZBQUFBQUdENDZlbnBjVGdjTlRVMU8zZnUvT3l6ejh4bWMzcDYrb29WSzVZdVhSb1pHU2wyT293Z0k3SDU2aWNJUWx0YjI1VXJWeTVldkZoWFYzZnUzTG02dWpxWHk1V1ltSmlhbXBxYW1wcVJrWkdWbFpXUmtSRVdGaVoyV0FBQUFBQUFoanFmejFkZFhWMWVYbDVWVlhYMjdGbW4wemx4NHNTaW9xSnAwNmJsNWVXcDFXcXhBMkxFR2RITjErMThQcC9iN1hhNVhBNkg0OWl4WTk5ODgwMUZSVVZYVjVkT3A5UHBkRGs1T2JObXpTb3FLc3JQejJjaEdBQUFBQUFBdjlMUzBySno1ODc5Ky9lM3RMUzRYSzZjbkp3VksxWXNXTEFnT2pvNlBEeWNqOUlRQzgzWDNWeTRjS0c4dkx5aW91TDA2ZE1kSFIzZDNkMkJRQ0FuSjJmOCtQSDUrZm5aMmRtUmtaRmhZV0ZoWVdFNm5ZNjNNUUFBQUFCZ2hBZ0VBazZuMCtsMFhyMTY5YXV2dmlvcks2dXBxVEdaVEhGeGNmUG56MSsrZkhsbVpxWmNMaGM3SmtEejljZDR2ZDZMRnk5ZXVuVHA4dVhMVjY1Y2FXcHFhbTV1dm43OWVuaDRlRkpTVWtwS1NuSnljdjlnOU9qUlNxVlM3TWdBQUFBQUFBeXd2cjYrK3ZyNm1wcWEydHJhczJmUDF0YldYcjE2MVdLeFpHZG41K2JtVHBreVplTEVpWndYaENHRjV1dFA4L2w4SG8rbnQ3Zlg3WFkzTmpiKzhNTVBKMDZjK09HSEgydzJtMGFqMFdnME9wMHUrTGJQeWNuSnpjM055TWpRYURSaXB3WUFBQUFBNEMvcTZPZzRkT2pRNGNPSHk4dkxIUTVIVDA5UFgxOWZRVUhCb2tYU3V1djFBQUFFM0VsRVFWU0w1cytmYnphYjlYcTlUcWNUT3lid0cyaStCb3pUNmF5cXFxcXVycTZ1cm01b2FMaDE2NWJMNVhLNzNWNnZOeTR1TGpzN095TWpZOXk0Y1JhTHhXQXdhTFhhNEFsaTNNTVZBQUFBQURDazlQVDBkSFoyZG5aMjF0ZlhmL3Z0dDhlT0hhdXBxZEhyOVJFUkVWRlJVZVBIajU4L2YvN2N1WE9OUnFQWVNZSGZSL04xWC9UMjlyYTJ0dHJ0OXBhV2x1dlhyMSsvZnIybHBjVnV0OXZ0OXRiVzFwQ1FrRkdqUnNYSHg4Zkh4OGZGeFVYL2tzbGtvZzREQUFBQUFBd2F2OTkvNDhhTnBxYW1uMzc2cWJHeDhkS2xTM1YxZFJjdVhIQzczUmFMeFdLeGpCMDdOaU1qdzJLeHBLZW5Hd3dHc2ZNQ2Z3TE4xMkFRQk1IN000L0gwOTNkWFZkWGQvYnMyZURXNkthbUprRVFsRDlUcVZSbXN6a3RMVzNNbURGanhvd0pEaElTRWtKRFE4VitIUUFBQUFBQWlmRDcvZWZQbi8vKysrKy8vLzc3cXFxcW16ZHY5djRzTVRGeDNyeDVzMmZQbmp4NWN2Q1dibHF0bHJ1NllaaWkrUktmeCtPeDJXekJjcjJwcWFtcHFhbXhzYkc5dlQzNEc4Zmo4WGc4SGtFUURBWkRiR3hzUWtKQ1hGeGNmSHg4Y0JBVEU2UFJhRlFxbFZLcFZLdlYvUU9GUWlIMnl3SUFBQUFBaUN3UUNMaCsxdFBUMDlMU2N2NzgrZUE2akxxNk9xL1hHeFlXcHRmcnc4UERrNU9UOC9QekowMmE5TkJERHlVbUpvb2RIQmd3TkY5RGxOdnRkamdjYlcxdERvY2pPT2pvNk9qbzZIQTZuWjAvY3pxZDNkM2RNcGxNcDlORlJrWkdSVVVaREliZ29MK1YxMmcwV3EwMk9MaDkzUCtvMCttNEV5VUFBQUFBU0lBZ0NFNm5NL2dwTW5qcXpxOTR2ZDVSbzBZbEppWW1KQ1RFeDhjbkp5Y25KU1dscEtTa3BxWWFEQVpXZFVHU2FMNkdFNS9QNS9QNWdyc20rd2RlcjlmcGROcHZZN1BaV2x0YnU3cTZuRTZuMSt0VktCU2h0N256cVZ3dTErdjFlcjFlcTlYMkQzUzM2ZjlXOEtsQ29lai9JYi81dzRPUEtwV0twV2NBQUFBQWNKOTBkSFEwTnpjM05qWUdkdzQxTlRWZHUzYnQxcTFid1oxRHdYVmVmWDE5Rm9zbEt5c3JLeXNySnljbkxTMHR1TWdydUZSQ3BWS0ovU0tBKzQ3bVMrS0N2Vmg3ZTN0d3lkaWRnN2EyTnJmYjdmZjdBNEZBSUJBSUR2cWYzajd1SHdpL0ZQekh3cDNqL3E4QUFBQUFBQVpjOEp4bzlXMDBHazFNVEV4S1NrcFNVbEo2ZXZxNGNlUEdqaDFMdllVUmp1WUxzdUROS1BzUDRMLzlNSDd2TDNrOEhwL1BkMmNYOXB1QzN4WDdsUUVBQUFDQU5JV0ZoVVZHUmhxTnh1am9hSlBKWkRLWm9xS2kxR3ExMkxtQW9ZWG1Dd0FBQUFBQUFOSWtGenNBQUFBQUFBQUFjRi9RZkFFQUFBQUFBRUNhYUw0QUFBQUFBQUFnVFRSZkFBQUFBQUFBa0NhYUx3QUFBQUFBQUVnVHpSY0FBQUFBQUFDa2llWUxBQUFBQUFBQTBrVHpCUUFBQUFBQUFHbWkrUUlBQUFBQUFJQTAwWHdCQUFBQUFBQkFtbWkrQUFBQUFBQUFJRTAwWHdBQUFBQUFBSkFtbWk4QUFBQUFBQUJJRTgwWEFBQUFBQUFBcElubUN3QUFBQUFBQU5KRTh3VUFBQUFBQUFCcG92a0NBQUFBQUFDQU5ORjhBUUFBQUFBQVFKcG92Z0FBQUFBQUFDQk5ORjhBQUFBQUFBQ1FKcG92QUFBQUFBQUFTQlBORndBQUFBQUFBS1NKNWdzQUFBQUFBQURTUlBNRkFBQUFBQUFBYWFMNUFnQUFBQUFBZ0RUUmZBRUFBQUFBQUVDYWFMNEFBQUFBQUFBZ1RUUmZBQUFBQUFBQWtDYWFMd0FBQUFBQUFFZ1R6UmNBQUFBQUFBQ2tpZVlMQUFBQUFBQUEwa1R6QlFBQUFBQUFBR21pK1FJQUFBQUFBSUEwMFh3QkFBQUFBQUJBbXY0SFBkYVB3Z3hyNFk0QUFBQUFTVVZPUks1Q1lJST0iLAoJIlRoZW1lIiA6ICIiLAoJIlR5cGUiIDogImZsb3ciLAoJIlVzZXJJZCIgOiAiNTIxMjYzNTQyIiwKCSJWZXJzaW9uIiA6ICIzMSIKfQo="/>
    </extobj>
    <extobj name="ECB019B1-382A-4266-B25C-5B523AA43C14-2">
      <extobjdata type="ECB019B1-382A-4266-B25C-5B523AA43C14" data="ewoJIkZpbGVJZCIgOiAiNDk1Mjg5NjA1NzMwIiwKCSJHcm91cElkIiA6ICI2NzkxOTgzNjEiLAoJIkltYWdlIiA6ICJpVkJPUncwS0dnb0FBQUFOU1VoRVVnQUFBNmtBQUFMb0NBWUFBQUNhckxQT0FBQUFBWE5TUjBJQXJzNGM2UUFBSUFCSlJFRlVlSnpzM1gxNFRIZisvL0hYbVV3aWtiZ1BRaW5xL2o0eHhFMHBpcnBwM2RSZGE2dDNiRzI3cmRWVnFsdXN0a3UxWGJ1dGJxbXFhbGU3MnJMcXE2cVVsbHF0eEYxQ1FrS0xCbUhkUktWQzdtZk83NC9OekM4alFZS2FrK1Q1dUs1Y0YyZk9uSG5QSVdmZXIzUE81ek1T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nQ3N4ZkYxQVVZU0dOcTBRWEsxY3FOTTBxdHR0Um5sZjF3T2dkTXAxdWpMOGJEcDlVVmtwS1FjT3BQbTZIZ0JsQTMwT2dKdWhKUFU1bGc2cDFWdTBDQWwyMlorWFlRd3laSlNUYVFhYWh1eStyZ3RBS1dYS2FSaEdoaWt6eTNScDVaRzBNN04xNGtTNnI4c0NVRHJSNXdDNHFVcFFuMlBaa0ZxM1VhdUdmbmEvK1pKNkc0WmhzL3Y1S2FCY09mbjUyWHhkR29CU3l1VjBLU3M3UzdtNVRwbW02WkswSVRjbjk2bmtRL3NPK3JvMkFLVUxmUTZBbTYwazlUbVdES20xYXp2S0IxUjByalVNM2VIdjc2KzdldldVbzEyNDZ0eFNXeUhCd2I0dUQwQXBsWjZlcm1QSFQyajNubml0WGI5QjJkazVrbWx1K0dsL3pqMVNRcmF2NndOUU90RG5BUENGa3RUbldES2sxbXNhUHRVd3pKZUNnb0pzTDAxL1RuZjF1bE1WS29USU1DeFpMb0JTeERSTlhiaDRVZi81YnF1ZW5UcEQ2ZW1aVHBmTVB4N2R2K2NmdnE0TlFPbEFud1BBVjBwS24yTzVlMHBxMTY1ZDNtYVk5eHVHWWJ1N1h4LzF2NnUzS2xhc3dJRWJ3RTFoR0lZcWhJU29WNDg3TkdUZzNUSU0rZmxKNDYxNHZBUlE4dERuQVBDbGt0TG5XS29ZU1Fxb1dLT0dEQ093WEVDQTJyWnVwV0J1ZXdIZ0E0R0JnWEpFdEZWZ1lLQk1HY0YxbWpTcDVldWFBSlI4OURrQXJNRHFmWTdsUXFyVGxWTmRwaGtZRkJTa3NKbzFmRjBPZ0RLc2VtaW9Lb1FFeTVBQ1pBYlc4WFU5QUVvKytod0FWbUhsUHNkeUlkWFA1aDlzR3JMYjdYYUZoSVQ0dWh3QVpWaEljTEFDQWdKa0dyTGJiYXJpNjNvQWxIejBPUUNzd3NwOWp1VkNLZ0FBQUFDZzdDS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ianBVbE5UNVhBNDlQREREL3U2bEZJdExTMU5Eb2REOTk5L3Y2OUxBUURndXFTa3BNamhjR2pNbURHK0xxWFlGaXhZb083ZHV5c3FLc3JYcFpSYW16WnRrc1BoMEp3NWMzeGRDbTRRdTY4TEFINE5wbWtxTXpOVFFVRkJYc3RuelpxbHp6Nzd6R3RaWUdDZ0dqUm9vRUdEQm1uNDhPR3kyVGgzQXdBQWJvejQrSGhkdUhCQkJ3NGNVT2ZPblcvYTZ3NGRPbFJIamh6eFdoWVNFcUtXTFZ0cTlPalI2dEtseTAyckJTZ3VRaXBLbmErLy9scC8vZXRmTldIQ0JBMFlNS0RRZFpvM2I2NXExYXJKNlhUcTFLbFRTa3hNVkdKaW91TGk0alJ6NXN5YlhqTUFBQ2lkWG56eFJjWEh4NnRyMTY0K2VmM09uVHZMejg5UDJkblpPbkxraUxadDI2WnQyN1pwNnRTcEdqcDBxRTlxQXE2R2tJcFM1OUNoUTBwSlNibmlPbVBIamxYUG5qMDlmOSsrZmJ2R2p4K3Z0V3ZYNnI3NzdsUHIxcTF2UXFVQUFLQzBDdzBOOWVvNWJyYlpzMmVyUW9VS2tpU1h5NlgzMzM5ZjgrZlAxOXk1Y3pWdzRFRDUrL3Y3ckRiZ2NyaXZFWkFVR1JtcDNyMTdTM20zNVpRRXBtbjZ1Z1FBQU1vTWw4dmw2eEt1bTgxbTA5aXhZeFVhR3FvTEZ5N29wNTkrOG5WSlYxVWE5anVLanl1cHBWaDhmTHorK2M5L2FzK2VQVHAvL3J5cVZLbWlybDI3YXRxMGFaNTFjbk56OWRsbm4ybk5talU2ZlBpd2NuTnpWYWRPSGZYdDIxZWpSNDlXWUdDZ1o5MnZ2LzVhVTZaTTBjTVBQNngrL2ZycDlkZGZWMXhjbkVKQ1FqUnMyREE5OXRoamNqcWRXcmh3b2Rhc1dhT1VsQlRWcTFkUFR6enh4R1hQSU9iazVPamRkOS9WbDE5K3FUTm56aWdzTEV5REJ3L1d3dzgvTEQ4L1A4OTZxYW1wV3JGaWhUWnQycVRqeDQ4ck16TlRUWm8wMFdPUFBlYTVmV2JUcGsyYU5HbVM1em5UcDAvWDlPblQ1ZS92citqbzZLdnVyNG9WSzBwU2dUT0tXVmxaK3ZEREQ3Vm16UnFkT0hGQ2xTcFYwaDEzM0tIZi8vNzNxbHExcXRlNnBtbHE3ZHExV3JseXBYNzQ0UWRsWjJjckxDeE1vMGFOMHNpUkk3M2V6NUlsUzdSNTgyYWRPSEZDZHJ0ZGpSczMxb2dSSTlTL2YzK3ZiZWJmNzVHUmtab3paNDZTa3BMMDE3LytWVDE3OXBScG1scTVjcVdXTDErdXBLUWtCUWNIcTJmUG5pVnljZ2tBQUlvcklTRkI3N3p6am5idjNxMmNuQncxYk5oUUR6MzBrUHIwNmVPMVhsRjZDZmQ2dlhyMVVxdFdyZlR5eXkvcnBaZGUwdTdkdXpWaXhBaE5talJKSTBhTTBPSERoN1YxNjFhdFdyVktuMzc2cVk0ZlA2NGFOV3JvZ1FjZTBIMzMzZWYxdXU3NU1PYlBuNitPSFR0S2tsNTk5VlV0VzdaTS8vakhQK1RuNTZjRkN4Ym9oeDkrVUdCZ29QcjA2YU0vL3ZHUEtsZXVuTmQyTGw2OHFFV0xGbW5EaGcyZW5tbkVpQkc2NVpaYk5HblNKSTBhTmNxckQ3cVNTcFVxS1NVbHBVRFBrNUtTb2dVTEZtakxsaTFLVFUxVnJWcTFkTTg5OStpUlJ4NlIzZTRkR3pJeU12VHh4eDlyL2ZyMU9uYnNtR3cybXhvMGFLQUpFeWJJNFhCNDFqdDgrTERlZi85OTdkeTVVei8vL0xOQ1FrTFV0bTFiUGZyb293WHVYTXUvWHc0ZlBxd2xTNWJvN05teit2YmJiMVdoUWdXbHA2ZnJ2ZmZlMC9yMTYzWDY5R25WckZsVHc0Y1BWOTI2ZFl2MHZsRnlFRkpMcWVYTGwrdlZWMStWeldaVFpHU2thdFNvb2VUa1pLMWZ2OTRUVW5OeWN2U0hQL3hCMjdkdlYvWHExZFd6WjA4WmhxR2RPM2ZxN2JmZjFwWXRXL1RPTys5NEJWVkpPbmJzbU1hTkc2Znc4SEIxNmRKRjMzLy92ZDU1NXgzNStmbnB4eDkvMVBidDI5VzVjMmVkUG4xYU1URXhtang1c3BZc1dhSVdMVnA0YmNjMFRUM3p6RE5LVEV5VXcrRlFabWFtZHV6WW9Ybno1dW5vMGFONjRZVVhQT3ZPbXpkUHExYXRrc1BoMElBQkEzVHUzRGw5ODgwM2V2cnBwN1Y0OFdLMWFkTkdkZXJVMGNpUkk3VjM3MTRsSkNTb1k4ZU9xbGV2WG9HRGFtRnljbkswZmZ0MktXKzhxbHQyZHJhZWZQSkp4Y2JHcWttVEpobzZkS2lTa3BLMGN1Vks3ZHk1VXg5OTlKRkNRa0k4NzJmYXRHbGF0MjZkUWtKQzFLbFRKNVVyVjA0Ly9QQ0R2di8rZTA5SVBYNzh1TWFORzZlVEowK3FjZVBHR2pCZ2dOTFMwaFFkSGExcDA2WnA3OTY5bWp4NWNvRWF6NXc1bzhtVEo2dHIxNjVxMDZhTjUzVm56NTZ0RlN0V3FFS0ZDdXJaczZkY0xwZSsvdnByN2QrL3Yxai9aM0I1cHN1VXY4M1ZJRHc4dklldmE0RjFPWjNPNmphYnpXWVl4aWxmMXdMclNzOXhOY3Jtd3RBTjgrMjMzMnJLbENteTIrM3EwYU9IQWdNRHRXWExGajMzM0hNNmQrNmMxd25pb3ZRUytabW1xVW1USnFsQ2hRcTY5OTU3VmFkT0hhL0g1ODJicHpWcjFpZ3lNbEsxYTlmVzFxMWI5ZHBycnlrNE9GajMzSE5Qa2VyZnVuV3JWcTVjcWZidDI2dGJ0MjdhdW5XcmxpOWZycXlzTE0yWU1jT3pYbnA2dWg1NzdERWRPSEJBdDl4eWl3WU1HS0N6WjgvcUgvLzRoNW8xYTFhc2ZaYWNuS3dqUjQ0b0pDVEU2ejBsSnlkcjdOaXhTa2xKVWVmT25WV25UaDNGeHNicTdiZmYxc0dEQi9YS0s2OTQxazFOVGRYamp6K3VIMy84VVdGaFllcmR1N2V5c3JLMFo4OGU3ZHUzenhOU3QyelpvbWVmZlZZNU9UbUtqSXpVN2JmZnJwTW5UMnJMbGkzNjdydnZOSFBtVE4xMTExMEZhdHkwYVpPKy92cHI5ZTdkVzZtcHFUSU1ReGtaR1JvM2Jwd1NFeE85OXNHOGVmUFVwRW1UWXUwRFdCOGh0UlJLU0VqUWE2Kzlwa3FWS21uKy9QbHEyclNwNTdHalI0OTYvdnpPTys5bysvYnQ2dG16cDE1KytXVUZCQVJJZVlGdHlwUXAycng1c3hZdFdxU25ubnJLYS9zYk4yN1VhNis5cGw2OWVrbVNZbUppOU5oamoybmh3b1dxVkttUy92V3ZmNmxXclZxU3BMLzk3VzlhdW5TcFZxNWNXU0NrN3R1M1R4MDZkTkRLbFNzOWdldnc0Y1A2N1c5L3E5V3JWMnZJa0NFS0R3K1hKTFZyMTA2UFBQS0licm5sRnMvelAvLzhjNzM0NG90YXZueTUyclJwbzhhTkcydktsQ2w2NTUxM2xKQ1FvSHZ1dWVleUV5ZTVPWjFPSlNVbDZhMjMzbEpTVXBMbnpLbmJ3b1VMRlJzYnE1RWpSMnJ5NU1tZW1YOFhMMTZzZWZQbTZaLy8vS2VlZlBKSlNkTFNwVXUxYnQwNnRXN2RXbSs4OFlZcVY2NWM2SDZmT25XcVRwNDhxUWtUSnVpaGh4N3lMRTlKU2RHWU1XUDB5U2VmcUd2WHJnVm1BUHpxcTY4MFk4WU0zWDMzM1o1bFc3WnMwWW9WSzFTdlhqMHRXclRJYzJYMzU1OS8xaE5QUEhIRjk0NmlNeVFGQjloSDJteTI0blVDS0ROTTAvU3oyKzJWSkJtbWFhYmFiRGFucjJ1Q05RWDY2NGVjVEpQaFZqZkF1WFBuOU9jLy8xbEJRVUg2NElNUFZMOStmU2t2UU4xMzMzMmFPM2V1K3Zmdjd4bVBXWlJlSXIvOSsvZnI3cnZ2OWdxTCtVVkhSMnY1OHVXZXo5N1BQdnRNczJiTjBzY2ZmMXpra0xweTVVcTkrKzY3bmg3cDBLRkRHalZxbE5hc1dhT25uMzVhbFNwVmt2TDZrUU1IRHFodjM3NTY2YVdYUENmZ0V4SVM5TmhqanhYcHRUSXpNeFVmSDY5WFgzMVZ1Ym01ZXZMSko3MnVwRTZiTmswcEtTbWFQWHUySnpqbTV1WnE0c1NKMnJCaGc0WU1HYUpPblRwSmVaTkIvZmpqanhvK2ZMZ21UNTdzcVNjbko4Y3pMOGk1YytjMGRlcFVtYWFwZDk5OVZ4RVJFWjdYaW8yTjFlT1BQNjZYWG5wSmtaR1JYajJUOG5xZUpVdVdlUDVOSmVtTk45NVFZbUtpZXZmdXJWbXpabDNUUGtESndVR3lGRnF5WklsY0xwY21USmpnRlZBbDZkWmJiNVh5RGpyTGxpMVRZR0Nnbm52dU9VOUFWZDd0cnBNblQ1YWZuNTlXcmx4WllQdXRXN2YyQkZUbEhmUWJObXlvM054Y1BmVFFRNTZBS2ttREJnMlNKQjA4ZUxEQWRtdzJtMTU0NFFWUFFKV2syMjY3VGFOSGo1WWtmZlBOTjU3bC9mdjM5L3BRa2FUdTNidExlY0cydUNaTm1pU0h3NkhJeUVpTkhEbFN1M2Z2MXRpeFkvWHl5eTk3MW5Idm95cFZxbWppeElsZVgwMHpldlJvMld3MmZmdnR0MUxlMmRaLy92T2ZzdHZ0ZXVHRkZ3b2NiTjM3ZmUvZXZZcVBqMWZ6NXMzMTRJTVBlcTBUR2hycUNaYUY3ZmRhdFdvVkNOMy8vdmUvSlVuang0LzN1dlc0YXRXcW1qaHhZckgzQ3k3UGxPeW1hUWJ5dzA5aFA1SkNKQVZJOGpjTUk4VFg5ZkJqM1IrYllUQkx6UTN5K2VlZjYrTEZpeG8zYnB4WG1LbGN1YklHRFJxa3pNeE1iZHUyemJPOHVMMkV5K1hTdUhIakx2djZsMzcyRGhvMFNDRWhJZnJoaHgrS1BJNXkrUERoWGlmeEd6WnNxTTZkTzh2cGRPclFvVU5TM2duMWxTdFhLaUFnUUJNblR2UzZRNnhGaXhZYU5XclVGVitqUjQ4ZWNqZ2N1djMyMi9YNDQ0L0w2WFRxTDMvNWk5ZFZabmQvMHFOSEQ2OHJtM2E3WFE4ODhJQWthZlBtelpLa24zNzZTZi81ejM5VXAwNGRUWm8weWFzZWYzOS9UeC9vL3ZjWk9YS2tWMENWcElpSUNBMGNPRkFaR1JsYXYzNTlnWnA3OSs3dDlXK2FtNXZyMlFmNVE3RjdIL3ptTjcrNXlwNUdTY09WMUZKbzU4NmRNZ3hEZmZ2MnZldzZodzhmMXNXTEY5V3VYVHVGaG9ZV2VMeFdyVnE2NVpaYmRQVG9VWjA2ZFVvMWE5YjBQRmJZYlNWaFlXRTZkT2hRZ2JFRjFhdFhsL0p1VTdsVW5UcDFGQllXVm1CNTI3WnRwVXV1UGtyU3laTW50VzNiTmgwNGNFREhqaDFUY25LeWxIZG1zTGlhTjIrdXFsV3JLaWtwU2NlUEgxZEVSSVFlZlBCQnI0UGVvVU9IZFBIaVJWV3RXbFVMRnk0c3NJMkFnQUFkUDM1Y2twU1VsS1N6WjgrcWRldldYZ2ZWUzhYRnhVbVN1blhySnNNd0NqemVvVU1IU2RLQkF3Y0tQTmFtVFpzQ3o0bUxpNVBOWmxPM2J0MEtyRi9jMjM5d2VhYWs5T3pjcFNIbDdJbStyZ1hXWkpybWNKdk45bnRKaHN2bFdtb1l4a2UrcmduV2xKN2phbVFhK291djZ5Z045dXpaSStXZENKODNiNTdYWSs0aEwrN1BhYmZpOUJJMWF0VHdPdkYrcVpZdFczcjkzVzYzS3l3c1RBY1BIbFI2ZXJyWFNmaWlia09TSjBpbnBhVkplVDNHaFFzWEZCRVJVV2pQZHVrRmlVdDE3dHhacG1rcU1URlJ2L3p5aS9yMzc2OSsvZnA1cmVQdVQ5TFQwd3ZzeTE5KytVWEt1eDFZZVgybUpQWHAwK2VLTXdPN3QzbkhIWGNVK25qNzl1MjFjdVhLUW9jbnVYdEJ0NTkrK3VtSyt5RC9VQzJVRG9UVVVzYnBkT3JjdVhNS0RRMHRNT0ErdjlUVVZFbnlDcCtYQ2cwTjFkR2pSM1h4NGtXdjVlWExseSt3cmp2Y0JRY0hleTEzWDZFdDdJeGlsU3BWQ24xZDkvWnpjM005eTk1KysyMHRYcnhZcG1tcVFZTUdxbHUzcnJwMjdhcWxTNWRlMHl5MzdxK2dNVTFUYjczMWxqNzQ0QU5ObVRKRjgrZlA5NnpqUGlnZk8zWk1peGN2dnVMMjNMZTJYSHFHOWxMdS9WNmpSbzFDSDNlZmtiMXc0VUtCeHk0OUtEdWRUcDAvZjE3VnExY3ZkTnd0VThyZk9JYk5VSzdMOXRQdTNidS85WFV0c0tidy80MU5NQ1hKejgvdnA1aVlHUDZ2b0ZEMW00VkxCck96M3dqdXorbFZxMVpkZHAyc3JDelBuNHZiUzFTclZ1MktyMzlwenlQSk00OUhVWHVUd29Lc2V4dnUzdW5ubjMrV3J0Q3pYVzN1RGZkWDBLU25wMnZpeEltZWVVVEdqaDNyV2NmZG4yemZ2dDB6UjhlbDNQdlMzZlBVcmwzN2lxOTd0VjdUM2RkYzJtZXFrSDEvN3R3NUtlK2lTR0hvZVVvZlFtb3A0K2ZuSjM5L2Y2V21wc3JwZEhyTmtKdWZPd2llT1hQbXN0czZlL2FzbEcvVzJ4c3RPenU3ME9VblQ1NlU4b1hZcUtnb0xWcTBTQTZIUTYrODhvb255T1htNW1ycDBxWFhWWU5oR0hycXFhZTBkKzllYmR1MlRhdFdyZExnd1lNbFNVRkJRWktrMjIrL1hXKysrZVlWdCtNK0lYQzE3MmQxZjZCZGJyKzdQNGpjWTFBdXJUVS9QejgvK2ZuNTZmejU4ekpOczhEajdtMEJBRkFhdVQrbmx5eFpVdWdWeWZ5dXBaZklQOHpIbDl3aDlQejU4NFUrN2c1d1YxTytmSG5ObmoxYnc0Y1AxOEtGQzNYbm5YZXFRWU1HbnNja0ZaZ3ZvekJGN1hueTk1cUZ6YjU3cFQ3ejBuM3ZEcUh1NEhzcGVwN1N4eHEvZmJpaG1qVnJwdHpjWEs5eEdKZHExS2lSQWdJQ2xKQ1FVT2pCN2VUSmt6cCsvTGhxMTY1ZDZHMFZOMEpTVXBJeU1qSUtMSGVQODNUZk91dytvemRxMUNpdnNSOC8vdmhqb2R0MWh6V25zMmp6bGhpR29ULzk2VSt5MisyYU8zZXU1d0I0MjIyM3lXYXpLU0Vod2V0TWJHRWFOV29rdTkydWhJU0VLeDRvM2VOT3RtN2RXdWpqdTNidGtncTV6ZVZ5NnRXcnA2eXNMTzNkdTdmQVkrN2JjUUFBS0kwYU4yNHM1VTNDY3pYRjdTV3NwRjY5ZWxMZUJFR0Y5VTFGZWY5dVZhcFUwUi8rOEFmbDV1WjZ6Y1BoM3BjeE1URlgzWWI3MXRxdFc3ZGU4WXF4KzhUQmQ5OTlWK2pqN2o2bEtEMlBleWpWNWZZQlBVL3BRMGd0aFlZT0hTcmxmZGVVKzZxa1cwSkNncFIzSzhuZ3dZT1ZucDZ1bDE5K1dUazVPWjUxTWpJeTlNb3JyeWczTjljeldQN1hrSkdSb2RkZWU4M3J0dDZZbUJpdFc3ZE81Y3VYOTR5cGRaODl5LzlCa3BtWnFkZGZmNzNRN2JvbkxicDBUT3VWMUs5ZlgvZmZmNzkrK2VVWHZmSEdHMUxlVmMvdTNidnIzTGx6ZXYzMTE3M3FsS1RFeEVRZE8zWk15anRiMks5ZlA2V25wMnZtekpsZW9kYmxjbm5HVzdSdjMxNE5HelpVZkh5OFB2endRNi90SFQ5K1hQUG56NWZOWml2d0hXdVg0LzRPdURsejVuaHVlMUxlMkkyMzMzNjd5TzhmQUlDU3hqMlo0SHZ2dlZkZ2dzYXNyQ3pQU1c5ZFF5OWhKVldyVnBYRDRWQnFhcXJYc0NUbGZlUENsMTkrV2F6dERSbzBTQzFhdEZCTVRJeFdyMTR0U1lxTWpGUm9hS2kyYk5taXRXdlhlcTF2bXFiWDVFWWRPblJRblRwMUZCOGZydzgrK01CcjNmVDBkQ1VsSlVtU2hnd1pvb0NBQUgzODhjZmF2WHUzMTNyYnRtM1Q1NTkvcnVyVnE2dDM3OTVYcmJsS2xTcHEzNzY5ZnZubEY3MysrdXRlRnlJMmJkcFVvR2FVZk56dVd3b05IRGhRMjdadDA3cDE2elJzMkRCMTZ0UkpGU3RXMU9IRGg1V1VsT1NabmUwUGYvaUQ5dTdkcTQwYk4yclFvRUdLakl4VVptYW05dXpab3pObnpxaFBuejVGRGt2WG9tN2R1b3FPanRhSUVTUFVwazBiblR0M1RsRlJVVEpOVTFPblR2V0V6VjY5ZXVtRER6N3dUTDlldVhKbGJkdTJyY0FrVFc3dDI3ZVhZUmo2OE1NUGRmTGtTV1ZrWkdqT25EbFhyV2ZjdUhGYXUzYXRWcTllclVHREJxbGR1M2FhTkdtUzR1UGp0WHo1Y2tWSFJ5czhQRnpseXBYVC92Mzd0WGZ2WHIzenpqdWVXMWllZWVZWkpTUWthUFBtelJvNGNLQWlJeU1sU2ZIeDhXcllzS0grL3ZlL3l6QU12Znp5eS9yZDczNm5OOTU0UTE5KythVmF0R2loTTJmT0tEWTJWdW5wNlpvOGVYS1JKejE2OE1FSHRYNzlldTNkdTFmRGh3OVgrL2J0bFpHUm9SMDdkbWpJa0NINjVKTlBpdkV2QWdCQXlkRzRjV09OR1ROR2l4Y3YxZ01QUEtDT0hUdnFsbHR1VVdwcXFyWnQyNmFHRFJ1cVI0Ly9mYjExY1hzSnE1azhlYkllZmZSUkxWMjZWRHQzN2xUejVzMTE5T2hSeGNYRmFjU0lFVnErZkhtaEV6SVd4akFNUGZ2c3MzcmtrVWYweGh0djZJNDc3bENsU3BVMGZmcDBQZlBNTTVvMmJacVdMVnVteG8wYkt5Y25SekV4TVVwT1R2Yk0rbXUzMnpWcjFpdzkrZVNUZXV1dHQvVGxsMStxZGV2V09uLyt2R0pqWXpWMjdGalZyMTlmWVdGaG1qNTl1bWJNbUtIZi92YTM2dGl4bzJyV3JLbWpSNDlxOSs3ZEtsKyt2RjU5OVZYUEdOeXJtVFJwa2g1OTlGR3RXTEZDdTNidFVzdVdMWFhpeEFuRnhjVnArUERoV3I1OCtYWHRZMWdMVjFKTEljTXdOSFBtVEUyYk5rME5HelpVZEhTMHZ2NzZhK1hrNU9qeHh4LzNyRmUrZkhrdFdyUkl2Ly85N3hVU0VxTDE2OWZyKysrLzl4eFVacytlWGVRRDNyV29WS21TM24zM1hkV3JWMC9mZlBPTlltTmo1WEE0OVBiYmIzdk5PdGUwYVZPOS92cnJhdDY4dWFLam8vWGRkOS9wcnJ2dTBrc3Z2VlRvZG0rNzdUWk5uejVkTldyVTBJWU5Hd3BjVGI2YzRPQmdqUjgvWHBJMGE5WXM1ZVRrS0N3c1RCOSsrS0dHRGgycXpNeE1yVjI3VnYvNXozOFVHQmlvV2JObWVVMnBYckZpUmIzLy92c2FNMmFNZ29PRHRXSERCa1ZGUmFsV3JWb2FNV0tFWjcxR2pScHA2ZEtsR2pac21NNmZQNjh2dnZoQzhmSHhjamdjV3Jod29lNi8vLzRpNzhPZ29DQXRXclRJYy9WODA2Wk5Pbjc4dUNaT25PajFidzBBUUduMDVKTlBhdWJNbVdyZXZMbDI3ZHFsTDc3NFFnY1BIbFRmdm4zMXdnc3ZlTllyYmk5aE5ZMGJOOWI3NzcrdnJsMjdLams1V2V2WHI1ZGhHRnF3WUlFY0RvZVViN0xLb21qZHVyVUdEaHlvMU5SVXpaMDdWNUxVdFd0WHZmZmVlK3JXclp1U2twSzBldlZxeGNURXFHblRwbnJ2dmZlOG50K3FWU3Y5NjEvLzBzQ0JBM1grL0htdFdiTkdlL2Z1VldSa3BMcDA2ZUpaYjhDQUFWcThlTEc2ZCsrdS9mdjNhODJhTlRwKy9MZ0dEaHlvcFV1WEZubDQwNlg3NFBUcDA5cTRjYU1rYWY3OCtlcllzV09SdDRPUzRkZExJTmVvZnJQd0hqTE1qNnRYQ3cxNzgyK3ZxRk5rZTErWEJLQ01pdDBkcHo5TWVrN0pKLzZiS3BkclZOS0J1SFcrcmduV0ZCNGUvclJoR0gvNzMzbENZM3BNVE13c1g5Y0VhNkxQd1kzMjBVY2Y2ZlhYWDljenp6ekQ5NFdpV0t6YzUzQWxGUUFBQUNpaDNHTnYyN1JwNCt0U2dCdUdrQW9BQUFCWTJQYnQyM1g4K0hHdlphWnA2djMzMzFkc2JLeWFOMit1VnExYSthdys0RVpqNGlRQUFBREF3cUtqbzdWa3lSSzFhdFZLRFJzMlZFNU9qdmJzMmFQazVHUlZxMVpOZi9uTFgzeGRJbkJERVZJQkFBQUFDK3ZYcjUvT25UdW5tSmdZclYyN1ZvWmhxSGJ0Mm5yd3dRYzFldlRvWCswNzdRRmZJYVFDQUFBQUZ0YWtTUlBObURIRDEyVUFOdzFqVWdFQUFBQUFsa0ZJQlFBQUFBQllCaUVWQUFBQUFHQVpoRlFBQUFBQWdHVVFVZ0VBQUFBQWxrRklCUUFBQUFCWUJpRVZBQUFBQUdBWmhGUUFBQUFBZ0dVUVVnRUFBQUFBbGtGSUJRQUFBQUJZQmlFVkFBQUFBR0FaaEZRQUFBQUFnR1VRVWdFQUFBQUFsa0ZJQlFBQUFBQllCaUVWQUFBQUFHQVpoRlFBQUFBQWdHVVFVZ0VBQUFBQWxrRklCUUFBQUFCWUJpRVZBQUFBQUdBWmhGUUFBQUFBZ0dVUVVnRUFBQUFBbGtGSUJRQUFBQUJZQmlFVkFBQUFBR0FaaEZRQUFBQUFnR1VRVWdFQUFBQUFsa0ZJQlFBQUFBQllCaUVWQUFBQUFHQVpoRlFBQUFBQWdHVVFVZ0VBQUFBQWxrRklCUUFBQUFCWUJpRVZBQUFBQUdBWmhGUUFBQUFBZ0dVUVVnRUFBQUFBbGtGSUJRQUFBQUJZQmlFVkFBQUFBR0FaaEZRQUFBQUFnR1ZZTHFRNnpkd0xocFRqZERxVmtaSGg2M0lBbEdFWm1abkt5Y21WVERsTnczWGUxL1VBS1Bub2N3QlloWlg3SE11RlZOUE0vcTlNWldSbVpTbmw3TSsrTGdkQUdYYjI1NTkxTVQxZGtySnlzbDNKdnE0SFFNbEhud1BBS3F6YzUxZ3VwQ2IvOE1NcFU3cVltWm1wL1FkK1ZGWld0cTlMQWxBR1pXZm5LQ0h4Z05MVDB5V1pXU2NPSjV6d2RVMEFTajc2SEFCV1lQVSt4M0loVlZLdVROZW5McGZMdGZyTGRkcWJrQ0NuMCtucm1nQ1VFYVpwS2pNclMvSDdFdlN2VC84dGw4dGxTdVkvSmVYNnVqWUFwUUo5RGdDZktTbDlqdDNYQlJRbU8rM3NQd0lxMWhpY2N2WnM1NmYrK0t5R0RoNm81czJhcWxMRkN2TDM5L2QxZVFCS3FRc1hMK3I0aVJQYXV5OVJHelp1MW9VTEZ5UkRPN0ovU2ZtcnIyc0RVSHJRNXdEd2haTFU1MWd5cEo0NGNTTDlscEFxVDlnTisxc25UNTN1OHM1N0g5aUN5NWVYZjRDL2JJWVZMLzRDS0ExeWMzT1ZucEd1N093Y21hWnB5dFFPcDVuNzFJa1RKOUo5WFJ1QTBvTStCNEF2bEtRK3g1SWhWWktPLzdCdlQ1WGJicnVuWWtDRm1TNlhjL0Q1QzJuK2t1RXZ5Yy9YdGNINlRKY3B3LzFuU1liTnVNb3pBRWt5WFpLeURTbkhOTXl2ZnNrOFB6azFLU25WMTFVQktIM29jM0E5NkhOd2JVcE9uMlBaa0NwSjV3NGYvdVdjTkQ0MHRPbnp3ZFhLaFRwTlZiZmJqUEsrcmd2V0YraHZOaXhudHoxa013ei9qQnpuZTFtNXhpRmYxd1RyeTNXYUdUYVpaOUp0MldkU0RoeEk4M1U5QUVvMytoeGNLL29jWEl1UzFPZFlPcVM2cGFRY1NFdEpVWnFrbjN4ZEMwcUdpSWdJMHpDTUpxWnBCcGIzOXp0NFlHL3NabC9YQkFCQVllaHpVRnowT1NqdEdQZ0FBQUE0RnhYT0FBQWdBRWxFUVZR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k3RDd1Z0RnZWprY2p2SXVsNnQ2L21XR1lZU1pwdWxuR0laTlVsaEVSRVM5L0k4N25jNlV1TGk0aXplOVdBQUFnR0tnejBGWlJFaEZpWmVibTl2VXo4OHY1dExsaG1HNC8vaEp2ajlMa213Mlc2U2tIVGVwUkFBQWdHdENuNE95aU50OVVlTHQyYk1uempUTitLS3ViNXBtNHU3ZHV3c2M3QUVBQUt5R1BnZGxFU0VWcFlIVE5NMlA5TDhEczB6VExMQkMvdVdtYVM2VDVMejVaUUlBQUJRYmZRN0tIRUlxU2dXWHk3VkswdmtpckhvK056ZjNpNXRRRWdBQXdBMUJuNE95aHBDS1VzRm1zNTJTdE9mU01SbjU1VDIyeCtsMEhyK1p0UUVBQUZ3UCtoeVVOWVJVbEFxN2QrOU9reFJ0bXFaTGViZTl1T1c3L2NXVUZKMlltSmppdTBvQkFBQ0toejRIWlEwaEZhV0YwelROYlpKK3VjSTY2WG5yNU56RXVnQUFBSzRYZlE3S0ZFSXFTZzJuMDdsTjBobjMzeStkWE1Bd2pQTTVPVG5iZlZVZkFBREF0YUxQUVZsQ1NFV3BFUmNYbHl3cHByRHhHbm5MWXZidTNYdk1GN1VCQUFCY0Qvb2NsQ1dFVkpRcXVibTVTeTczbU12bFduUnpxd0VBQUxoeDZITlFWaEJTVWFwa1pHUnNORTN6MUtYTFRkTThrNXFhdXM0M1ZRRUFBRncvK2h5VUZZUlVsQ29IRHg3TU1nempZL2V0TUlaaHlEQU1tYWE1TWlrcEtkUFg5UUVBQUZ3citoeVVGWVJVbERwT3AvTmowelN6M1gvUCsvTy9mVnNWQUFEQTlhUFBRVmxBU0VXcGs1R1JjVmhTWXI2empQdjkvUHdPK0xvdUFBQ0E2MFdmZzdLQWtJcFN4K1Z5cFVuYVlmNS9PM0p5Y3M3NnVpNEFBSURyUlorRHNvQ1FpbExuNE1HRFdYbGZacDB1S2RzMHpXMXhjWEVYZlYwWEFBREE5YUxQUVZsZzkzVUJ3Sy9CTUl5dGVWOTRIZXh5dWFKOFhROEFBTUNOUXArRDBvNHJxU2lWWW1OakV5VWRrblFrTGk0dXdkZjFBQUFBM0NqME9TanRTc1NWMU5EUXBoV0NxNVVMZFpwR2Ridk5LTy9yZWxBeVpEbk5HSnZNY3ZXYmhkL2g2MXBRTXVRNlhSbCtOcDIrcUt5VWxBTUgwbnhkRDRDeWdUNEgxNEkrQjhWVmt2b2NTNGZVNmkxYWhBUzc3TS9MTUFZWk1zclpURFBRTkV4TDF3enJTTTh4ODZhOTAwaGYxNEtTd2U1bk9BM0R5QWhSWUZadzA3WXJqNlNkbWEwVEo5SjlYUmVBMG9rK0I5ZURQZ2ZGVlpMNkhNc2VDT3MyYXRYUXorVTNYMUp2UTRiTjd1ZW5nSExsNU9mSEhjb0FmaDB1cDB0WjJWbkt6WFZLaHRtOGZzWHFIWEtEcWp5VmZHamZRVi9YQnFCMG9jOEJjTE9WcEQ3SGtpRzFkbTFIZVQrN2M3Rmg2QTUvZjMvZDFhdW5ITzNDVmVlVzJnb0pEdloxZVFCS3FmVDBkQjA3ZmtLNzk4UnI3Zm9OdHV6c25MNysvdmI1VW90N3BJVHNJbXdDQUs2S1BnZUFMNVNrUHNlU0lkVy9ndk9Qa3RrMU1EQklMMDEvVG5mMXVsTVZLb1RJL2FYRkFQQnJNVTFUUXdmZm85NTNkdGV6VTJjb1BUM3p6bHViK2YvdTZINzl3OWUxQVNnZDZITUErRXBKNlhNc2QwOUo3ZHExeTlzTTgzN0RNR3gzOSt1学习辅助9uZjFWc1dLRlRod0E3Z3BETU5RaFpBUTllcHhoNFlNdkZ1R0lUOC9hYndWajVjQVNoNzZIQUMrVkZMNkhFc1ZJMGtCRld2VWtHRUVsZ3NJVU52V3JSVE1iUzhBZkNBd01GQ09pTFlLREF5VUtTTzRUcE1tdFh4ZEU0Q1NqejRIZ0JWWXZjK3hYRWgxdW5LcXl6UURnNEtDRkZhemhxL0xBVkNHVlE4TlZZV1FZQmxTZ016QU9yNnVCMERKUjU4RHdDcXMzT2RZTHFUNjJmeURUVU4ydTkydWtKQVFYNWNEb0F3TENRNVdRRUNBVEVOMnUwMVZmRjBQZ0pLUFBnZUFWVmk1ejdGY1NBVUFBQUFBbEYyRVZBQUFBQUNBWlJCU0FRQUFBQUNXUVVnRkFBQUFBRmdHSVJVQUFBQUFZQm1FVkFBQUFBQ0FaUkJTQVFBQUFBQ1dRVWdGQUFBQUFGZ0dJUlVBQUFBQVlCbUVWQUFBQUFDQVpSQlNBUUFBQUFDV1FVZ0ZBQUFBQUZnR0lSVUFBQUFBWUJtRVZBQUFBQUNBWlJCU0FRQUFBQUNXUVVnRkFBQUFBRmdHSVJVQUFBQUFZQm1FVkFBQUFBQ0FaUkJTQVFBQUFBQ1dRVWdGQUFBQUFGZ0dJUlVBQUFBQVlCbUVWQUFBQUFDQVpSQlNBUUFBQUFDV1FVZ0ZBQUFBQUZnR0lSVUFBQUFBWUJtRVZBQUFBQUNBWlJCU0FRQUFBQUNXUVVnRkFBQUFBRmdHSVJVQUFBQUFZQm1FVkFBQUFBQ0FaUkJTQVFBQUFBQ1dRVWdGQUFBQUFGZ0dJUlVBQUFBQVlCbUVWQUFBQUFDQVpSQlNBUUFBQUFDV1FVZ0ZBQUFBQUZnR0lSVUFBQUFBWUJtRVZBQUFBQUNBWlJCU0FRQUFBQUNXUVVnRkFBQUFBRmdHSVJXV2RQLzk5OHZoY0NndExjM1hwUUFBZ0JKazFxeFpjamdjMnJadG02OUxLWmJUcDA5cndJQUJldUtKSjN4ZEN1QnpkbDhYQUJUVnJGbXo5TmxubjBtUy92V3ZmNmxaczJaWFhQLzgrZlBxMzcrL01qTXoxYjkvZjgyY09mTlhyL0hpeFlzS0RnNysxVjhISlZmcjFxMXZrM1F1UGo3K25LOXJBVkEwVFpzMnJSQVVGQlMyZS9mdWc1Sk1YOWVEMHVua3laTTZkZXFVMHRMU2xKdWJLN3Y5NXJUcEtTa3A2dHUzcjlleWdJQUFWYWxTUlMxYnRsU3ZYcjNVcDA4ZitmbjUzWkRYbzFkQ1VYQWxGU1hTcDU5K2V0VjFWcTVjcWN6TXpKdFNUMUpTa3U2Nzd6NzkvZTkvdnltdmh4TER6K0Z3VkdyVnFsWEQ4UER3MzBkRVJFVFo3Zlk5ZHJ2OXltZFlBRmhLWUdEZ3JUYWJiV2U3ZHUyaTJyVnI5MlNyVnEwYU9oeU9TdlJSdUpIYXRHbWplZlBtNllNUFByaHBBVFcvb0tBZ2RlalFRUjA2ZEZEejVzMWxHSVkyYnR5b3FWT25hdVRJa2ZyeHh4K3ZhL3YwU2lnT3JxU2l4S2xWcTViV3JWdW5DUk1tcUhMbHlvV3U0M1E2dFd6Wk10V3NXVk9uVHAzNjFXdEtTVW5Sd1lNSDFiSmx5MS85dFdCOUVSRVJ0UTNENkdTYVpnZlROQ1A5L2YzRERjT29tdmR3dW1seUlRWW9hVXpUOURNTW8yUGU3L1E1MHpSM3QydlhMdHJsY3Uxd3VWeGI0K0xpVHZ1NlJwUjhuVHAxOHRscjE2bFRSd3NXTFBCYWR1ellNUzFldkZpZmYvNjVIbjMwVWIzNzdydHEzcno1TlcyZlhnbkZ3UmxBM0hUWDI2QkhSRVFvT3p0Yi8vZC8vM2ZaZFRadDJxU1RKMCtxWGJ0MjEvVmFWdUJ5dVh4ZEFvckdyMjNidHZlRWg0ZC9hQmpHUnRNMEZ4bUdNVm5TbmZrQzZuWC8vd2ZnVzhiL1ZKVjBwMm1henhtRzhaN2RidDhjRVJIeFhuaDRlQjh1QUVDbDZGaGZ0MjVkelpneFE4OC8vN3d5TWpMMDdMUFBLanM3MjlkbG9Rd2dwSllSbjMvK3VSd09oK2JNbWVPMTNPVnlxV2ZQbnVyUW9ZUE9uei92OWRqY3VYUGxjRGkwWThjT3o3TFUxRlM5K2VhYkdqWnNtRHAzN3F4dTNicHB6Smd4V3J0MmJZSFgvUHJycitWd09QVG1tMjhxT2pwYXc0Y1BWL3YyN2ZYdHQ5OTYxdG01YzZjZWYveHhkZXZXVGQyNmRkTlRUejJscEtTa0s3NlgvdjM3cTF5NWNscStmTG1jVG1laDYzejg4Y2NLREF4VW56NTlDbjA4SnlkSFgzenhoY2FORzZlK2ZmdXFZOGVPR2pKa2lENzg4TU1DSHl4cGFXbGFzR0NCaGcwYnBpNWR1dWpPTysvVUUwODhvVE5uemlndExVME9oME8vKzkzdkpFbXJWcTJTdytHUXcrRlFmSHk4WnhzcEtTbWFPWE9tMTJzdFdyUkl1Ym01WHEvMTZxdXZ5dUZ3YU92V3Jmcm9vNDkwMTExM3FVT0hEa3BMUzlQRWlSUGxjRGdLM2RlU2RPKzk5NnBUcDA3NjVaZGZycmovY0dNMGF0U29YRVJFUlBXV0xWdmVIaEVSOFdaRVJNUkpQeisvMVRhYmJiUnBtazBsVlRGTjA4ODBUYmwvOUw4RzE5ZWxBN2dPbC94TzJ5UlZsZFRNTUl3eE5wdHRmVVJFeE9HSWlJaFh3c1BET3pScjFxeGFpeFl0QW54ZE0vNi9kZXZXNmFHSEhsS1hMbDNVdlh0M1RaZ3dRZnYzN3krdzNvNGRPelJwMGlRTkdqUkluVHAxVXQrK2ZmWHl5eS9yd29VTFh1dGRxZGRKVFUyVncrSFF3dzgvckl5TURNMlpNMGQ5Ky9aVnAwNmROSHIwYUsvK1NubTlnc1BoMEpneFk3eVdqeGd4UWc2SFExbFpXVnEyYkptR0RSdW1UcDA2YWRDZ1FaY2QvcFNjbkt6bm4zOWV2WHIxVXVmT25UVjY5R2g5Ly8zM21qTm5qaHdPaHpadDJsU3MvZWJ1Z1U2Y09LRTFhOVo0bGhlbG55cEtyMVNjdmd4bEEyZjd5b2piYjc5ZHlqdm81cmR2M3o1UE9OMitmYnQ2OSs3dGVXelhybDBLQ2dwU2VIaTRKT240OGVNYU4yNmNUcDQ4cWNhTkcydkFnQUZLUzB0VGRIUzBwazJicHIxNzkycnk1TWtGWHZ2TW1UT2FQSG15dW5idHFqWnQyaWdrSkVUSys2Q1lObTJhYkRhYk9uZnVyRXFWS21uUG5qMTY3TEhINU8vdmY5bjNVcUZDQmZYcjEwK3JWcTNTZi83ekgvWHMyZFByOGYzNzkydjM3dDI2OTk1N0x6c3dmK1BHalpveFk0YWFObTJxSGoxNnlPVnlhZVBHalhyampUZmtkRHIxeUNPUFNKSXlNelAxNktPUDZxZWZmbEprWktRNmQrNnNsSlFVUlVkSDYrZWZmMWE5ZXZVMGN1UkluVDU5V3Q5Kys2MGFOR2lnRGgwNlNKS3FWYXNtNVgxUWpCMDdWaWtwS2VyY3ViUHExS21qMk5oWXZmMzIyenA0OEtCZWVlV1ZBdlZ0MnJSSlgzLzl0WHIzN3EzVTFGUVpocUhCZ3dkcjgrYk5XcjkrdmZyMzcrKzFmbUppb280ZVBhbytmZnFvVXFWS2w5MTN1RzUrYmR1MmRVaTYzYy9QcjdXa0RnRUJBVTBOdy9EUEgwVHpjNGRTOTJONXdiVmRlSGg0dVp0ZVBYNDFwbWsyTXY3M2oyMDRuYzRHNGVIaFBYeGRFMjZvK29aaGVHYU51ZlQzK3BJLzF6VU1ZNHBoR0JQS2x5Ky96elROSGVIaDRYdWRUdWQvNHVQajk5NzB5dUV4ZCs1Y0xWbXlSTldyVjllQUFRTjA4ZUpGYmRxMFNUdDM3dFM3Nzc2ckZpMWFTSGxoOGZISEgxZFlXSmphdDIrdjRPQmc3ZGl4UXl0V3JOQ0pFeWYwMWx0dkZkajI1WG9kNVExQkdqOSt2TTZlUGF1T0hUdnE4T0hEU2t4TTFQang0L1hwcDUrcVhyMTZSYXAvM3J4NVdyTm1qU0lqSTFXN2RtMXQzYnBWcjczMm1vS0RnM1hQUGZkNDFqdDQ4S0IrKzl2ZktpMHRUYTFidDladHQ5Mm13NGNQNittbm4xYlRwazJ2ZWY4TkhEaFFXN2R1MVpZdFczVHZ2ZmRLUmV5bi9QMzlyOW9yRmJVdlE5bEJTQzBqcWxXcnB1Yk5teXN4TVZIbnpwMVRsU3BWSkVsUlVWRXFYNzY4QWdNRHRXM2JOazlJVFU5UDEvNzkrOVcxYTFkUFlKdzZkYXBPbmp5cENSTW02S0dISHZKc095VWxSV1BHak5Fbm4zeWlybDI3cW5QbnpsNnYvZFZYWDJuR2pCbTYrKzY3UGN2T25qMnJtVE5ueXQvZlh3c1hMbFRyMXEybHZETnBMNzMwa3I3ODhzc3J2cDlSbzBacDFhcFYrdlRUVHd1RTFJOC8vbGlTZE45OTkxMzJxbUxObWpXMWNPRkNPUndPejdJSEgzeFF3NGNQMTZlZmZ1bzVHRzdac2tVLy9mUlRnZG1CTXpJeXBQOU5wcUVwVTZabzU4NmQrdmJiYjlXbVRSdE5tVExGNjdXbVRadW1sSlFVelo0OVczZmRkWmNrS1RjM1Z4TW5UdFNHRFJzMFpNaVFBbU5RdnZycUt5MVpza1QxNjlmM0xMdjk5dHRWdFdwVlJVVkY2Y0tGQzE0ZmdPNnJxNE1IRDc3aWZzTzFNaFVjWUxzcklpSmlvcVRta3FxYnBobVFGMG9LaE5PclhDME5zTmxzTDBySytaV0x4azFrbW1aNVNZWWsrZm41alpSMDk5V2ZoWkxDTkUyN2FacmxMdjNkdnR6dmV0NHhJZEF3RElla2RqYWJMY3N3akZNUkVSSDdzbk5kOFJkelRHNnB1TW1pb3FLMFpNa1N0VzdkV20rOTlaYm5NM1QzN3QwYU8zYXMvdnJYdityOTk5K1hKUG43KzJ2cTFLa2FQSGl3WjBiYm5Kd2NqUmd4UWxGUlVVcE9UbGFkT25XOHRsOVlyNU9hbWlybG5VanUxNitmRml4WUlMdmRMdE0wTlgzNmRLMWR1MVlyVnF6UXhJa1RpL1Flb3FPanRYejVjbFd0K3I4UkpKOTk5cGxtelpxbGp6LysyQ3VrdnZEQ0MwcExTOU9VS1ZNMGN1Ukl6L0xseTVjWGVtSzhxQm8zYml4Sk9ucjBxR2RaVWZxcG92UktSZTNMVUhad3UyOFo0cjZhdW5QblRzK3lyVnUzcWsyYk5tcmV2TG1pbzZNOXkyTmpZK1YwT2ozUDJidDNyK0xqNDlXOGVYTTkrT0NEWHRzTkRRMzFmS2ZYeXBVckM3eHVyVnExTkdEQUFLOWxhOWFzVVVaR2hvWU5HK1lKcU1yN1lQalRuLzUweFN1cHlqdFF1bTlGUG56NHNHZjV6ei8vcksrKytrcnQyN2YzSEV3TEV4NGU3blVnbEtSYmI3MVZEUm8wME9uVHAzWHg0a1VwNzBOSmVXZEI4d3NLQ2xKUVVOQVZhMVMrL2RhalJ3OVBRSlVrdTkydUJ4NTRRSkswZWZQbUFzL3IzYnUzVjBCMVAyZkFnQUhLeWNueGVvN0w1ZEw2OWV0VnMyWk5kZXpZOGFvMTRWcTVERW5sSkFXNHcwaHhia0c2cEprTk1FMHprSjlTOVNOSlR0TTBYZWIvK0xvZWZtN2dqMkVZMTNUTGJyNWpoTjB3akJCSllZYWhJQkZSYjdxbFM1ZEtrcDUvL25tdms3emg0ZUZxMjdhdDR1TGlQS0d5VXFWS0dqcDBxTmRYcnZqNys2dExseTZTNU5WM3VCWFc2N2paN1haTm5qelpNMk92WVJqNnpXOStJMGs2Y09CQWtkL0QrUEhqUFFGVmtnWU5HcVNRa0JEOThNTVBudmtyRWhNVGxaaVlxS1pObTNvRlZPWGROcHkvNXlvdWQ5L2pQbEd2WXZSVFYzT2p0b1BTZ3l1cFpValhybDIxYU5FaTdkaXhRMzM2OUZGYVdwcjI3ZHVuaVJNbnl1Vnk2ZnZ2djlleFk4ZFV0MjVkVDVCMUg1RGo0dUlrU2QyNmRTdjB6TEg3dG8zQ0RyWnQyclFwOEJ6MzlycDM3MTVnL2ZMbHk2dGV2WG82ZVBEZ0ZkL1BxRkdqdEd2WExuMzY2YWY2MDUvK0pFbjY5Ny8vclp5Y0hOMS8vLzFYM1I4WExselFqaDA3RkJjWHAyUEhqaWs1T2RrekhqWXpNMVBCd2NHNi9mYmJWYWxTSmExZnYxNi8vUEtMSG43NFlVVkdSaFo1WEtIN2ZhYW5wMnZldkhsZWo3bXY4aVluSnhkNFh0dTJiUXZkM3FCQmcvVFJSeDlwdzRZTm5yTzF1M2J0MHBrelp6UjI3RmpaYkp4MytuVVl1cGh0ZnJVdlBuWml5NVl0bXdjRUJIUTNES09WYVpvZERNTm9KU25vTXJmOWVkMFdhQmlHRE1QSWNybGNmNUswenlkdkJiK0tuSndjdzkvZi8xYlRORzJtYVNZWmhzRWdxbExFTk0zNk5wdHR2cVNnUzVaTGhWeFJ6ZnQ3cm1tYVAwamE0WFE2NDB6VC9ENHVMbTVYL1diaFhXWElPejNnVnhjWEZ5ZTczYTROR3pab3c0WU5Ybys1aHowbEp5ZDd2alVnTnpkWHNiR3hpbzJOMWRHalIzWHMyREg5OU5OUFVsNlBjS25DZWgyM09uWHFGUGcyZ2x0dXVVWEtHNjlaVkpmT2ltdTMyeFVXRnFhREJ3OHFQVDFkSVNFaG5qR2VkOXh4UjZIYmFOYXNtZGVjR2NYaDdsc3VIVlpVbEg2cUtHN1VkbEE2RUZMTGtKWXRXNnB5NWNxZWNhblIwZEZ5dVZ6cTJyV3JaNmEycUtnbzFhMWJWN3QyN1ZLREJnMVVxMVl0S2Q4dEt6VnExQ2gwMis0emU1ZE9LS0M4SzYyWE9uZnVuQ1FwTEN5czBPMWQ3VXFxOGc3QXRXclYwcG8xYXpSKy9IZ0ZCZ1pxeFlvVkNnc0x1K3pCMlczVHBrMTY4Y1VYbFphV3ByQ3dNRFZvMEVCdDI3WlZXbHFhVHA0ODZXazhLbFdxcE1XTEYydk9uRG1LaW9yU3RtM2JWTDkrZmYzeGozOVUxNjVkcjFxamU3OXQzNzVkMjdkdkwzU2RyS3lzQXN2Y1l6UXUxYkJoUTdWbzBjTHJsdDkxNjlaSmVRRVd2enB6Mzc1OUNaSVM2dGV2SDFpeFlzVlFQeisvaHFacERwWTB3bWF6MWRIbHg2bTV1UXpEaUltTmpZMjZ5YlVEdUVadDI3WnRhWnFtcTdDeHFHNzVIdnZaNVhLdGtyUkMwcjdzN095VWhJU0VnaCtPdUdtY1RxZW5QMW04ZVBGbDEzTi9IaWNsSmVtWlo1NVJVbEtTS2xhc3FFYU5HcWxCZ3dieTkvZFhiR3hzb2YvK2hmVTZidm12M0xvRkJnWkt4WnpCdjdDUTV0Nk91NmF6Wjg5S1YralhydWY3Vi9mdS9kK1E2dnpqV292YVQxM05qZG9PU2c5Q2FobGlzOW5VcVZNbnJWdTNUcWRQbjFaVVZKVHExYXVudW5YclNua0gyRzNidHVudXUrL1cvdjM3TldyVUtNOXozUWZHTTJmT0ZMcnRuMy8rV1NyazdKb3VNMmJISFVKVFUxTTlyMS9ZOXE3RXo4OVBJMGVPMU55NWM3Vm16UnBWcVZKRktTa3BtakJoZ3RjdE9wZEtUVTNWbi8vOFp3VUZCZW1UVHo3eHVpMzQwVWNmMWNtVEo3M1dyMSsvdnQ1NjZ5MGRPblJJbjN6eWlWYXRXcVVKRXlab3dZSUZuaXZJbDFPK2ZIbEpLakNPOTJxdWRFVjAwS0JCZXVXVlY3UnAweWIxNjlkUDMzenpqZHExYTFkZ2ZBeCtYVWxKU1ptU2t2TitOa3VhRkJFUjBWZlNnNUx1TUF5am9tbWF3WVpoMk9ROWNSS2Z0RUFKWTdQWlRFbWUzOTE4Z2RRbEtVUFNlVWt4VHFkenljV0xGMWNkUEhpdzRObEgrSXlmbjU4Q0FnSmtzOW4wM1hmZlhmVnVxQmRlZUVGSGpoelI3Tm16MWFkUEg4LzY4K2JOVTJ4c2JLSFBzY3JNN2U0UWVya3J0TzZMQk1WbG1xWm5TTmVkZDk0cFhVTS9kVGszYWpzb1hiZzNzSXpKUHk0MUtpcks2MnBncDA2ZHRIUG5UdTNhdGN0clBLb2t6NHgzVzdkdUxYUzd1M2J0a3E1d20rcWxHalJvNFBXOC9JNGRPNlpUcDA0VmFUdERoZ3hSWUdDZ1ZxOWVyZFdyVnlzd01GQkRoZ3k1NG5QMjdkdW45UFIwOWVuVHgrdEFtSnViZThXdnYybllzS0dtVHAycTU1NTdUcEs4Sm5keWZ6aGRla2JVdmYyWW1KZ2l2WitpNk5ldm53SUNBclIrL1hwOS8vMzNTa3RMWThJa2EzREZ4c2F1alkyTi9ZM05aZ3MzVFhPMHBKZE4wOXdnNmF5N3dUV3Mwc2tBS0RLWHkyVzR4NkliaGlIVE5GTk4wL3pXTUl3NWtoN0p6YzJOakltSnVXZlBuajNMQ0tqVzFMaHhZMlZtWmhiNmRUUDVaV1JrS0Q0K1hvMGFOZEpkZDkzbEZUNS8vUEhIbTFEcDlYSFBaNUYvL2hHMzNOeGN6ekNrNGxxNGNLRVNFeFBWcWxVcmRldldUYnFHZnVweXZkSzE5bVVvM1FpcFpVeVhMbDFrR0lhKy9QSkxuVDU5Mm5PZ1VWNUl2WERoZ2o3NzdETUZCZ1lxSWlMQzgxajc5dTNWc0dGRHhjZkg2OE1QUC9UYTV2SGp4elYvL256WmJEYmRkOTk5UmFyRC9mMmxTNVlzOFRyb1g3aHdRWC81eTErSy9INHFWcXlvQVFNR0tERXhVVkZSVWVyZnY3OHFWcXg0eGVlNHIrSWVPblRJYS9uOCtmTUxmRmZzd1lNSEN5eHozN2FULzVZWjkyekpSNDRjOFZvM01qSlNvYUdoMnJKbFM0SHZOelZOVSt2WHJ5L3llM1dyVUtHQ2V2VG9vZTNidCt1TEw3NVFjSEN3MTFjSHdmZDI3ZHFWRWhzYiszbHNiT3dMVHFkenRHbWF2U1JOTmsxelI5NlZGd0FsakdFWUxwZkxGZXR5dVo1M09wMjljbkp5N2pjTVkxcHNiT3kvNCtMaUNrNHVBRXR4VDJyMDZxdXZGcGo1UHlVbHhYUFMzTS9QVDM1K2ZqcDE2cFRYMWNndFc3Wm95NVl0TjducTR1dlNwWXVDZzRPMWRldFdyKzlDZGJsY2V2UE5OM1hpeElsaWJlL0lrU09hT25XcUZpNWNxS3BWcTNyTkRseWNma3BYNkpXS3V4MlVEZHp1VzhaVXJseFpyVnExMHZidDIxVytmSG12SU9xZUdUWXFLa3BkdW5UeEdoZHFHSVplZnZsbC9lNTN2OU1iYjd5aEw3LzhVaTFhdE5DWk0yY1VHeHVyOVBSMFRaNDhXYzJhTlN0U0hlM2F0ZFBkZDkrdE5Xdlc2T0dISDFhSERoMVV2bng1ejFqWWhnMGJGamhZWGM2b1VhUDAyV2VmeVRUTklvWGsxcTFiS3l3c1REdDI3TkFqanp5aXBrMmJLaUVoUVdscGFXcldySm5YV2RaZHUzYnB6VGZmVkpjdVhWU3JWaTJkTzNkT0d6ZHVWR0Jnb0lZUEgrNVo3OVpiYjFYTm1qVVZGeGVuOGVQSHEzTGx5aG85ZXJTYU5tMnE2ZE9uNjVsbm50RzBhZE8wYk5reU5XN2NXRGs1T1lxSmlWRnljckxYckw5Rk5XalFJSzFmdjE2Yk5tM1N2ZmZlNnhtVEFzdHh4c1hGblpaMFd0SWVTWDlyMmJKbEkwbFh2NThkZ0dWa1ptWWVEUWdJaUl5UGp6K1EvN1pmbEJ6RGh3L1hOOTk4bzVpWUdBMGRPbFR0MjdkWHRXclZkT3pZTVczZnZsMWp4b3lSdytGUVFFQ0FldlRvb1crKytVYWpSbzFTbHk1ZGRPclVLZTNjdVZQZHUzY3ZkRVorS3drT0R0YWtTWlAwNG9zdmF0S2tTZXJjdWJOQ1EwTVZIeCt2dExRMDllblRSeHMyYkNqMDl1VGp4NC9ycWFlZWt2SW1LanA1OHFUKys5Ly9TcEphdFdxbFYxNTV4VE5YaVlyWlQra0t2Vkp4dDRPeWdTdXBaZER0dDk4dXA5T3BqaDA3ZWwwTnJGcTFxcG8wYWFMYzNGeXZXMzNkR2pWcXBLVkxsMnJZc0dFNmYvNjh2dmppQzhYSHg4dmhjR2pod29WRm1sRTN2eGt6WnVpcHA1NVM5ZXJWRlIwZHJkMjdkMnZBZ0FHYU8zZHVzV2FwdmUyMjJ4UVpHWG5WcjUxeEN3b0swcng1ODlTdFd6Y2RPWEpFNjlhdFUrM2F0Zlh1dSs5NnhwQzZoWWVIcTBPSER0cTllN2VXTFZ1bTJOaFk5ZTdkV3g5OTlKSFh4QUYydTEydnZ2cXFtamR2cnAwN2R5b21Ka2JseXBXVDhtWlZmdSs5OTlTdFd6Y2xKU1ZwOWVyVmlvbUpVZE9tVGZYZWUrOFZhNSs1ZGV6WTBUTXBBaE1tbFN6Nzl1MDd1Ry9mUGtJcVVJSWNPSEFnTFQ0K2ZqOEJ0ZVN5MisxNjY2MjM5UGpqajZ0eTVjcmF2SG16dnZycUs1MDdkMDVQUFBHRTUydmhKT25QZi82emhnOGZydHpjWEgzeHhSZTZjT0dDM243N2JhL1BmU3NiTkdpUTVzeVpveFl0V21qWHJsM2F2SG16bWpScG9pVkxsbmhtR1hiM0tQbWxwNmNyS2lwS1VWRlJTa2hJa0dFWTZ0ZXZuMTUvL1hWOThNRUhYZ0ZWeGV5bmRJVmVxYmpiUWRsZ3ViRlI5WnVGOTVCaGZseTlXbWpZbTM5N1JaMGkyL3U2Sk1CeUxsNjhxTDU5KzZwbXpacGFzV0tGcjhzcHRXSjN4K2tQazU1VDhvbi9wc3JsR3BWMElHNmRyMnNDVUxMUjU4Q1hubjc2NmYvSDNwMEhSMVhtK3gvL25IUW5CSm9FR1pLQUlTb2dxNElReUc4RXBqRElJb29qS3FLSXUrQ01Hd080WFJ3UldSUnhud0VGUVFZVVNrQkFMNHFpUUJBRnZDQ0xBZ0VTZGxCaTJBS0c3RXQzbjk4Zk4rbExFeElTUVBwSjhuNVZUUTE5K25UM04xMnArTHlUYzA1cjllclZtanQzcnBvM2J4N29jUkJnSnE5eitFc3FVQWt0V2JKRXVibTV1djMyMndNOUNnQUFxQVN5c3JMMDAwOC95ZVZ5cVVtVEpvRWVCeWdUa1FwVU1sbFpXZnJvbzQ4VUhoNnV2bjM3Qm5vY0FBQmdrR1hMbHBYNDNQcTh2RHlOR2pWS09UazV1dTIyMjg3cjgxS0JpNEh2VUtDUytQenp6N1Z1M1RvbEppYnE4T0hEZXVXVlZ6aFhBd0FBK0prOWU3YkdqQm1qOXUzYnEwR0RCc3JJeU5ER2pSdVZucDZ1Tm0zYTZJa25uZ2owaU1CWkVhbEFKWkdUazZOVnExYXBRWU1HR2pkdW5HNjg4Y1pBandRQUFBd3pjT0JBTFZ5NFVEdDM3dFQ2OWVzVkdocXF4bzBiYTlDZ1FlclhyNTlDUWtJQ1BTSndWa1FxVUVuY2M4ODl1dWVlZXdJOUJnQUFNRmg4Zkx6aTQrTURQUVp3WGpnbkZRQUFBQUJnRENJVkFBQUFBR0FNSWhVQUFBQUFZQXdpRlFBQUFBQmdEQ0lWQUFBQUFHQU1JaFVBQUFBQVlNNi9mcmNBQUNBQVNVUkJWQXdpRlFBQUFBQmdEQ0lWQUFBQUFHQU1JaFVBQUFBQVlBd2lGUUFBQUFCZ0RDSVZBQUFBQUdBTUloVUFBQUFBWUF3aUZRQUFBQUJnRENJVkFBQUFBR0FNSWhVQUFBQUFZQXdpRlFBQUFBQmdEQ0lWQUFBQUFHQU1JaFVBQUFBQVlBd2lGUUFBQUFCZ0RDSVZBQUFBQUdBTUloVUFBQUFBWUF3aUZRQUFBQUJnRENJVkFBQUFBR0FNSWhVQUFBQUFZQXdpRlFBQUFBQmdEQ0lWQUFBQUFHQU1JaFVBQUFBQVlBd2lGUUFBQUFCZ0RDSVZBQUFBQUdBTUloVUFBQUFBWUF3aUZRQUFBQUJnRENJVkFBQUFBR0FNSWhVQUFBQUFZQXdpRlFBQUFBQmdEQ0lWQUFBQUFHQU1JaFVBQUFBQVlBempJdFZqdTdNc3FkRGo4U2czTnpmUTR3Q294bkx6OGxSWTZKWnNlV3pMbXhIb2VRQlVmcXh6QUpqQzVIV09jWkZxMndXSFpDczNMejlmYWNkUEJIb2NBTlhZOFJNbmxKMlRJMG41aFFYZWxFRFBBNkR5WTUwRHdCUW1yM09NaTlTVVhidU8yRkoyWGw2ZWR1emNyZno4Z2tDUEJLQWFLaWdvVkZMeVR1WGs1RWl5ODFQM0phVUdlaVlBbFIvckhBQW1NSDJkWTF5a1NuTEw5czd6ZXIzZUw3OWVvbTFKU2ZKNFBJR2VDVUExWWR1Mjh2THp0WFY3a21iUCsxUmVyOWVXN0ptUzNJR2VEVUNWd0RvSFFNQlVsbldPRmVnQnppUTZPcnBXU0hqVWNzdFNwL3BSa2VwNzZ5MXExYktGNm9TSEtUZzRPTkRqQWFpaXNyS3o5VnRxcXJadFQxYkNpcFhLeU1pUUxYdDl3Y2xqMTZlbXB1WUVlajRBVlFQckhBQ0JVSm5XT1VaR3FpUTFiSDUxVzZmbGZNK3kxTm5oY0FTNWF0VlNjRWl3Z2l3VC8vZ0xvQ3B3dTkzS3ljMVJRVUdoYk51MlpXdUR4M1lQUHJocis0WkF6d2FnYW1HZEErQmlxMHpySEdNalZaTHFObWxTSnp3azdKVWdTN2ZhVXJCa0JVdHlCSG91bU0vMjJyNXZibHVTRldUMHR6cU1ZWHNsRlZoU29WZjIwcE81R2MrbEh6aVFIdWlwQUZSTnJITndybGpuNE54VW5uVk9wZmlPam9ob0VlYXFWeVBDWTF1UnppQ3JWcURuZ2ZscU9MMVgxbkFHUFJCa1djRzVoWjdwK2U2Z3ZZR2VDZVp6ZTd5NVFiS1A1UVFWSEV2YnVUTXowUE1BcUI1WTU2Q2lXT2ZnWEZTbWRVNmxpRlNnb21KalkrTXR5L3JFdHUxUVNiZHQyclJwWmFCbkFnQUF1QkJZNTZDcTQ4UUh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nlCSGdBNFh4MDZkS2psOVhvalQ5MW1XVllEMjdZZGxtVUZTV29RR3h0N3hhbjNlenlldE1URXhPeUxQaXdBQUVBRnNNNUJkVVNrb3RKenU5MHRIQTdIejZkdnR5eXIrSitmblBKdlNWSlFVTkNmSlcyNFNDTUNBQUNjRTlZNXFJNDQzQmVWM3BZdFd4SnQyOTVhM3YxdDIwN2V2SGx6aVIvMkFBQUFwbUdkZytxSVNFVlY0TEZ0KzJQOTd3OW0yYlpkWW9kVHQ5dTJQVitTNStLUENRQUFVR0dzYzFEdEVLbW9FcnhlN3hlU01zcXhhNGJiN2Y3cUlvd0VBQUJ3UWJET1FYVkRwS0pLQ0FvS09pSnB5K25uWkp5cTZMNHRIby9udDRzNUd3QUF3UGxnbllQcWhraEZsYkI1OCtaTVNUL2F0dTFWMFdFdnhVNDUvTVdXOUdOeWNuSmE0Q1lGQUFDb0dOWTVxRzZJVkZRVkh0dTIxMGs2V2NZK09VWDdGRjdFdVFBQUFNNFg2eHhVSzBRcXFneVB4N05PMHJIaTI2ZGZYTUN5ckl6Q3dzTDFnWm9QQUFEZ1hMSE9RWFZDcEtMS1NFeE1USkgwODVuTzF5amE5dk8yYmRzT0JtSTJBQUNBODhFNkI5VUprWW9xeGUxMnp5cnRQcS9YKzUrTE93MEFBTUNGd3pvSDFRV1JpaW9sTnpkM2hXM2JSMDdmYnR2MnNmVDA5Q1dCbVFvQUFPRDhzYzVCZFVHa29rclpzMmRQdm1WWmM0c1BoYkVzUzVabHliYnRoUWNPSE1nTDlId0FBQURuaW5VT3Fnc2lGVldPeCtPWmE5dDJRZkh0b245L0d0aXBBQUFBemgvckhGUUhSQ3Fxbk56YzNIMlNray81TGVNT2g4T3hNOUJ6QVFBQW5DL1dPYWdPaUZSVU9WNnZOMVBTQnZ2L2JDZ3NMRHdlNkxrQUFBRE9GK3NjVkFkRUtxcWNQWHYyNUJkOW1IV09wQUxidHRjbEppWm1CM291QUFDQTg4VTZCOVdCTTlBREFIOEV5N0xXRkgzZ3RjdnI5YTROOUR3QUFBQVhDdXNjQUtpY3JOalkyT1d4c2JFYk9HSUFBQUJVTWF4elVLVlpnUjZnUENJaVdvUzU2dFdJOE5oV3BEUElxaFhvZVZBNTFBcFI3eURaTmJJS3JJV0JuZ1dWZzl2anpYVUU2V2kyOHRQU2R1N01EUFE4QUtvSDFqazRGNnh6VUZHVmFaMWpkS1JHWG5WVmJaZlgrWUlzcTQ4bHE0WnNPOVMyT0VRWjVXVVhmWDliZHFBblFTVmh5Mk5aVnE0dE85LzJhdUV2bWNmR0t6VTFKOUJqQWFpYVdPZmcvTERPUVFWVm9uV09zWkY2V2RQV1Z6cWNqc21TZWxpV0ZlUjBPQlJTbzRZY0RvNW9BUERIOEhxOHlpL0lsOXZ0a1czYlhra0o3a0wzNEpTOTIvY0VlallBVlF2ckhBQVhXMlZhNXhnWnFkSFJIV3FGaEh1K3NTeGRGeHdjckJ1Nlg2OE83ZHNwcG1HMGFydGNnUjRQUUJXVms1T2pnNytsYXZPV3JmcG1XWUlLQ2dvbDIwN1l2NlB3cjFKU1FUbWVBZ0RPaW5VT2dFQ29UT3NjSXlQMWloYnRSbGlXUGJabXpacEJZMGMrcnh1NmQxTllXRzBWZjJneEFQeFJiTnRXVm5hMlZ2MndSdjgxWXBSeWN2SThYdGxQL2Jwank3dUJuZzFBMWNBNkIwQ2dWSloxam5ISGxFUkhSOWNLc3V5N0xjc0t1dm5HbnJycGhoNEtEdy9qQnplQWk4S3lMSVhWcnEzdVhhL1RiYmZjTE11U3d5SDl3OFNmbHdBcUg5WTVBQUtwc3F4empCcEdra0xDbzZKa1dhRTFRa0xVdGsxcnVUanNCVUFBaElhR3FrTnNXNFdHaHNxVzVZcHAzdnpTUU04RW9QSmpuUVBBQkthdmM0eUxWSSszTUZLMkhWcXpaazAxcUI4VjZIRUFWR09SRVJFS3ErMlNKWVhJRG8wSjlEd0FLai9XT1FCTVlmSTZ4N2hJZFFRRnUyeExUcWZUcWRxMWF3ZDZIQURWV0cyWFN5RWhJYkl0T1oxQnFodm9lUUJVZnF4ekFKakM1SFdPY1pFS0FBQUFBS2kr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TRBTEp6czVXUVVIQldmZWJNMmVPTm0zYWRGRm1xcWlFaEFRdFdMQWcwR09nR2lOU3E3Rng0OGFwUTRjT1dyZHVYYUJIcVpDalI0K3FkKy9lZXZ6eHh3TTlTcGtxNi9zTEFBRDhaV2RuS3lVbHhYZTdZOGVPbWo5L3ZpU3BzTEJRYTlldTlkMDNZOFlNZGV2V1RXNjN1OHpubkRwMXF0YXNXZU83blo2ZVh1Ny9sZlhjYnJkYjJkblordjMzMzNYa3lCRWRQSGhRdTNmdlZtSmlvdGF2WDYrVksxZnE2NisvMXZ6NTh6Vmp4Z3kvcjZ2WSt2WHI5ZTIzMzViNy9jbk16TlNtVFpzMGYvNTh6Wnc1czl5UEEwcmpEUFFBUUVVZFBueFlSNDRjVVdabXB0eHV0NXpPaS9OdHZIVHBVcjN3d2d0KzIwSkRROVdvVVNQMTZ0VkxBd1lNVUhCdzhFV1pCUUFBWER6anhvM1Q5dTNiOWZISEh5c3NMRXdlajBlMmJVdVMzbm5uSFMxY3VGQ2ZmZmFaR2pac3FPVGtaRjF6elRVVlhwOTA3OTY5M1B2KzV6Ly9VV3hzckNUcCtlZWYxK3JWcStWMnU4OGF4cFpsS1RRMFZEVnIxdlQ5cjJuVHBvcUppVG5yYTM3eXlTY3FLQ2hRWGw2ZWZ2LzlkNTA0Y1VLSERoMVNTa3FLVHA0ODZkdlA2WFNxZi8vK0NnME5MZmZYQTV5T1NFV2xjODAxMTJqU3BFbUtqSXk4YUlGNnF1am9hRFZwMGtRZWowZUhEeC9XamgwN3RHUEhEcTFhdFVxVEowOVdTRWpJUlo4SkFBRDhjWVlNR2FMKy9mdHIxS2hSZXVlZGQzemJseTFicHZuejUydk1tREZxMkxDaENnb0tsSmlZcUwvLy9lL245RHFQUHZxbzR1UGpTNzMveUpFamV1cXBwL3kyUGZqZ2crcmV2YnRxMUtpaDRPQmdoWVNFS0NRa1JIbDVlWHI4OGNkMTk5MTM2NUZISGxITm1qVlZvMGFOYzVwTGt0NSsrMjNWcWxWTFlXRmhDZzBObGN2bFVuaDR1SzY5OWxwZGNza2xxbHUzcnVyVnE2ZUlpQWhmd0FQbmlraEZwZFN4WThlQXZYWjhmTHllZmZaWjMrMWR1M1pwNk5DaDJyUnBrejc5OUZQZGM4ODlBWnNOQUFCY2VBMGFOTkNycjc2cVAvM3BUMzdiTDd2c01nMGVQRmgvL2V0ZnBhTERaSE56YzdWLy8zNzk1ei8vOGR2WDVYSXBMaTVPVzdac2tZb09FOTZ4WTRjKy9mUlRYWFBOTmI3WGFkR2lSYWx6MUtwVnE4UzI4UEJ3dVZ3dVNaSnQyOHJQejFkK2ZyNDJiTmdnMjdZVkhSMnRwS1NrVXAremFkT21pb3FLVWxwYW1vNGVQU3BKK3YzMzM1V1RrK043WFBGZldvY05HNmJiYjcrOW5POGFjTzZJVkFTTTErdFZVRkRsUHkyNmVmUG1ldkxKSnpWcTFDaDkvLzMzUkNvQUFGWElqei8rcUk4Ly90aHZtOWZyMWZ6NTg3VjY5V3BKMGs4Ly9hUTMzM3hUaXhjdmxzdmxVbkp5c3BLVGt5VkpCdzhlbE1QaFVKczJiV1RidHQ1KysyM2Y4NnhaczBacjFxelIwS0ZESlVtN2QrLzJQZWVaSER0MnJNUzJsU3RYYXVyVXFYN2JiTnRXZG5hMmdvT0RTOXgzdXVlZmYxNDMzWFNUUHYvOGM3My8vdnQrOTkxLy8vMlNwTmRmZjczTTV3QXVOQ0lWWjdSa3lSTE5tVE5IZS9ic1VYQndzTnExYTZmSEgzOWNMVnUyOU50dnc0WU5tamR2bm5idDJxV2pSNCtxVHAwNmlvK1AxNUFoUTFTN2RtM2ZmcSsvL3JybXo1K3ZkOTk5Vi92MjdkT3NXYk4wL1BoeGZmLzk5L0o0UE9yZXZidGF0MjZ0S1ZPbWFOS2tTVXBJU05ESmt5ZlZ0R2xURFIwNlZQL3YvLzAvMzNPbHBhV3BWNjllYXR1MnJXYk1tQ0VWWFd5Z0lzOVJMQ1VsUlpNblQ5YTZkZXVVazVPaks2KzhVbzgvL3JqV3JsMnJ1WFBuNnEyMzN0TDExMTkvMXZlcitMZWV4YitCTE11NXZHY09oME5UcGt6UnJsMjdGQm9hcXA0OWUrcXBwNTQ2cjhOMkFBREEyZFdwVTBmTm16ZjMzVTVJU0pBazFhOWYzMjk3V2xxYXZ2MzJXOTF4eHgwYVBueTRiM3Zmdm4xMTlkVlg2K1dYWDVZazN5K3o0K1BqZGRkZGQrbkpKNStVSkUyWU1FRUxGaXpRZi8vM2YxZG92bnZ1dWFmRUw4aG56SmloYWRPbWFkYXNXV3JXckZtNW5tZlFvRUY2NktHSEpFbTMzWGFiWW1KaTlONTc3MG1TSEE2SEpPblFvVU5sL2xWV1JYOTFEUThQcjlEWEFKeU9TRVVKRXlaTTBLeFpzeFFaR2FuZXZYc3JPenRiMzMzM25UWnUzS2hwMDZicHFxdXVrb3ArR0QvMjJHTnEwS0NCNHVMaTVISzV0R0hEQm4zMjJXZEtUVTMxL1dBNzFYZmZmYWZseTVlclI0OGVTazlQbDJWWnZ2czhIby8rOFk5LzZQang0N3IyMm11MWI5OCtKU2NuNngvLytJZm16WnVuSzY2NDRxeXpWK1E1OXV6Wm8wY2VlVVNabVpscTA2YU5talJwb24zNzltbllzR0ZsSG1wekpzVVhEQWdMQ3l0enYzTjV6OWFzV2FPRkN4Y3FMaTVPWGJwMDBabzFhN1Jnd1FMbDUrZHIxS2hSRlpvVEFBQlVUS3RXcmRTcVZTdTUzVzY5OGNZYlNrOVBseVJsWldVcE56ZFhUei85dElLRGd6VjY5R2g1UEo0U3Y3QStldlNvZXZUb1VhN1hldUdGRjlTblR4L2Y3VjkvL1ZValI0N1V1SEhqRkJNVG84ek1UQzFjdUZBTkd6YVVKRDMzM0hOYXYzNTlpZWZKeXNwU1VGQ1FIbm5ra1hLOWJ1UEdqZlhSUngvSjZYVHFsMTkrMGFGRGh4UVRFMVBpMmgvVHAwL1g5T25UeTN5dThlUEg2NFliYmlqWDZ3S2xJVkxoWiszYXRabzFhNWJhdEdtajk5NTd6L2VYdmMyYk4ydlFvRUY2ODgwMzllR0hIMHFTZ29PRE5XTEVDTjE2NjYyKzM3QVZGaGJxemp2djFOcTFhNVdTa2xMaWFuRkxseTdWckZtejFLaFJJOSsyNGgvMnljbkp1dkhHR3pWbHloUTVuVTdadHEyUkkwZnFtMisrMFdlZmZhYW5uMzc2clBOWDVEbEdqeDZ0ek14TURSOCtYSGZkZFpkdis0SUZDL1RhYTY5VjZIMWJ1blNwSkNrdUxxN00vYzdsUFZ1NGNLSGZMd2YyN3QyckFRTUdhUEhpeFJvMmJKanExS2xUb1ZrQkFFREY3TisvWDJQSGpsVktTb3FtVFp1bSsrKy9YdzBiTnRUU3BVdTFiZHMyL2RkLy9aZSsvUEpMUlVSRTZNQ0JBNzdIcGFXbEtUYzN0MXhYenoyVDNOeGNiZHUyVFhsNWVWTFJMOE1mZU9BQjMvMERCdzcwTzBjMEx5OVBvMGVQVnBNbVRVcGNZS2tzcDU3citzMDMzMGhGdjRCLzQ0MDNOR1RJRU4rVmVwOTc3am5WcmwxYmI3enhoaFl2WHV6M0hPdldyZFB3NGNOMTJXV1huZFBYQ3B5S1NJV2ZPWFBtU0VXL3lUdjEwTk4yN2RxcGJkdTIyckpsaTlMVDAzWEpKWmVvVHAwNjZ0dTNyOS9qZzRPRDFibHpaODJiTjAvNzl1MHI4VU81UjQ4ZWZvRjZLcWZUcWVlZWU4NzNXenZMc25UUFBmZm9tMisrMGM2ZE84czFmM21mby9oY2tSWXRXdmdGcWlUZGVlZWRXcng0c2JadTNWcm1hK1huNSt1MzMzN3pIWnBUcDA0ZDNYdnZ2V1UrNWx6ZXMzNzkrdmtDVlpLdXZQSktkZXJVU1QvODhJUDI3dDJyOXUzYmwrT2RBUUFBNTJMMjdObWFPSEdpbWpWcnBnOC8vTkQzMytsMjdkcHA4T0RCR2pKa2lHYk1tS0Zubm5sR2RlclUwVXN2dmFTc3JDelZybDNiZDE1cXExYXR6dmpjU1VsSkdqNTh1Ty9qWjE1OTlWVy84eitMcjVMN3dBTVArQjE5cHFKZ3ZPMjIyL3kydmZ6eXk4ck96dFlUVHp6aHQzWW9UV2hvcU45SHhiamRibjN4eFJlS2lvcFNibTZ1bGk1ZHFxU2tKTDM3N3J1U3BCbzFhcWhkdTNiS3pzN1dpUk1uL0k1UVMwNU9Wbmg0ZUlXUFJnUE9oRWlGbjhURVJEbWRUaVVrSlBqT3VTaVdrWkVoRlozSGVja2xsMGhGUDh3MmJkcWtUWnMyNmRkZmY5WEJnd2UxZi85K3FlaTNlYWRyMjdadHFhOGRFeFBqZTk1aXhZZXpaR1ptbG12KzhqNUhjWUJlZDkxMVozeWVsaTFibGhxcGMrZk8xZHk1Yy8yMlJVVkY2ZTIzMzFaRVJNUlpaNnpvZTNiMTFWZVgyRmJSOXdVQUFKeWJSbzBhYWRDZ1FSbzRjS0FLQ3dzMWFkSWtQZjc0NCtyVXFaTWFObXlvNmRPbnkrdjE2azkvK3BOU1VsS2tvcXY4ZHV2V1RSczJiRkRObWpYVnBFa1RxV2dOOWYzMzMrdUhIMzVRVmxhV2Z2enhSelZvMEVBMzNuaWpWUFNMOHRhdFcvdGUrOUNoUTNyMzNYZjEyR09QcVg3OStuNXpuYjQrbURkdm5qNy8vSE5KOHZzVWdySU1IanhZRHovOHNPLzJva1dMbEorZnIvajRlQjA2ZEVodnZ2bW1IbnZzTVMxWnNzUzNUMHhNakdKaVl2VGRkOS81em1HVnBPWExsNnQ3OSs1VjRxS1lDRHdpRlQ0ZWowZFpXVmxTMFFuM3BjblB6NWNrSFRod1FNODg4NHdPSERpZzhQQndOVzNhVkkwYk4xWndjTEEyYmRwMHhzL0lxbGV2WHFuUGUrcGZib3NWLzNiUDYvV1c2MnNvNzNNY1AzNWNLb3JMTXlucjgxY2pJeU4xMldXWHllRndxRzdkdW9xTGk5UE5OOTljcmcrdFBwZjM3RUs4THdBQTROeTBhTkZDOWV2WDE0RURCL1RsbDEvcTQ0OC8xci8rOVM4VkZCUm96NTQ5a3VUN0JYbHh3Q1VrSktoYnQyNWF1WEtsT25mdTdEdkZaOWFzV2Zyc3M4OTB5U1dYeU9GdzZQYmJiOWZ6enovdk80LzF1dXV1ODd2UTQ4NmRPL1h1dSsrcWMrZk9hdHEwYWFrekxsdTJURys5OVpZazZaWmJidEdnUVlQTytuV2RHcGdxT285MTZ0U3B1dlhXVzMzcndXYk5tbW5ldkhtcVhidTJYbnZ0TmQvNm8xZXZYdnI4ODg5MTMzMzN5ZWwwK2s1WkdqOStmSVhmWCtCTWlGVDRPQndPaFlTRUtDZ29TRC84OEVPSncwcE9OM3IwYVAzeXl5OGFQMzY4ZXZiczZkdC8wcVJKMnJScDB4a2ZZOHB2MTRvanRMUy9SUDcrKysrbFByWkhqeDdsL2czbDZjN2xQUU1BQUlFemZmcDB6WjgvMzIvYjZlZDdEaGd3d0xjMnVPR0dHelJyMWl4OThjVVhTa2xKOFYyOVY1S3V2LzU2eGNmSDY5cHJyMVgzN3QwVkhoNHV5N0owNHNRSlNWTGR1blg5MWlZNU9UbSsvejkxdTh2bDhxMnB2djc2YTQwYU5VcXRXN2ZXaVJNbmRQTGtTYi96WWt2amRydjlicytmUDE5WldWbTY5OTU3L1Q2MkppSWlRb2NQSDVaT2lmSCsvZnRyOXV6WldyaHdvZnIyN2F0Smt5YXBTNWN1NVRyRUdDZ1BJaFYrbWpWcnB1M2J0MnZIamgybG5qK2hvaFA1dDI3ZHFtYk5tcFc0Z3R2dTNic3Z3cVRucC9pODJJMGJOK3JCQngvMHU4L3RkaXN4TWZHQ3YyWmxmODhBQUtpT0JnOGVyRUdEQm1ua3lKRktUVTNWQng5ODRQdkw2TDU5Ky9URUUwL29tbXV1OGUzZnQyOWZ6Wm8xUytQR2pWTlVWSlRmUjlsMTZ0VHBqSyt4ZCs5ZU9Sd09PUndPZGUzYXRjVDlweDZTSzBsZmZ2bWxvcU9qTlczYU5FMlpNa1dkTzNmV20yKytxWWNlZWtnYk4yN1VybDI3enZwMVpXZG4rOTF1MjdhdC92YTN2NTN4MUtYaWRVcnhJY2YxNnRYVGd3OCtxSC8vKzk5S1NrclMvdjM3OWVxcnI1NzFOWUh5SWxMaHAzZnYzdHErZmJ0ZWYvMTFUWmd3d2UvS3NXbHBhZnJsbDEvVW9VTUgzdy9TSTBlT0tETXowL2ZSSzZ0WHJ5N3pRNmhOMGJselo3bGNMcTFaczBiZmZmZWQ3ejhnWHE5WEV5ZE9WR3BxNmdWL3pjcituZ0VBVUIyNVhDNnRXN2RPNjlldlY1OCtmUlFXRnFaYXRXcXBvS0JBa3lkUFZ0T21UZFd6WjAvZi9wZGVlcWs2ZCs2c1ZhdFdxVy9mdmdvT0RqN3JhK3pldlZ0Tm1qVHhmZjc1cUZHanpuZ0JvcVNrSkwzeXlpdSsyNy8rK3F2dXUrOCtEUmt5eEJmT2ZmcjBLZGVWZlcrNjZTYS8yeDA2ZEZDN2R1M091Tys2ZGV0VXQyNWROVzdjMkxkdDBLQkJXckpraVJZdFdxU2hRNGZxOHNzdlArdHJBdVZGcE1KUHYzNzk5TzIzMytybm4zOVczNzU5RlJjWHAzcjE2dW5nd1lOYXYzNjlCZzRjcUE0ZE9pZ2tKRVJkdTNiVnQ5OStxd0VEQnFoejU4NDZjdVNJTm03Y3FQajRlSzFjdVRMUVgwcVpYQzZYbm4zMldZMFpNMGJQUHZ1c09uWHFwSWlJQ0czZHVsV1ptWm5xMmJPbkVoSVN6bnJJYzBWVTl2Y01BSURxcW5QbnpucjY2YWMxYytaTXJWaXhRbmZlZWFmMjdObWovZnYzYStiTW1YN3JoWlVyVitxSEgzNlFpZzZodmVtbW04NzZFVFRmZi8rOU9uZnU3THQ5MldXWG5URlNUejlOYWV6WXNTWFdLcDk4OG9rKytlU1RjL282aTBQM1ZObloyVnE4ZUxHdXUrNDYzMnNWRkJSb3dvUUordVdYWHhRVkZhWHAwNmVyVWFOR3BWNlFFcWdvSWhWK25FNm4zbnZ2UGMyYU5VdExsaXpSeXBVcjVYSzVkT21sbCtyeHh4OVh2Mzc5ZlB1KzlOSkxxbHUzcmxhdVhLbXZ2dnBLclZxMTB2dnZ2NisxYTlkV2l1QXEvbTNvakJrejlOTlBQeWswTkZRZE8zYlUwS0ZEOWRGSEgwbEZsMXEva0NyN2V3WUFRSFVVR2hxcWUrKzlWM2ZjY1lmR2poM3IrOHo0dUxnNHY3RGJzbVdMWG5qaEJVVkZSZW5KSjUvVW1ERmo5T1NUVDJyS2xDbTY5TkpMZmZ0NVBCNFZGaGJLc2l4dDI3Wk5LU2twNnQyN2Q0WG5PdE12MDN2MzdsM2lWS1l6K2Z2Zi8xNnUxL2p3d3crVmtaSGgrM3pXdFd2WDZxMjMzdExodzRmMThzc3ZLejQrWHNPSEQ5ZFRUejJsdm4zNzZ0RkhIeTNYcHgwQVpibHdmeWE2UUJxMWJOZFZsajAzc2w1RWc0bHZ2NmFPZjQ0TDlFaW9ob1lORzZiVnExZHI3dHk1YXQ2OGVhREhRWUJzMnB5b0ljOCtyNVRVUStueWVnY2MySm00cEJ3UEE0QlNzYzZwbkFvS0NyUisvWHJObmoxYjY5ZXZWN3QyN1hUdHRkZHE5dXpaeXM3TzFwUXBVNVNhbXFyeDQ4Zkw1WEpweG93WnV2enl5N1ZreVJLTkdERkN0V3ZYMW9nUkl4UVdGcVpWcTFicDBLRkRXcjE2dFY1NDRRVXRXN1pNSjArZTFDZWZmS0xVMUZUZGNzc3RwVjVvMHJadDJiYnRPeWYxZEhmZmZiZGlZbUowNTUxM252VnJHajU4dUI1ODhNRVM1N3RLMHJoeDQzVHc0RUhkZmZmZGV1YVpaOVNuVHgvZGNzc3Rldi85OS9Yenp6K3JUWnMyR2oxNnRPOGFIMjYzV3hNbVROQ2NPWE1VR2hxcXFWT24rbjJVRHN4azhqcUh2NlFDcDhuS3l0SlBQLzBrbDh2bCsxd3pBQUJRUGIzMzNudWFPM2V1OHZMeTFLSkZDNzhyOVBmdjMxOWZmLzIxdG0vZnJva1RKNnB4NDhaNisrMjNmZWRuM25qampRb0pDZEdvVWFNMFljSUVQZlhVVTFxMmJKa2NEb2U2ZGV1bUxsMjZhTTZjT2ZyblAvL3A5NXJQUFBQTUdUOXladGV1WFhyNzdiZkxuSGYxNnRWYXUzYnRXYit1TTMwMisrbWlvcUlVR3h1cjRjT0g2OWRmZjlYUm8wYzFjdVJJOWVuVHh5K2tuVTZubm5ubUdYWHUzRm5yMXEwalVISGVpRlJVVzh1V0xWUG56cDM5UG9jMEx5OVBvMGFOVWs1T2p1Njk5OTR5UHk4VkFBQlVmVzNidHBWdDIrclJvMGVKVHo2b1U2ZU9CZ3dZb0tOSGorclFvVU1hTW1TSWF0V3E1YmRQdDI3ZDFMaHhZNlducHlzMk5sWTlldlR3dTMvT25EbSswNHVpbzZQMTAwOC9sVHBMWEZ5Yzdybm5ubEx2UDlkelVVODNZc1FJMzcrblRac215N0xVdkhsemZmNzU1MlZlcjZOVHAwNmxYc0VZcUFoVzRLaTJacytlclRGanhxaDkrL1pxMEtDQk1qSXl0SEhqUnFXbnA2dE5telo2NG9rbkFqMGlBQUFJc0M1ZHVxaExseTVsN2hNVkZhWG5uMysrMVB0UHZTcnU2UzcwOVM4dXRGT2o5RUplVUJJb0M1R0thbXZnd0lGYXVIQ2hkdTdjcWZYcjF5czBORlNOR3pmV29FR0QxSzlmUDRXRWhBUjZSQUFBQUtEYUlWSlJiY1hIeHlzK1BqN1FZd0FBQUFBNHhaa3ZIUVlBQUFBQVFBQVFxUUFBQUFBQVl4Q3BBQUFBQUFCakVLa0FBQUFBQUdNUXFRQUFBQUFBWXhDcEFBQUFBQUJqRUtrQUFBQUFBR01RcVFBQUFBQUFZeENwQUFBQUFBQmpFS2tBQUFBQUFHTVFxUUFBQUFBQVl4Q3BBQUFBQUFCakVLa0FBQUFBQUdNUXFRQUFBQUFBWXhDcEFBQUFBQUJqRUtrQUFBQUFBR01RcVFBQUFBQUFZeENwQUFBQUFBQmpFS2tBQUFBQUFHTVFxUUFBQUFBQVl4Q3BBQUFBQUFCakVLa0FBQUFBQUdNUXFRQUFBQUFBWXhDcEFBQUFBQUJqRUtrQUFBQUFBR01RcVFBQUFBQUFZeENwQUFBQUFBQmpFS2tBQUFBQUFHTVFxUUFBQUFBQVl4Q3BBQUFBQUFCakVLa0FBQUFBQUdNUXFRQUFBQUFBWXhDcEFBQUFBQUJqRUtrQUFBQUFBR01RcVFBQUFBQUFZeENwQUFBQUFBQmpHQmVwNFJWc3dnQUFGNnRKUkVGVUh0dWRaVW1GSG85SHVibTVnUjRIUURXV201ZW53a0szWk10alc5Nk1RTThEb1BKam5RUEFGQ2F2YzR5TFZOc3VPQ1JidVhuNStVbzdmaUxRNHdDb3hvNmZPS0hzbkJ4SnlpOHM4S1lFZWg0QWxSL3JIQUNtTUhtZFkxeWtwdXphZGNTV3N2UHk4clJqNTI3bDV4Y0VlaVFBMVZCQlFhR1NrbmNxSnlkSGtwMmZ1aThwTmRBekFhajhXT2NBTUlIcDZ4empJbFdTVzdaM250ZnI5WDc1OVJKdFMwcVN4K01KOUV3QXFnbmJ0cFdYbjYrdDI1TTBlOTZuOG5xOXRtVFBsT1FPOUd3QXFnVFdPUUFDcHJLc2M2eEFEM0FtMGRIUnRVTENvNVpibGpyVmo0cFUzMXR2VWF1V0xWUW5QRXpCd2NHQkhnOUFGWldWbmEzZlVsTzFiWHV5RWxhc1ZFWkdobXpaNnd0T0hycytOVFUxSjlEekFhZ2FXT2NBQ0lUS3RNNHhNbElscVdIenE5czZMZWQ3bHFYT0RvY2p5RldybG9KRGdoVmttZmpIWHdCVmdkdnRWazV1amdvS0NtWGJ0aTFiR3p5MmUvREJYZHMzQkhvMkFGVUw2eHdBRjF0bFd1Y1lHNm1TVkxkSmt6cmhJV0d2QkZtNjFaYUNKU3RZa2lQUWM4Rjh0dGYyZlhQYmtxd2dvNy9WWVF6Yks2bkFrZ3E5c3BlZXpNMTRMdjNBZ2ZSQVR3V2dhbUtkQStEaXFqenJuRXF4Y28rSWFCSG1xbGNqd21OYmtjNGdxMWFnNTRINWFqaTlWOVp3QmowUVpGbkJ1WVdlNmZudW9MMkJuZ25tYzN1OHVVR3lqK1VFRlJ4TDI3a3pNOUR6QUtnZVdPY0F1QmdxMHpxblVrUXFVRkd4c2JIeGxtVjlZdHQycUtUYk5tM2F0RExRTXdFQUFBQTRPMDU4QU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1NWjZBR0E4OVdoUTRkYVhxODM4dFJ0bG1VMXNHM2JZVmxXa0tRR3NiR3hWNXg2djhmalNVdE1UTXkrNk1NQ0FBQUFLQk9SaWtyUDdYYTNjRGdjUDUrKzNiS3M0bjkrY3NxL0pVbEJRVUYvbHJUaElvMElBQUFBb0p3NDNCZVYzcFl0V3hKdDI5NWEzdjF0MjA3ZXZIbHppYWdGQUFBQUVIaEVLcW9DajIzYkgrdC9BMVMyYlpmWTRkVHR0bTNQbCtTNStHTUNBQUFBT0JzaUZWV0MxK3Y5UWxKR09YYk5jTHZkWDEyRWtRQUFBQUNjQXlJVlZVSlFVTkFSU1Z0T1AvZjBWRVgzYmZGNFBMOWR6TmtBQUFBQWxCK1JpaXBoOCtiTm1aSit0RzNicTZMRGU0dWRjcGl2TGVuSDVPVGt0TUJOQ2dBQUFLQXNSQ3FxQ285dDIrc2tuU3hqbjV5aWZRb3Y0bHdBQUFBQUtvQklSWlhoOFhqV1NUcFdmUHYwaXloWmxwVlJXRmk0UGxEekFRQUFBRGc3SWhWVlJtSmlZb3Frbjg5MFhtclJ0cCszYmR0Mk1CQ3pBUUFBQUNnZkloVlZpdHZ0bmxYYWZWNnY5ejhYZHhvQUFBQUFGVVdrb2tySnpjMWRZZHYya2RPMzI3WjlMRDA5ZlVsZ3BnSUFBQUJRWGtRcXFwUTllL2JrVzVZMXQvaVFYOHV5WkZtV2JOdGVlT0RBZ2J4QXp3Y0FBQUNnYkVRcXFoeVB4elBYdHUyQzR0dEYvLzQwc0ZNQkFBQUFLQThpRlZWT2JtN3VQa25KcC93MWRZZkQ0ZGdaNkxrQUFBQUFuQjJSaWlySDYvVm1TdHBnLzU4TmhZV0Z4d005RndBQUFJQ3pJMUpSNWV6WnN5ZmZ0dTExa25Ja0ZkaTJ2UzR4TVRFNzBITUJBQUFBT0R0bm9BY0EvZ2lXWmEyUmRFeVN5K3YxcmczMFBBQUFBQUNBNnMyS2pZMWRIaHNidTRFakJnQUFBSURLd3dyMEFPVVJFZEVpekZXdlJvVEh0aUtkUVZhdFFNK0R5cUZXaUhvSHlhNlJWV0F0RFBRc3FCemNIbSt1STBoSHM1V2Zsclp6WjJhZzV3RUFBS2lPakk3VXlLdXVxdTN5T2wrUVpmV3haTldRYllmYUZvY29vN3pzb3U5dnl3NzBKS2drYkhrc3k4cTFaZWZiWGkzOEpmUFllS1dtNWdSNkxBQUFnT3JFMkVpOXJHbnJLeDFPeDJSSlBTekxDbkk2SEFxcFVVTU9CMGR1QXZoamVEMWU1UmZreSszMnlMWnRyNlFFZDZGN2NNcmU3WHNDUFJzQUFFQjFZV1NrUmtkM3FCVVM3dm5Hc25SZGNIQ3didWgrdlRxMGI2ZVlodEdxN1hJRmVqd0FWVlJPVG80Ty9wYXF6VnUyNnB0bENTb29LSlJzTzJIL2pzSy9Ta2tGZ1o0UEFBQ2dPakF5VXE5bzBXNkVaZGxqYTlhc0dUUjI1UE82b1hzM2hZWFZsbVVaT1M2QUtzUzJiV1ZsWjJ2VkQydjBYeU5HS1NjbnorT1YvZFN2TzdhOEcralpBQUFBcWdQampwMk5qbzZ1RldUWmQxdVdGWFR6alQxMTB3MDlGQjRlUnFBQ3VDZ3N5MUpZN2RycTN2VTYzWGJMemJJc09SelNQMHo4ZVFrQUFGQVZHYmZvQ2dtUGlwSmxoZFlJQ1ZIYk5xM2w0dkJlQUFFUUdocXFEckZ0RlJvYUtsdVdLNlo1ODBzRFBSTUFBRUIxWUZ5a2VyeUZrYkx0MEpvMWE2cEIvYWhBandPZ0dvdU1pRkJZYlpjc0tVUjJhRXlnNXdFQUFLZ09qSXRVUjFDd3k3YmtkRHFkcWwyN2RxREhBVkNOMVhhNUZCSVNJdHVTMHhta3VvR2VCd0FBb0Rvd0xsSUJBQUFBQU5VWG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HS1A5eUJBd2NDUFlMUzB0TDAzSFBQS1NVbHBjUjlpeFl0MHVUSmsvMjJ6WjA3VjNQbXpDbjErYkt5c3BTVmxWWHEvZW5wNldYZUR3QUFBT0RNaUZSY01FbEpTUm85ZXJUY2JyZHYyNDgvL3FnNzdyaEQzMzMzWFluOTkrelpvNGNlZWtqNzl1Mzd3MmZMemMzVmloVXJsSkdSVWVLK1hidDJhZVBHalg3YkVoTVR0V25UcGxLZjcvbm5uOWVJRVNOS3ZmL2hoeC9XYTYrOWRwNVRBd0FBQU5XUE05QURvT3JJemMzVjExOS9yZURnWUYvQVhYdnR0V3JmdnIxZWVlVVZYWFBOTmFwWHI1NGs2ZVRKazNyNjZhZDE5T2hSblRoeFFrMmFOUEU5ejg2ZE96VnYzcnh6bmlNdUxrNjllL2N1YzUrdnZ2cEtQLzc0b3lRcE9UbFo2ZW5wZXZIRkYzMzNKeVltU3BKdlcwaElpRjU2NmFWem5na0FBQUJBK1JDcHVHQTZkT2lnd1lNSGE4S0VDV3JXckpudXV1c3VXWmFsRjE5OFVYZmRkWmZlZmZkZGpSNDlXaDZQUjhPSEQxZHFhcXBlZSswMXhjWEYrVDNQMGFOSHRYVHAwbk9hSVM4dlR6VnIxanhycEJZVUZDZ25KMGVTVkZoWUtLL1g2N3N0U1I2UFI3WnQrN1o1UEo0S3plSDFlczlwZmdBQUFLQzZJMUp4UWQxMzMzMDZjZUtFcnJ2dU90KzJLNjY0UXYvNjE3L1V0bTFiU1pMRDRWQ0hEaDEwL2ZYWHEwZVBIaVdlbzB1WEx2cWYvL21mQ3IvMjBhTkhkZE5OTjhucC9MOXY2K0lBTFN3czlOM096ODlYbno1OTFMZHZYMG5TVzIrOXBhU2tKTDN6emp1K3gvM3puLytVMiszV20yKytXYTdYM3JwMXF5Wk5tdVM3ZmV6WU1hMWZ2MTZQUGZhWTMzNlBQdnFvWW1OaksveTFBUUFBQU5VRmtZcnp0bi8vZnQxMzMzMSsyeFlzV0ZDdXgwNmNPTkgzNytuVHA2dGx5NVorOTY5ZXZWcHQyN1pWZUhqNFdaK3IrSytkd2NIQnZtMlBQUEtJdG0zYjVyczljT0JBU1ZLM2J0MDBkdXhZNWVmbnEyUEhqbXJWcXBYUzA5TjkrL1hvMFVPMmJTczlQVjFPcDFPMWE5ZldpUk1uOU1NUFAwaEZRUndVRktSRml4WkprdXJYcjYvbzZHamY0N2R0MnlhWHkrWGJscDJkcmVYTGw2dGZ2MzdsZWw4QUFBQ0E2b3BJeFhuemVEekt5OHZUelRmZlhDSXl5MlBmdm4xYXVIQmhpVU5rZi9ubEZ6Mzk5Tk1LQ1FsUm56NTlkTys5OXlvbUpxYk1PVlIwL21peG9VT0g2dVRKazFxNmRLa1NFaEkwYk5nd3hjVEVLQ29xU2hNblR0VDgrZlBQT2wrclZxMzA4Y2NmNitEQmczcjExVmNseVhkeHFPTGJVNmRPOVR0bmRjMmFOZXJRb1lQdm5OYURCdzlxK2ZMbEZYeG5BQUFBZ09xSFNNVUY4NWUvL0VXOWV2V3E4T05XcjE2dGhRc1hsdGgreFJWWGFNR0NCWm94WTRZKysrd3pMVml3UUQxNjlOREREeitzRmkxYWxOaS8rSkRlVS8rUzJyNTllMG5TakJrenBLTHpacSs2NmlxcDZPSkpMVnEwMEwvKzlhOVNaM3YvL2ZlMVo4OGVTVkxidG0xOUYxc2FQSGl3SEE2SEpreVljTWJIRlJZVytzVXlBQUFBZ1BJaFVuSGVuRTZuSWlNakZSb2FxclMwTkMxYnRxeGNqM000SE9yZnY3OXExS2loeU1oSXY3Z3MxcWhSSTQwZE8xYVBQdnFvUHZqZ0EzMzk5ZGRLU0VoUTc5Njk5ZkxMTC92dGU2WklsYVRVMUZRbEpTVkpralp1M0tqdzhIRGZYMlR6OC9OMThPREJVbWZNek13czE5ZHl1cnk4UE5Xb1VlT2NIZ3NBQUFCVVowUXF6bHVqUm8yMFpNa1NTZEwyN2R2OUxpQjBKbDZ2VndVRkJRb09EbGIvL3YzMTV6Ly8yZmY0MGpSczJGQmp4b3pSd3c4L3JNbVRKNnRWcTFZbDlpaytCUGYwdjJBbUpDUW9QRHhjR1JrWit1S0xML1RwcDUvcXd3OC9sQ1NscEtUNGZmVE02VEl6TTlXNGNlTXlaenZUSEhsNWVRb0xDNnZRNHdBQUFBQVFxYmpBcnI3NjZsS3Z6T3QydTdWbzBTSk5telpOdG0yWHVQSnRlVFJxMUVodnZQR0c3L2EyYmR1MGRPbFN0V25UUnBHUmtkSnBrVnBRVUtDNWMrZXFhOWV1V3JSb2tWNTg4VVg5KzkvLzF2ang0eFVaR2FtV0xWdHE1c3lacGI3ZTY2Ky9ycTFidDVZNTA5NjllMzJmcTZxaWl5VHBsSE50SmVuMzMzK1hKSzFmdjE2Wm1abnEwcVdMSWlJaUt2ejFBd0FBQUZVZGtZcUxZdG15WlpvMGFaTFMwOVAxMEVNUGFjQ0FBUW9ORFQybjU5cXhZNGNTRWhLMGZQbHlwYVNrS0Nnb1NLMWJ0L1lkN250cXBINysrZWRLUzB0VDc5Njl0V2pSSXRXb1VVUHZ2UE9PUWtKQ05IbnlaRzNmdmwxLytjdGZTbjB0dDl1dFpzMmFsVG5QVHovOTVIZHVhdkVGbkw3NTVodDk5OTEzdnUyaG9hRmF2SGl4Rmk5ZXJFYU5HaEdwQUFBQXdCa1FxVGh2aHc4ZjlnVmlhVjUvL1hYVnExZFBreVpOVXAwNmRYVHMyTEVTK3dRSEI2dEJnd1lsdHR1MnJXM2J0bW5GaWhWYXNXS0ZVbEpTWkZtV09uVG9vUHZ2djEvZHUzZFgzYnAxdFdyVktxa29Cb3ZObkRsVFhidDI5WHZlZXZYcVNaS2lvcUxVdFd0WFBmamdnNUtrNU9Sa3ZmNzY2M3JycmJkOEFibHMyVEtkT0hHaXpLL3RycnZ1MGwxMzNlVzdQV3JVS0gzMTFWZHlPQnlhUDMrK0dqWnNXT2JqQVFBQUFQd2ZJaFhuYmRpd1lkcTllL2RaOTB0UFQvY0Y0WmswYWRMRTkvbXFoWVdGMnJoeG8xYXVYS252di85ZXg0NGRrMlZaYXRldW5lNjk5MTUxNzk3ZEY1dkY4dkx5cE5NaXRYbno1dnI3My85K3h0ZDcrT0dIL1c0Zk9uUklrdFNwVXlmZmM3UnAwNmJVZWIxZXI3WnUzYXExYTlmcW1tdXVVY2VPSFhYOCtIRXRYYnBVdDk5K3UxYXRXcVVaTTJabzVNaVJaMzF2QUFBQUFQd3ZJaFhuN2FXWFhsSk9UazZaK3p6NzdMTnExYXFWQmcwYVZPbytOV3ZXbENUTm5qMWJVNmRPOVozYmVmWFZWK3YrKysvWERUZmM0RHZ2OUV6UzA5TWxTYlZxMWZKdEd6MTZ0T3JVcVZQaUNyNS8rY3RmZkZGN3V0SU8vMTJ6Wm8xU1UxTzFZY01HN2R1M1QwZU9ITkdhTld2a2REcDluNUg2OHNzdnkrUHg2S0dISHRMbGwxK3VpUk1ucW12WHJ1clNwVXZwYnc0QUFBQUFIeUlWNTYzNGMwZkxFaHdjckhyMTZpa3VMdTZzKzlhdlgxL1IwZEhxMWF1WGJyamhobklmTHJ0ejUwNUo4anUwdDA2ZE9tZmM5NE1QUHBEWDYvWGRUazVPMWh0dnZLRVdMVnBvNzk2OWV1YVpaOVN5WlV1L3g2eFlzY0ozSmVDWW1CamRmZmZkNnRpeG8rTGk0bFN6WmsxOStPR0hXcjE2dGY3MnQ3LzU3bCt5WklsR2pCaWhEejc0b01UekFRQUFBQ2lKU01WRlVWaFlLTXV5eXJWdmp4NDkxS05IajFMdmQ3dmRjanI5djNWWHIxN3R1eURSbWM1clBkM1ZWMTh0RlgxTzZtZWZmYVlwVTZhb1Y2OWVldVdWVnpSeDRrVDkrOS8vMWdNUFBLRDc3cnRQTHBkTEtnclRZY09HcVV1WExtclVxSkhmODMzd3dRZWFPbldxWW1OajljZ2pqMGhGRjNCNjdiWFg5TUFERDJqZ3dJRjY4Y1VYMWJ0MzczSzlCd0FBQUVCMVJhVGlEekZyMWl5bHBhWEo1WExwOE9IRHlzek12R0JYczczampqdDAvUGh4dVZ3dU9Sd08vZjc3Nzc3UFhSMCtmUGhaSDUrV2xxWU5HelpvdzRZTit2YmJieFVjSEt3aFE0YW9YNzkra3FTaFE0ZXFmZnYyZXVPTk56Uno1a3gxNmRKRmJkdTJWZCsrZlhYLy9mZjdQVmQ2ZXJyR2pSdW5GU3RXcUczYnRwb3dZWUpmUUY5KytlV2FObTJhQmc4ZXJKRWpSMnJSb2tWNjlORkhGUnNiZTBIZUN3QUFBS0NxSVZMeGg5aS9mNzhXTFZva1NYSTRIR3JkdXJYNjkrOS9RWjY3WjgrZTJyeDVzd29MQytYeGVCUWRIYTFtelpycHpqdnZWSk1tVGM3NitBTUhEbWo4K1BHS2k0dlRzODgrcTE2OWV2bDliSTBrZGVuU1JaMDZkZEt5WmN1MFpNa1M3ZGl4bzhSSDVuaTlYajMyMkdQYXZYdTNldmJzcVpkZWVzbnZmTmhpelpvMTAwY2ZmYVF4WThab3c0WU5hdFNvRVpFS0FBQUFsS0o4eDE5ZVJJMWF0dXNxeTU0YldTK2l3Y1MzWDFQSFA1LzlIRWFZeSt2MXlyS3NjaC9xZTdGNFBCNDVISTd6ZnA2dFc3ZHExNjVkdXVPT084cTEvOHFWSzlXbFN4Y0ZCUVdkOTJ2amo3ZHBjNktHUFB1OFVsSVBwY3ZySFhCZ1orS1NRTThFQUFCUTFmR1hWUHloVEkyeEN4R29LdnFJbXJJK3B1WjA4Zkh4RitSMUFRQUFnS3JLeklJQUFBQUFBRlJMUkNvQUFBQUF3QmhFS2dBQUFBREFHRVFxQUFBQUFNQVlSQ29BQUFBQXdCaEVLZ0FBQUFEQUdFUXFBQUFBQU1BWVJDb0FBQUFBd0JoRUtnQUFBQURBR0VRcUFBQUFBTUFZUkNvQUFBQUF3QmhFS2dBQUFBREFHRVFxQUFBQUFNQVlSQ29BQUFBQXdCaEVLZ0FBQUFEQUdFUXFBQUFBQU1BWVJDb0FBQUFBd0JoRUtnQUFBQURBR0VRcUFBQUFBTUFZUkNvQUFBQUF3QmhFS2dBQUFBREFHRVFxQUFBQUFNQVlSQ29BQUFBQXdCaEVLZ0FBQUFEQUdFUXFBQUFBQU1BWVJDb0FBQUFBd0JoRUtnQUFBQURBR0VRcUFBQUFBTUFZUkNvQUFBQUF3QmhFS2dBQUFBREFHRVFxQUFBQUFNQVlSQ29BQUFBQXdCaEVLZ0FBQUFEQUdFUXFBQUFBQU1BWVJDb0FBQUFBd0JoRUtnQUFBQURBR0VRcUFBQUFBTUFZUkNvQUFBQUF3QmpHUmFySGRtZFpVcUhINDFGdWJtNmd4d0ZRamVYbTVhbXcwQzNaOHRpV055UFE4d0FBQUZRSHhrV3FiUmNja3EzY3ZQeDhwUjAvRWVoeEFGUmp4MCtjVUhaT2ppVGxGeFo0VXdJOUR3QUFRSFZnWEtTbTdOcDF4SmF5OC9MeXRHUG5idVhuRndSNkpBRFZVRUZCb1pLU2R5b25KMGVTblorNkx5azEwRE1CQUFCVUI4WkZxaVMzYk84OHI5ZnIvZkxySmRxV2xDU1B4eFBvbVFCVUU3WnRLeTgvWDF1M0oybjJ2RS9sOVhwdHlaNHB5UjNvMlFBQUFLb0RLOUFEbkVsMGRIU3RrUENvNVphbFR2V2pJdFgzMWx2VXFtVUwxUWtQVTNCd2NLREhBMUJGWldWbjY3ZlVWRzNibnF5RUZTdVZrWkVoVy9iNmdwUEhyazlOVGMwSjlId0FBQURWZ1pHUktra05tMS9kMW1rNTM3TXNkWFk0SEVHdVdyVVVIQktzSU12RVAvNENxQXJjYnJkeWNuTlVVRkFvMjdadDJkcmdzZDJERCs3YXZpSFFzd0VBQUZRWHhrYXFKTlZ0MHFST2VFallLMEdXYnJXbFlNa0tsdVFJOUZ3QXFpcmJLNm5Ba2dxOXNwZWV6TTE0THYzQWdmUkFUd1VBQUZDZEdCMnB4U0lpV29TNTZ0V0k4TmhXcERQSXFoWG9lUUJVVFc2UE56ZEk5ckdjb0lKamFUdDNaZ1o2SGdBQUFBQUFBQUFBQUFBQUFBQUFBQUFBQUFBQUFBQUFBQUFBQUFBQUFBQUFBQUFBQUFBQUFBQUFBQUFBQUFBQUFBQUFBQUFBQUFBQUFBQUFBQUFBQUFBQUFBQUFBQUFBQVB6Lzl1Q1FBQUFBQUVEUS85ZmVNQUFBQUFBQUFBQUFBQUFBQUFBQUFBQUFBQUFBQUFBQUFBQUFBQUFBQUFBQUFBQUFBQUFBQUFBQUFBQUFBQUFBQUFBQUFBQUFBQUFBQUFBQUFBQUFBQUFBQUFBQUFBQUFBQUFBQUFBQUFBQUFBQUFiQWFaY0xOWmRDcXJoQUFBQUFFbEZUa1N1UW1DQyIsCgkiVGhlbWUiIDogIiIsCgkiVHlwZSIgOiAiZmxvdyIsCgkiVXNlcklkIiA6ICI1MjEyNjM1NDIiLAoJIlZlcnNpb24iIDogIjE3Igp9Cg=="/>
    </extobj>
    <extobj name="ECB019B1-382A-4266-B25C-5B523AA43C14-4">
      <extobjdata type="ECB019B1-382A-4266-B25C-5B523AA43C14" data="ewoJIkZpbGVJZCIgOiAiNDk1Mjg0ODExMDQ4IiwKCSJHcm91cElkIiA6ICI2NzkxOTgzNjEiLAoJIkltYWdlIiA6ICJpVkJPUncwS0dnb0FBQUFOU1VoRVVnQUFCb0lBQUFIU0NBWUFBQURJVDluOUFBQUFBWE5TUjBJQXJzNGM2UUFBSUFCSlJFRlVlSnpzM1hsOFhYV2QvL0gzNTl4ejl6VzUyWnMyU1pjMFRVdnBBcFN0S0lKQ0FSVUVsTUZ0UkVkL2d2eGNjQlJVeG8zZkRPT29vQTRJQ0E0eWd6cUtzanFNSUR0Q3NTM1FwbnVUSmszVHBqZnJYYkxjOVp6ZkgyblRocVp0MHA3Yms1dnpmajRlZlR5U2s3dDhVdWlydC9uZTd6a0F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GWm5aZzlBQkVSRVJFUkVSRVJFUkdkbU9ycWhjV3FUN2tLc0ZXYVBRdlJTU0Y2TXFmbG50dTliZU5hczBlWjZyZ1FSRVJFUkVSRVJFUkVSRlRnWnRVdi9vUmlrN3NGNGpWN0ZxS1RKQXZvbmRxUS9xNWR1emEwbWozTVZLYVlQUUFSRVJFUkVSRVJFUkVSblJnRmt1TDcvc2xpVkVCbWlsditxN1MwMFdmMk1GTVp5MEJFUkVSRVJFUkVSRVJVNEdwckd5dmdjdnhXQk84NmNPdzhkd25LVkplNWd4SGxRVkxMNGZtaExnenBPVURYVTdyZzIyMlN1UU9iTjZmTm5tMHE0a0lRRVJFUkVSRVJFUkVSMFRRd2M4N2lSVGE3dkNZaWZnQlk3QWppcHVKNk9CV2IyYU1SR1NxamEzZ28xb2EvREhWQkI2QkQzNmZwMm1YdFc1dldtVDNiVk1RQ0VCRVJFUkVSRVJFUkVVMEQ4ZjVJVjZDc29rWFI4WDZJcUwyNU5OeWlZSjdERHhIdUNhRHB3eWFDYXRXTlRha1lZbG9XQXZHSnlPbDJDVDg4Tk5UTlhVSHZVREIvK2l2bUxpMTFxZGtyQUZ1bDJiTVFuUlNpSjNOYTdybmQyemF1Tlh1VVFzZCtrT1d3SDRaaFA4aHkyQS9Ec0I5a09leUhZZGdQc2h6MnczRFYxZFZ1bXkvOEEwWGsvd0JRUzJ3T2ZMbW9Ibk1jdklRS1RUOGJVekg4dUcvN3lDbmlBT2k2OWxBNmJ2LzgzcjNyaHN5ZWJTb3BtSVdnbWdWTGJoRG8veW9RcjltekVKMGtXVUR2MUliMGQrM2F0YUhWN0dFS0dmdEJGc1IrR0lUOUlBdGlQd3pDZnBBRnNSOEdZVC9JZ3RpUFBLaVp2N2hPUlA1WFJPb0JZSjdkaDM4cWFZUmRGTE5ISXpLVXJ1dDRjYWdiOThWMkhqaEYzQkJ5K3ZWdDJ6YzhCRUEzZTc2cG9uRCs1T2UwVkFHdFd4RVpRUVZrcHJqbHYwcExHL21XalJQQmZwRDFzQjlHWVQvSWV0Z1BvN0FmWkQzc2gxSFlEN0llOWlNUGRtM2IwSnJWY2pkRDExTUFzQ016Z0YvSDJwSFZOYk5ISXpLVWlPQk1keGpMblVVam4wTThVSlN2ekdnNGRaN1pzMDBsQmZQS29ycisxQm1xSWcrTDRGMEhqcDNuTGtHWjZqSjNNS0k4U0dvNVBEL1VOYktsVWRkVHV1RGJiWks1QTVzMzgveVd4NEg5SUN0aFA0ekZmcENWc0IvR1lqL0lTdGdQWTdFZlpDWHNSLzdWelQvMVZpaTRGUkM3U3hSY0Y2ekR1ZTRTS0x4ZUVFMHp6ZWtFZnRyZmpLNWNDaGpaR2ZSbzIzRHNXclMxSmMyZWJTb29xRC94TStjc1htU3p5MnNpNGdlQXhZNGd2bHBjRDRkaU0zczBJa05sZEEwUHhkcndsNkd1QTFzYTkybTZkbG43MXFaMVpzOVdxTmdQc2dyMnczanNCMWtGKzJFODlvT3NndjB3SHZ0QlZzRis1Rjl0N1pJUTNMaFBnS3NCWUticXh0ZUxHMUNpT3MwZWpjaFFtcTVqOVhBdmZocHRCZ0RvT25MUTlSKzJiVnQvczltelRRVUY5UW9pM2gvcENwUlZ0Q2c2UGdBUnRUZVhSbEN4bzg3dWhYQVZtNllSbXdpcVZUYzJwV0tJYVZrSXhDY2lwOXNsL1BEUVVEZmZGWE1jMkEreUN2YkRlT3dIV1FYN1lUejJnNnlDL1RBZSswRld3WDdrWHpTNkx4a3NLZGtEeU1VaUVvaHJXUXhyT1N4eGhiZ3JpS1lWRWNGTXV3ZnhYQm83TTRPQVFJSElva0JSNmJwWVg1ZmxyejlXVUF0QkFPQjMybmNxVHM5TWdaeWlBY3JlN0REbU8vd290am5NSG8zSVVGNUZSYVhxeHRwa1B6TFFJWkJLdTF1cVBZN3FaeEtKem96Wjh4VWk5b09zZ3Ywd0h2dEJWc0YrR0kvOUlLdGdQNHpIZnBCVnNCLzVGK3ZwNmdnV2x5Y2hjckVJbEYzWkliakZobmtPSHhlWGFkcVpZL2VoT1RPQW5sd2EwSFduS0RMTFZ4eDhOdDdibXpCN05qTVYzRUpRUEI3UGVrc3F0aXJBS2hFSkQrbzU3TTRNWWFXbkJEYUdpNmFaVXBzVFFjV09OMVA5SXdjRTgyejJYRnUwTjdMQjdOa0tFZnRCVnNKK0dJdjlJQ3RoUDR6RmZwQ1ZzQi9HWWovSVN0aVAvSXVWaDljSGRha1VrZVVBc0NzN2lGcTdGK1c4L2hoTk13NVJFRkRzMkpDS0lRMWRSS1JhUkhYR2VpSlBtejJibVFwdUlRZ0FFajJSWGw5eDZSNmJ5T1VRVWZ1ME5KSmFEb3VjQVc1cHBHbEZSRkNodXRDUkdjYmVYQklDc1VOa3RyZWsvTGxFVDZUWDdQa0tFZnRCVnNGK0dJLzlJS3RnUDR6SGZwQlZzQi9HWXovSUt0aVBrNkM3TytjT1ZhMVdiZnA3b2FNOERWMml1UXlXT0VOdzh2cGpOSTJJQ0NydGJzUzBOSm96QXdDZ2lNaUtZRWw1VTZ3bnN0WHMrY3hTc0gvSzQ3MWRXNHZDRlFLUmN3SFlPckpEcUZMZHFGTGQzTkpJMDRwZEZKU3BUbXhNeFRHbzV5Q0Nja1ZRSGZXNUgwYzBtalY3dmtMRWZwQlZzQi9HWXovSUt0Z1A0N0VmWkJYc2gvSFlEN0lLOWlQL0J2cjJEUWVMeTlwRlVTNFd3Tk9UUzhFR3dTSlgwT3pSaUF6WDRQQ2pNNXRFUjNiNHdLRnpBeVZsTDhWNnVqck5uY3djQmJzUUJBQWhmK1VHWGRVWGkwaDlGam9pMlNTV3VvcmdVVlN6UnlNeVZFaHhJS1RZOFVheWIrU0FMdlVobTlNUjdZMzh4ZXpaQ2hYN1FWYkJmaGlQL1NDcllEK014MzZRVmJBZnhtTS95Q3JZai95TDlaYnNDcFlvSlNKeWxnNWdaMllRVmFvTDFYYVAyYU1SR1VvVkJYVjJMNXBTVVNTMExBRDRCQklNZU1xZWo4VzZrbWJQZDdJVjlFSlFOTG92R1FxWFJ3QmNLQ0tCcUpiQnNKYkRFbGVJVzZScFdoRVJ6TFI3RU0rbHNUTXpDQWdVaUN3S0ZKV3VpL1YxdFpvOVh5RmlQOGdxMkEvanNSOWtGZXlIOGRnUHNncjJ3M2pzQjFrRiszRXlkT2RpUFpIbmk4TGxxM1NnU2hQSXRuUUN5NTFGOENrcWR4clN0T0lWRzJ5aVlGTXFqcHhBQUZrQUZTMngzc2hiWnM5MnNoWDBRaEFBeEhvamJjSGk4aVJFTGhhQnNpczdCTGZZTU0vaFk3aG8ycGxqOTZFNU00Q2VYQnJRZGFjb01zdFhISHcyM3R1Yk1IdTJRc1Ira0pXd0g4WmlQOGhLMkE5anNSOWtKZXlIc2RnUHNoTDJJKyswWUhIcHEySlQzaU9RMHBTdUlhWmxzZGdWaEYwVXMyY2pNb3lJb0VwMW96K1hRV3QyRUNKUUlEZ3ZVRlMyTHRiWHRkUHMrVTZtZ2w4SUFvQlllWGg5VUpkS0VWa09BTHV5ZzVqbjhLTlVkWm85R3BHaEhLSWdvTml4SVJWREdycUlTTFdJNm96MVJKNDJlN1pDeFg2UVZiQWZ4bU0veUNyWUQrT3hIMlFWN0lmeDJBK3lDdllqLzJKOVhYMUZKV1ZwWFpRTEFOZ2oyU1FxVkRkcTdWNnpSeU15bENvSzVqdjllRFBaajdpV2hVQmNvaWluZVFMRlR5WDZ1Mk5tejNleVRJdUZJSFIzNTl5aHF0V3FUYjhFT2tyVDBHVlF5MktSTXdpbk1qMitSU0xzWDhXdXRMc1IwOUpvemd3QWdDSWlLNElsNVUyeG5zaFdzK2NyU093SFdRVDdrUWZzQjFrRSs1RUg3QWRaQlB1UkIrd0hXUVQ3Y1ZMb0laOW5zNjQ2enhDUmVnMUFVektHTTEzRjhOdnNaczlHWkNpSEtKaHY5MlAxY0MvUzBBRmREeXMyUlkrRi9DK2hyeTluOW53bnc3UjVsVERRdDI4NFdGSWVFVkV1Rk1Dekw1ZUVEWUpGcnFEWm94RVpyc0hoUjJjMmlZN3M4SUZENXdaS3lsNks5WFIxbWp0WllXSS95RXJZRDJPeEgyUWw3SWV4MkEreUV2YkRXT3dIV1FuN2tWL1JhRFRyRFlSZnRkbHNGNGlnUEFjZHpaa0JuT0lNd3F1b1pvOUhaQ2lmb2dJUWJFOFBRQk1JQkF0Q2NMUkVleU9ieko3dFpKZzJDMEVBRUNzTHR3UjFwVVJFenRJQjdNd01va3Axb2RydU1YczBJa09wb3FETzdrVlRLb3FFbGdVQW4wQ0NBVS9aODdGWVY5THMrUW9SKzBGV3dYNFlqLzBncTJBL2pNZCtrRld3SDhaalA4Z3EySS84Uy9SM3g0SWxwZXNCdVVKRTNERXRBd0JvZEFaZzQvWEhhQnBSUkZCdDkyQmJPb0h1WEFvQ2NVTnd0aWNRZnNRS3A0aWJWZ3RCNk83T3hYb2l6eGVGeTFmcFFKVW1rRzNwQkU1M0ZjTXJObDQ4a2FZVnI5aGdFd1diVW5Ia0JBTElBcWhvaWZWRzNqSjd0b0xFZnBDRnNCOEdZei9JUXRnUGc3RWZaQ0hzaDhIWUQ3SVE5aVAvWWoxZCs0SWw1WXFJbktjRHRvN3NNQm9jQVY1L2pLWWRoeWhvZFBqeHlsQVAwdEFnSW42YlRWbGhsL0R2aG9hNjAyYlBsMC9UYXlGb2hCWXNMbjFWc1NrWEFSSk82UnFHdEJ3V09nT3dpMkwyYkVTR0VSRlVxVzcwNXpKb3pRNUNCQW9FNXdXS3l0YkYrcnAybWoxZmdXSS95QkxZajd4Z1A4Z1MySSs4WUQvSUV0aVB2R0EveUJMWWo1TkNDM21MbTZHcUswUlFtNFdPbHN3QWxqaERQRVVjVFR0ZVJVV2w2c0w2VkJRWjZCQ2d6TzYxRFViTHdtdlEzVDF0cnhjMEhSZUNFT3ZyNmd1VlZ0Z0FXUW5BM3BsTm9seDFvZGJ1TlhzMElrT3BvbUMrMDQ4M2svMklhMWtJeENXS2Nwb25VUHlVRmJZMDVnUDdRVmJCZmhpUC9TQ3JZRCtNeDM2UVZiQWZ4bU0veUNyWWoveUx4WG9HL01HeXRhTGc0eUxpakd0WjdNa000d3hYTVZRdUx0TTBVNlk2MFo5TG96VXpDSWlvQUJZRmRIbHVPbDkvYkZvdUJBSFFQUTdiQnNYcE9WMUU2blBRMFpTTTRVeFhNZncydTltekVSbktJUXJtMi8xWVBkeUxOSFJBMThPS1RkRmpJZjlMNk91YnRxdlllY1Ira0dXd0g0WmpQOGd5MkEvRHNSOWtHZXlINGRnUHNnejJJLy9pL1pHdVFGbEZpNkxqL1JCUmUzTnB1RVhCUEllZnA1eWthY1VtZ21yVmpVMnBHR0lqaThzK0VUbmRMdUdIcCtzcDRxYnJRaEFTaVVUR0d3aS9hclBaTGhCQmVRNDZtak1EV09JS3djTXRqVFROK0JRVmdHQjdlZ0NhUUNCWUVJS2pKZG9iMldUMmJJV0kvU0FyWVQrTXhYNlFsYkFmeG1JL3lFcllEMk94SDJRbDdFZisrWjMybmVMd2hFVmttUVlvbmJra0dod0JGTnNjWm85R1pLaVJVOFM1c1RiWnYvOFVjVkpwZDB1MXgxSDlUQ0xSbVRGN1BxTk4yNFVnQUVqMGQ4ZUNKYVhySVhLbFFGd3hMUU9uMkZEdjhNUEdWV3lhUmhRUlZOczkySlpPb0R1WGdrRGNFSnp0Q1lRZjRSYnA0OE4ra0ZXd0g4WmpQOGdxMkEvanNSOWtGZXlIOGRnUHNncjJJLy9pOFhnMkZDN2ZDdUJTRVFrUDZUbnN6Z3hocGFlRVBhRnBwOVRtUkZDeDQ4MVUvOGdCd1R5YlBkY1c3WTFzTUhzMm8wM3JoU0FBaVBWMDdRdVZsUHRGNUV3ZHNPM0tES0hCRVVDcDZqUjdOQ0pET1VSQm84T1BWNFo2a0lZR0VmSGJiTW9LdTRSL04xMjNOT1liKzBGV3dYNFlqLzBncTJBL2pNZCtrRld3SDhaalA4Z3EySS84aS9WR29yN2kwajAya2NzaG92WnBhU1MxSEJZNUExQzRHRVRUaUlpZ1FuV2hJek9NdmJra0JHS0h5R3h2U2ZsemlaNUlyOW56R1duYUx3UUIwTHloOG0yS0lxZUxvRFlESFMyWkFTeHhodURsRm1tYVprYTJOTHF3UGhYZHY2VVJaWGF2YlRCYUZsNkQ3bTZlTDNmeTJBK3lEUGJEY093SFdRYjdZVGoyZ3l5RC9UQWMrMEdXd1g3a1g3eTNhMnRSdUVJZ09CY1FXMGQyQ0NVMkoyYXFIbDR2aUtZVnV5Z29VNTNZbUlwalVNOUJCT1dLb0RycWN6K09hRFJyOW54R3NjSkNFQko5a2JnL1dMWldGSHhjUkp4eExZczltV0dzY0JYREpvclo0eEVacWt4MW9qK1hSbXRtRUJCUkFTd0s2UEpjcktlcjArelpDaEg3UVZiQ2ZoaUwvU0FyWVQrTXhYNlFsYkFmeG1JL3lFcllqL3dMK1NzM3dDN3pCRmlZaFk1OTJTU1d1NHA0L1RHYWRrS0tBeUhGamplU2ZTTUhkS2tQMlp5T2FHL2tMMmJQWmhSTExBUUJRTHcvMGhVb3EyaFJkSHdBSW1wdkxvMmdZa2VkM2N0VmJKcFdiQ0tvVnQzWWxJb2hwbVVoRUorSW5HNlg4TVBjSW4xODJBK3lDdmJEZU93SFdRWDdZVHoyZzZ5Qy9UQWUrMEZXd1g3a1h6UzZMeGtzS2RrRHlNVWlFb2hyV1F4ck9TeHhoWGlLT0pwV1JBUXo3UjdFYzJuc3pBd0NBZ1VpaXdKRnBldGlmVjJ0WnM5bkJNc3NCQUdBMzJuZnFUZzlNd1Z5aWdZb2U3UERtTy93bzlqbU1IczBJa09OYkpGMlkyMnlmLzhXYWFtMHU2WGE0NmgrSnBIb3pKZzlYeUZpUDhncTJBL2pzUjlrRmV5SDhkZ1BzZ3IydzNqc0Ixa0YrNUYvc1o2dWptQnhlUklpRjR0QTJaVWRnbHRzbU9md2NYR1pwcDA1ZGgrYU13UG95YVVCWFhlS0lyTjh4Y0ZuNDcyOUNiTm5PMUdXV2dpS3grTlpiMG5GVmdWWUpTTGhRVDJIM1praHJQU1V3TVp3MFRSVGFuTWlxTmp4WnFwLzVJQmduczJlYTR2MlJqYVlQVnNoWWovSVN0Z1BZN0VmWkNYc2g3SFlEN0lTOXNOWTdBZFpDZnVSZjdIeThQcWdMcFVpc2h3QWRtVUhVV3Yzb2x4MW1UMGFrYUVjb2lDZzJMRWhGVU1hdW9oSXRZanFqUFZFbmpaN3RoTmxxWVVnQUVqMFJIcDl4YVY3YkNLWFEwVHQwOUpJYWprc2NnYTRwWkdtRlJGQmhlcENSMllZZTNOSkNNUU9rZG5la3ZMbkVqMlJYclBuSzBUc0Ixa0YrMkU4OW9Pc2d2MHdIdnRCVnNGK0dJLzlJS3RnUDA2Qzd1NmNPMVMxV3JYcDc0V084alIwaWVZeVdPSU13YWxZN3NmTE5JMkpDQ3J0YnNTME5Kb3pBd0NnaU1pS1lFbDVVNnduc3RYcytVNkVKZitreG51N3RoYUZLd1FpNXdLd2RXU0hVS1c2VWFXNnVhV1JwaFc3S0NoVG5kaVlpbU5RejBFRTVZcWdPdXB6UDQ1b05HdjJmSVdJL1NDcllEK014MzZRVmJBZnhtTS95Q3JZRCtPeEgyUVY3RWYrRGZUdEd3NFdsN1dMb2x3c2dLY25sNElOZ2tXdW9ObWpFUm11d2VGSFp6YUpqdXp3Z1VQbkJrcktYb3IxZEhXYU85bnhzK1JDRUFDRS9KVWJkRlZmTENMMVdlaUlaSk5ZNmlxQ1IxSE5IbzNJVUNIRmdaQml4eHZKdnBFRHV0U0hiRTVIdERmeUY3Tm5LMVRzQjFrRisyRTg5b09zZ3Ywd0h2dEJWc0YrR0kvOUlLdGdQL0l2MWx1eUsxaWlsSWpJV1RxQW5abEJWS2t1Vk5zOVpvOUdaQ2hWRk5UWnZXaEtSWkhRc2dEZ0UwZ3c0Q2w3UGhiclNwbzkzL0d3N0VKUU5Mb3ZHUXFYUndCY0tDS0JxSmJCc0piREVsZUlXNlJwV2hFUnpMUjdFTStsc1RNekNBZ1VpQ3dLRkpXdWkvVjF0Wm85WHlGaVA4Z3EyQS9qc1I5a0ZleUg4ZGdQc2dyMnczanNCMWtGKzNFeWRPZGlQWkhuaThMbHEzU2dTaFBJdG5RQ3k1MUY4Q2txZHhyU3RPSVZHMnlpWUZNcWpweEFBRmtBRlMyeDNzaGJaczkyUEN5N0VBUUFzZDVJVzdDNFBBbVJpMFdnN01vT3dTMDJ6SFA0R0M2YWR1YllmV2pPREtBbmx3WjAzU21LelBJVkI1K045L1lteko2dEVMRWZaQ1hzaDdIWUQ3SVM5c05ZN0FkWkNmdGhMUGFEcklUOXlEc3RXRno2cXRpVTl3aWtOS1ZyaUdsWkxIWUZZUmZGN05tSURDTWlxRkxkNk05bDBKb2RoQWdVQ000TEZKV3RpL1YxN1RSN3ZzbXk5RUlRQU1US3crdUR1bFNLeUhJQTJKVWR4RHlISDZXcTArelJpQXpsRUFVQnhZNE5xUmpTMEVWRXFrVlVaNnduOHJUWnN4VXE5b09zZ3Ywd0h2dEJWc0YrR0kvOUlLdGdQNHpIZnBCVnNCLzVGK3ZyNmlzcUtVdnJvbHdBd0I3SkpsR2h1bEZyOTVvOUdwR2hWRkV3MytuSG04bCt4TFVzQk9JU1JUbk5FeWgrS3RIZkhUTjd2c213L0VJUXVydHo3bERWYXRXbVh3SWRwV25vTXFobHNjZ1poRlBoYnc5Tkh5S0NTcnNiTVMyTjVzd0FBQ2dpc2lKWVV0NFU2NGxzTlh1K2dzUitrRVd3SDNuQWZwQkZzQjk1d0g2UVJiQWZlY0Ira0VXd0h5ZUZIdko1TnV1cTh3d1JxZGNBTkNWak9OTlZETC9OYnZac1JJWnlpSUw1ZGo5V0QvY2lEUjNROWJCaVUvUll5UDhTK3ZweVpzODNVZnliSHNCQTM3N2hZRWw1UkVTNVVBRFB2bHdTTmdnV3VZSm1qMFprdUFhSEg1M1pKRHF5d3djT25Sc29LWHNwMXRQVmFlNWtoWW45SUN0aFA0ekZmcENWc0IvR1lqL0lTdGdQWTdFZlpDWHNSMzVGbzlHc054QisxV2F6WFNDQzhoeDBOR2NHY0lvekNLK2ltajNlaEtnQkw3UlVadHl2RmExY2lsUm5ENkJwaDkxbjBUM2ZoSGQrRGRTUUgzbzJpMnhzNElUbXFMN3VnOUExSGVsSTd6RnY2eWdQUTljMDZObmpYMytZK2RrUEliaXNBVGFQYTl6dmtRN25VMVFBZ3UzcEFXZ0NnV0JCQ0k2V2FHOWtrOW16VFJRWGd2YUxsWVZiZ3JwU0lpSm42UUIyWmdaUnBicFFiZmVZUFJxUm9WUlJVR2Yzb2lrVlJVTExBb0JQSU1HQXArejVXS3dyYWZaOGhZajlJS3RnUDR6SGZwQlZzQi9HWXovSUt0Z1A0N0VmWkJYc1IvNGwrcnRqd1pMUzlZQmNJU0x1bURheXFOTG9ETUJXQU5jZnEveklSYWo3OHJVUXU0cmtuaTVvcVRRQW9PcGpsNkR1UzljaXNIZ2UrbDk5QzNvbU8zcWZvbk9Xb095eWxmRE1xVWJSaWtWUUF6N0UxMjRlYzVzalVoUkExOGNjbXZuWkQ2SHFtb3RRY3VFSzVBYUhNYmkxRGNIVEdqSG5sazlCY2RpUjJ0Y3pPcGVqckJpTmQzNFZKZTlkZ2RpYXpjZ05EQjNYOXoyOGN3OXFydjh3eWk1YmlZb3J6Z2NBREc1cFBXdzJPa2dSUWJYZGcyM3BCTHB6S1FqRURjSFpua0Q0a1VJNVJSd1hnZzdvN3M3RmVpTFBGNFhMVitsQWxTYVFiZWtFVG5jVnd5czJYanlScGhXdjJHQVRCWnRTY2VRRUFzZ0NxR2lKOVViZU1udTJnc1Ira0lXd0h3WmpQOGhDMkErRHNSOWtJZXlId2RnUHNoRDJJLzlpUFYzN2dpWGxpb2ljcHdPMmp1d3dHaHlCZ3JqK1dPRFVlaFN2WElyZ2FZMG9QbThaaXM5ZGl0S0x6a0xKZTA2RDJHeHdsb2NST21NUit2KzZIbG95QlFDWTlia3I0YW9xQlFEc2UvUUYySU0rOUR6M0JqQ0JOWlRRR1F0Ujk5V1BJeHNmUkhKdkYycXUvekFxcnJvQUFDQ0tJSFI2STlTQUY4bTlYYWk2NWlLRVZpeEMrZVhuSTNUV0tTaTk1QnhVWEhVQkhLVkZzSWY4S0xsd0JlSnZiVVdtZC9KckVGb3loY0dXRHBTKzcwd29EanVDeXhyZ3FhMUMzMHZySnYxWVZ1SVFCWTBPUDE0WjZrRWFHa1RFYjdNcEsrd1MvdDNRVUhmYTdQbU9oUXRCWTJuQjR0SlhGWnR5RVNEaGxLNWhTTXRob1RNQXV5aG16MFprR0JGQmxlcEdmeTZEMXV3Z1JLQkFjRjZncUd4ZHJLOXJwOW56RlNqMmd5eUIvY2dMOW9Nc2dmM0lDL2FETElIOXlBdjJneXlCL1RncHRKQzN1Qm1xdWtJRXRWbm9hTWtNWUlrek5PVlBFUmM0dFI2QlUrc0JBSHNlZkJKdFAvME5lcDU1SFpVZmVSOFUrOGpzdzIxN2tlN3VSN0tqQys2YUNzejZQMWNCSXRDU2FUUi8veGZ3eko2QjBPa0xFVnR6N0RPRXVXYVdvK3J2TGtMNFBhZWovQVB2UW1ESmZHUjZvNGo5YlNNNmYvY1h0Tjc1YS9TLzhoWmNNMHBSY3VFS0FFRC9heHV3N2VhZm92dnB2eUxUbjBEeHlxVUFnTDZYMzBMWGt5OGY5L2VlanZUQ00zY20zTE1xQUFEdW1rb01OdTlHY25ma3VCL1RDcnlLaWtyVmhmV3BLRExRSVVDWjNXc2JqSmFGMTZDN2UwcGZMNGgvdTcvRHJoMGJ0K25BejNWZ1NBZncrbkF2MWlUN3pSNkx5SEF1eFlacmc3TlFyYm9CQUFJSkthcnRKMVd6RzJlWlBWdWhZai9JS3RnUDQ3RWZaQlhzaC9IWUQ3SUs5c040N0FkWkJmdVJmN3QyYmVuTVpiUXY2THFlQUlDTzdERHVqN1lpcFUzcG40dVB5MUVlaHMzakFnQ2t1L3F3L2RhN0VWM2RCQUNvK3VnbHdQNWRrKzMzL1JHWnZqaDZuMStEOGl2T3g0eFB2bjlTejVQcTdNSDZqMzBMYjMza0ZqVGY5Z0I2bm5rZDJXaGk1SXVIN3N3OHd1OWhibWo0aEUvbEZubjBoVEdmKytiWGpuczdaMVVwM0hWVkovUmMwOGtTVndqbnVNTVFBQkJ4QXZqU0xNMTJpdGx6SFFzWGdnNm5wV1BkOStxNi9nSUFwS0hobDlGV2RHYUdqMzFQb2dMalUxVGNHSm9Mbit6ZkhLanJEWGFIK244eGQrN1UzNzg3TmJFZlpCbnNoK0hZRDdJTTlzTnc3QWRaQnZ0aE9QYURMSVA5eUwvZExSczJhZ28rQTExUEFzRG1kQnpQRE82RFZtRFhuZkhNbVRINjhhNjdmZzh0TlhMZEkrLzhXb1RQUHcwQUVGM2RoSzRuWGdJQURHeHBSV3pkRnN6NCtDVWoxL1Z4VCt4L3FVdzBnZFMrM25HL2RtQWhDZ0F5L1lrVCtuNk9KckdwQlhyMjRFTFR3SmJXdzI0amRoWHpidjBNR24veWp3aWVzVEJ2c3hRU3V5aDR2NjhLTXc4dUxsY29vdnlpdExUUlovWnNSOE5UdzQwamtVaGt2SUh3cXphYjdRSVJsT2Vnb3premdDV3VFRHhUZkV2akFXckFPeHFxZHlwYXVSU3B6aDVBMHc2N3o2Sjd2Z252L0Jxb0lULzBiQmJaMk1BSnpWRjkzUWVoYXpyU2tmSERkaWhIZVJpNnBvMEpFT1dmVDFFQkNMYW5CNkFKQklJRklUaGFvcjJSWSs5cHBjT3dIK3lIbGJBZnhtSS9yTkVQc2FzamIvQXJzSDhRRzQzOU1CYjdZWTErMEFqMncxanNoMFg2TWM0RjZxMkkvY2cvdjlPK1V4eWVzSWdzMHdDbE01ZEVneU9BWXB2RDdOSEdkZWlwNFdKLzI0VEJiVzBJditkMEJFNnRSM1IxRS9iODZrbGcvMnY0K2Y5OEEreEZBUXh1YmNQMmI5MDk1czl2c3IwVFpaZXVoR2YyRElUUFB3MnB6aDRrTzdvT2V6NVhkVG5DN3psOTVENGRYZWg5ZmcwQW9QWkwxeUxWMlQzYUlkL0NPU2c2YXpFQW9PK0Z0YU1MTko3Wk0wWlBEVGU0clEyeHY1M2cvN3FhaG9GTkxkQlNhZXo3dzNQb2YrWHdTMmZWZlA0cUZKMnpCSXBkUmNuNXB5RVRHOFRndGwwbjlyelR3TWdwNHR4WW0remZmNG80cWJTN3BkcmpxSDRta2VnYy95OGxrM0VoNkFnUy9kMnhZRW5wZW9oY0tSQlhUTXZBS1RiVU8veXdGY0NGRXlzL2NoSHF2bnd0eEs0aXVhY0xXbXJrZWxWVkg3c0VkVis2Rm9IRjg5RC82bHZRTTluUit4U2Rzd1JsbDYyRVowNDFpbFlzZ2hyd0liNTI4NWpiSE5FNEx5cG1mdlpEcUxybUlwUmN1QUs1d1dFTWJtMUQ4TFRHa2RWeGh4MnBmVDJqY3puS2l0RjQ1MWRSOHQ0VmlLM1pqTnpBa05HL0pYUUVpZ2lxN1I1c1N5ZlFuVXRCSUc0SXp2WUV3bzhrK3JzbmY4VTVZai9ZRDh0Z1A0ekhma3ovZnN6NStpZFJjZVVGaUs3WkRHMDRtZmZubTZyWUQrT3hIMU8zSDU0NTFjajB4NC8vTitkUUlxajh5UHN3M0xwbll0L25OTVIrR0kvOW1McjlNSVFJNXQ5K0k5elZaWWkvdlQyL3p6WEZzUi81RjQvSHM2RncrVllBbDRwSWVFalBZWGRtQ0NzOUpWT3lKK010QkZWZWRRRWNwU0ZzKzhhL0l6YzQ4bnA5MXVjK2hLS3pUOFhndHJZeHh3L0k5TWFnK3Izd0xhaUQ2dmVNTENZdGJVQTJOakJtUVdpOGhhRHlLODdIakk5ZGdwTDNuSUZFMHc2a3U2TUl2M3M1L0l2bUFBQjIzZjE3Wk9PRHdEc1dndEw3ZWpIWXZCdk84akFVbHhPNXhFaExmSXZtWU03WFA0WFNpODZhMEsvQTRucllnMzU0NjJzTy8vcXFzMUg4cnVVSHYxRVJoRlp6LzdyakFBQWdBRWxFUVZRc3duQjdCTU50ZS9QN0g2Y0FsTnFjQ0NwMnZKbmFmMXBWd1R5YlBkY1c3WTFzTUh1MjhVeTlQNEZUaTFyYnNQaDdJc3BYQWRnOVlzTlhpK2VqMFJrd2U2NWptdkdKeXpEakU1Y0MrODg1bWU0YStSL1N0NkFXNHJBREFJWmFPckR0NXArTi9xTmsvdTAzSW5oYUl3QmczeCtmaDdNOGpCM2Z2UmZRanYydWtkQ0tSYWk4NWlKMC91NVpSTjlvUXMzbnIwYjVGZWNmdklHdUkvTFlpNGorYlNQbS84dU5BQUF0bGNIUXpnNEFnS08wQ0k2U0VBQWdHeC9FdHB0L2lzSHQ3Y2IrcHRCUmRXZVR1S1Y3SXdiMGtSZSt1cTYvTnRpYnVhaTdlL09KdlMzS3V0aVBhZG9QMTh4eVhqenhIZGdQdzdFZjA3UWY1VmVjajVvYlBnd0F5UFRIc2VNNzkyRmdVMHZlbnE4UXNCK0dZeittWUQ4YWYvWTFxSDR2SW8rL2lKNW5Yai9zaDBlVFVYUGpSMUQrd1hjajJiNFAyLy9wSGlRN3JQdWFoUDB3SFBzeEJmdGhoS3ByVjZINnVnOEFBUHBlV29lVzJ4KzA3RUx5QWV4SC9sWFhMN3JDcnRoK3MvLzZLVmpscWNCSGc3T2d5dFM2U3NtaC9kajFzLzlHNVBFWHNleVJINkRqb2FmUTljVExBSURnOGdXWWYvdU5pTDZ4RWMzZi84VVJkeUNLYXNPQ08yNkNiMEVkQUNBYkc4RE9ILzBub3E4ZFhCTUluWGtLNm0rN0hnQ1FHeHhHY2s4M0hPRWd4RDZ5QXpNYlRXRGo5YmRqL3I5OEFmNVQ1aUw2Mmdacy82ZWZqOTYvK04yblllNjNQbjNZYyt1WkxONys2RGVSNlRQb2pTYzBZY05hRG5mMU4yUHQvc1VnWGNlR0RQU3I5MnhkUCtWVzNndGpuNjk1c3BrczdyYXJPRnNFN3hyU2MvaGxyQlZmSzU2UE10VTFnYnRQRGZzZWVRNlJ4MThFQUN4LzRnN1k5cjhReXNZRzRKMWZnK2pxSnJocktoQmN2Z0FBb0NYVDZQenRuMUgxZHhlajV2TlhZOWRkdnp2Mms0akFmOHBjK0UrWmkyeHNBR3JRaDB4dkZJbW1aa1QvdGhuUnYyMUVOcHBBOFBURzBidEUzOWlJNXUvZEJ3QUlYM0FHNXR6eXFkSGpnenQyNStPM2dvNmlWSFhoYzZIWitIbTBCVU42RGdJczk1YlliK2d1YmJ3RG16ZW56WjZ2QUxFZjA3QWZWZGV1d295UHJVTHJIUStqNTlrMzh2WThoWWI5TUJ6N01jWDZvVGp0YVBqQkYwZmVBWHdDdlBVMW94L2Jpd0pvK01FWHNla0wvNHJoMWowbjlMaUZqUDB3SFBzeHhmcHhnS3U2RERVM2ZCaGxsNTJIWEdMa1hiMksyd25Qbk9xUjcyRTRoYUdXa1I4UzI4TkJPQ3RMQUFESjluMmo3d0lHTUhxaFp0ZXNDaXk4NjJacytjcVBSdTluTmV5SDRkaVBLZFlQZXppSW1ocytja0svSHlKQTBUbW5qbjVlL0s3bHNJY0MySExUajAvb2NRc2QrNUYvSGRzM1BsbzMvOVQvQjlGdkJjVCt3bkFYNmh4ZW5Pc3VnVElGZHdZZDRLb3V4OENXMXRGRklIZE5KZWJjOGluc3Z2OHhKSnFhNFZzNEI1bmVHREw5OGRHL245MTFNK0FJQjVIcGk2SHRKNy9CM0c5K0dxNlo1ZGp4blh1UmFHbys0bk1sbXBxeC9WdDNIM2JjV1ZrQy8vN25hZnZaYjhkOExiV3ZaOXpIMGxKcGFHbHJML0NheGEzWWNMbS9DdTNaSVhUbFVoREJZanR3TzJwcnIwVmIyNVE2QlFRWGdvNWhUL09HanBsekZuL0JacGZYUk1UZmtSM0cvZEZXZkxXNEhnNmxzTTZzNXlnUGoxNXNMTjNWaCsyMzNqMjZpbDMxMFV0R1hpRUFhTC92ajhqMHhkSDcvQm8wL3V4cnlBNE1qNTRUY3lKU25UM1lkTVB0NDEvdzdORFlhK09mQ3pjM05NeHoxNXBraVN1RWM5eGgvR1dvQzdxSUU5Qy9ORXV6L2FVZFdHZjJiSVdJL1poZS9mQ2ZNaGZWZjM4Wm9DaVkvZlcvaDJkT05kcnYvU043dFIvN1lTejJZMnIxUTB0bHNQbUxQNXp3TERRNTdJZXgySStwMVk5MzZ2amxZK2ovNjNvQWdMZWhGZ3YvL2VzQWdLR2RIZGo4cFpIT2xIL3czYWk1Y2VTSHZ4MFBQb0crbHcrZXI3L2hCMTlFWUZrREFLRHo5ODlhZGhIb0FQYkRXT3pIMU9wSHBqZUc5bnYvY01UbmR0ZFVZUDQvZjJIMDg2MWZ2UlBKenNOL1NMenJuckdQa1JzYVB1SmpXZ243a1g5NlNuNEdOMDRSNE9xa3J1SEpnYjFvZEFSUW9qck5IdTJJVXBGZXFFRS9TdDY3QW9QTnV6SGpvNnV3OVdzL3dkRE9QWmh6eTZjUXZ1QU1ZUC8xZWJaOTgyNWtvd21FMzcwY1ZSOWRCUUJJN282ZzljZi9oYUtWUzQrNkNIUVlSUm05bHRuTWY3Z0N5YjNkMlBIdGU1RHU3aDl6czhHdGJXaSs3UUY0NTgyRTJGVm95VFRTUFZGRVg5OHdvZE5NaGk4NEE4N3lNSHBmWEl2VTN1N0R2dTZxTGtOMllCalphR0xpc3hObTIzMjR4ajhUUDQzdS8yK3V5d2RxbmNIdnRBRTNtejNib2JnUU5BRzdXelpzbk5WNDZtZHNtdjRRUkp5YjAzRzhPTlNOQzczbFUzb1YrNTA4YzJhTWZyenJydCtQdmdqeXpxOUYrUHpUQUFEUjFVM29ldUlsQU1EQWxsYkUxbTNCakk5ZkFsZFZDVnJ2L0RXMDRkUXhueWNUVFl6L0lnZ1lmU0VHQUpsK1JtV3FzWXVDOS91cXNDMmRRSHQyR0FLcFVFVDVSV2xwNDNuY0luMTgySStwMTQrcWExZU52Z053TXR4MVZXTjJBMVJjZFNIMG5JYmR2M2owdUdlWlR0Z1A0N0VmVTY4ZmxCL3NoL0hZajhMb2g5Z08vbUQ5U0tlWk9acE1MeTlud1g0WWovMllXdjFJUjhaL2JBQ2oxdy9CL3ROQ3hUZnNHUDFCTWgwYis1Ri9iVzF2UjJzYVRya0RVTTRXa1JtN3M4TjRZbUFQcmd2Tk5udTBJOUl6V2V6K3hSK3g0STZiMFBYVUsyaSs3WUZ4YjlmNzNKcHhGMHVpYXpZaDBkUTh1VVVnRVRUY2ZpTjZYMXlMVEc4TXcyMmQyUGx2RHgyeFFYMHZyb1ducmdyMm9nQjIzdk9IU2YyNUw3MzRiQVNXemtmMWRSL0E0UFoyOUwyNEZqMS9lV1AwbEhLWi9zVEk5LzdFUytoNjZwV0pmdzhXcDRqZ2JFOEp0cVlUZUhZb0FnaHN1dUN6TStlZDhqKzdkelM5YlBaOEIzQWhhSUswZU8rVGlqLzhzQUNmeUVKWC96VFlpVGtPSCtZNGZHYVBObUhlZWJPQS9TOTIrdi82TmdCQTdDcG0vK1BIQVpIOXE4cjNqN2xQeHdPUEliaDhBY0lYbkFGZjQyenN1dXQzaUs1dW12QnoxbjdwV2tRZWZSN0R1L1lCQUd4ZTkralhVdU84VTRYTVY2YTY4SWxnTFg3Y3QzMy9GbWxaNmcycmQ5bnR5eisvZCsrNi9GOUZleHBpUDZaV1AvYisrbW5zL2ZYVHgzMS9PakwydzNqc3g5VHFCK1VQKzJFODltUHE5ME5zQjk5Z2twdkFENXhwZk95SDhkaVBxZDhQN0w5by9BSERiWHU1Q0hRYzJJLzgyN1cxNlc5MURZdFhBM0lsQUt4Sjl1TTZzNGM2aGtSVE00WjJ0S1Bzc3BXSXY3a1ZmUysvbWRmbnE3anlBZ1NXTlNDd3JBRWR2M3dDMFRlYVVMeHkyUkZ2NzE4NEc2V1huZ3NBVVAwZTdQaisvZERUeDM1RGljM25HYk9BN0syZmhhNG5YNEoyeURYRGNvUERhUHZwYjlENDQ1dFFkTzRTdE56K0lIY0hUY0tsdmtxc0h1NUZYTTlDSUQ2Yklrc0JUSm1Gb0tsMWhhNHByS09qWXppajQxOTFYZDhKQUpGY0NnL0cycERSQytjdld1L2NtZENTS2JUOTlEZWp4MlorNW5LNGE2dEd0alIrNDkraEpjZWVDblZ3ZXpzaWo3NEE3RDlIWmYxdDEyUEJIVGNoZE9ZcHgzeSs4aXZPUjlsbEs5RjQ1ei9DMXpoeW9UUlhWZW5vMTZOck5vMTdQM3ZRRDJkVktUeHpaOEo1eU8zcDVGbm9DT0RqZ1JxTXZ0OUw1Q3FITDNNMWdNSjVDOWdVd242d0gxYkNmaGlML1dBL3JJVDlNQmI3TWZYN0lZZnNOSjdJNlZ6b3lOZ1BZN0VmVTc4ZmVNZEMwS0RGVHhONUl0aVAvS3F1UDNXNURobGQxVmpxREprNzBBVDE3MThFcnJuaGFvZzlQL3NvZkkyenNlQkhYMEhSV1l1UldMOERpZlU3RUZoU0QzczRDTVdob3VUQ002QTQxTU4rSFdnTUFBUlBhMFRsVlJkTzZQbUtWeTRkODcwazFtOUg5OU92SVpjWSt4cGtZR01MOWozMkFvS25OV0xSUGQrQVorNU1BNy9yNmUyWndRZ0c5WkZUZ2VyUUIzWGtOcGc5MDZHNEVEUUplN2F1MzU3VmNqZEQxMU1Bc0NNemdGL0gycEV0a0JkRHZnVjFhTC92ajBoM2paeGZNcmg4QVNvKzlCNUVWemRoeTFkK1BPWWlwSWRxdi9jUEdOalNPdnE1ZTFZRm9CejU3MFAvS1hPeDhPNWJVSFhOUmNqR0I2SHJPbVovOVJOUVhFNzRHa2UyZjBaZjI0RGs3c2pvZmZUY3dkL0Q0bmN2eDZrUGZRK0w3dmtHRmovd1Q3QVhCd3o1L3NlakJyeDVlK3hDSmlJNDB4M0djbWZSeU9jUUR4VGxLek1hVHAxbjlteUZpdjBZTVozNlFlTmpQNHpIZm94Z1A2WS85c040N01lSXFkb1B4WDN3R2drWnZ0djJoTEFmeG1NL1JrelZmZ0NBWjg3Qkg4NE9OZStlOFAxb0xQWWpmNHJuemczWUZQeGZFYWtEZ0VxYkMxZjRaeHo3amxQQTRQWjJBSUE5SEVMeHVVc08rN3B1d0xXQ0J6YnZ4SmFiZmp6bTE5YXYvUVRSMXphZzY2bFhNTEMxRFltbVpuUTk5Y3Jvcjk2WDFzRlpWVGI2R0IwUFBqbmhNNTZVWG56V29kOEFkai93MkJGdjIvSEx4NUhhMXd0SFNRaU5kOXcwMmpNYW42N3JXRHZjaHo4TmRpSUhIYnF1YTlEeDBLNXRtMTR3ZTdaRDhkUndrOVN4ZmVPamRmTlAvWDhRM0FyQS9zSndGK1k3L1RqRFZUeWx6NWZycWk3SHdKWldkRDB4c2h2TlhWT0pPYmQ4Q3J2dmZ3eUpwbWI0RnM1QnBqZUdUSDk4OUFXUnUyNEdIT0VnTW4weHRQM2tONWo3elUvRE5iTWNPNzV6NzFIUGRabG9hc2IyYjkxOTJIRm5aUW44KzUrbjdXZS9IZk8xMUw3eHQwbHJxVFMwZEhiY3I1MHdSVUg5YlRjZzNkV0xsbi85RmZSTW5wNm5RTGtWR3k3M1Y2RTlPNFN1WEFvaVdHd0hia2R0N2JWb2EwdWFQVjhoWWorbVVUL29xTmdQNDdFZmhkOFBVVzNRcytOZktKb09ZaitNeDM1TTNYN1lRd2RQczVVNnluVkFhR0xZRCtPeEgxTzRIMFdCTVl0R2cxd0lPaUhzUjM0RWJkNHZRdkJoQUhDSmdpdjhNeEMyT1k5OXh5a2dHenQ0bWFqQXNnWG9mV0V0Rk5mQjJYTkQrZnZmd2xGV2pIUlhIMkpyTm1IVzU2N0V0bS84KytqWHlsYWRBOFZwSDVreFBvaXVKeWQyMWpIdi9CcjRGaDQ4TFZ6WG4xN0Z3T2JXSTk1ZVM2YlIvdk5ITU8rN240UGlkbUwrUDkrQUxUZmRnU0h1UGh4WFMyWUFEOFYzSFR3Z2VEd2Q2NzdGekpuR3c0V2c0NkNuNUdlNlN6OURFYmtzcVd0NFBMRUhjKzArbEtoVE4yYXBTQy9Vb0I4bDcxMkJ3ZWJkbVBIUlZkajZ0WjlnYU9jZXpMbmxVd2hmY0FZQWpHeVIvdWJkeUVZVENMOTdPYW8rdWdvQWtOd2RRZXVQL3d0Rks1ZE83b0puaWpKNm50cVovM0FGa251N3NlUGI5eURkM1QvbVppUG41MzBBM25reklYWVZXaktOZEU4VTBkYzM1TzAwQ2RXZnVIUmtPMlZqSGV4RkFXeS85ZWQ1RFhraG1tMzM0UnIvVFB3MHV2Ky91UzRmcUhVR3Y5TUczR3oyYklXSy9aZ2UvYUJqWXorTXgzNFVkai9tM3ZvWjVJWlNhTHZ6NGVPNktMeVZzQi9HWXorbVpqL1VvSC8wNDJSSDE4Um5wQ05pUDR6SGZrek5mb3c1VlpPdWovdkQyWXFyTDBRMk5vaWVaMTZmK1BkZ1lleUhzV3JtTGJwVVYrVHJBdGdCNEZ4M0NjNTBoNmYwSXZLaDdPSGd3WS8zTDdxcVBzL29zWGYrdVQ1ZWl0c0piMzBOZkEyMThDMm9nNk1raE1pVEw2UG56NjhqMGRRTTl5MlZxTGpxUXV4NzVDOVFBMTVVWG5QUjZIMTNQL0RZaEgrT1dYSGxCYU1mWjNwajJQMkxQeDd6UHYxL2ZSdnhON2Npc0t3Qk5wOEg4Ly81QmpUOXcyMUgzRkZwVlVrdGg2Y0dPdEdkRzduZW93NTlrNWJCclh2MzdwMXlQNURpUXRCeGFHdDdPMW96Zi9FZE9yQlVSR2EwWm9md3hNQWVYQmVhdXR2azlFd1d1My94Unl5NDR5WjBQZlVLbW05N1lOemI5VDYzWnR5TGdFWFhiRUtpcVhseUw0SkUwSEQ3amVoOWNTMHl2VEVNdDNWaTU3ODlCTzBJRjBMdGUzRXRQSFZWc0JjRnNQT2VQeHgyb1VNMTVJYzk1Qi8zdnBQbG1sR0txbXN2SHYzY2YybzlGdHh4RTdiZC9ETmsrdU9HUE1kMG9JamdiRThKdHFZVGVIWW9BZ2hzdXVDek0rZWQ4ais3ZHpSTm1ZdWRGUkwyWTRJTTdnZWRmT3lIOGRpUENacUMvYWo2NkNvVW5UTnlTZ25QN0JuWThlMTdrTnJIZC84ZkNmdGhQUFpqZ2s1eVAwWjNCR2thQnJlMlRlcStORDcydzNqc3h3VGxzUitPc2lKQXhsN1pJWERJV2N2UzNmMVFBejRnY0hDWFlYQlpBMlo5OWtPQUNEeHpacUQ5M2o4QTJvbWZ5bW82WXorTU0yUHU0bXF4NFljQ2VBR2dSdlhnazhGYTJHVnFYNkZFVkJ0bWZ2cHkySXNEQ0o2K2NQUjRwaThHN04vcGQ4QncyOTVKUDc3Tjc0R3J1bnowOCtEeUJUanQ4VHNBUlpEcGpXSHZiLytNcnFkZUdYUEdvc2hqTDJMVzV6NkVURjhNd2RNYVJ5OXhFVnU3R2QxL2VuVkN6MnNQaDFCODN2N0xOR2s2V3Y3bFA1QWJuTmdDVXZzdkhzV2luOTh5K2poMVgvNG9kbnozdnNsODI5T2FydXRZbCt6SEc4ays2Q1ByOHNPaTZYZTJOMi9ZYlBaczQrRkMwSEhhdFczRHkzVU5pMWNEY2lVQXJFbjI0enF6aHpxR1JGTXpobmEwbyt5eWxZaS91UlY5TDcrWjErZXJ1UElDQkpZMUlMQ3NBUjIvZkFMUk41cFF2SExaRVcvdlh6Z2JwWmVlQ3dCUS9SN3MrUDc5ME5NSDN6SHJxYXRDK2VYbkd6WmYvK3RON3ppaUkzajZRcjViWmh5WCtpcXhlcmdYY1QwTGdmaHNpaXdGd0JkQ3g0bjlPRGFqKzBIbVlUK014WDRjV3o3NzRhNnJRdDBYcjUzMFRJZWVVOXN6cHhvTDd2d3Ftajd6ZmU1YVBBYjJ3MWpzeDdHZDdOY2Y3dG9xQU1EQWxsYWVtY0JnN0lleDJJOWp5MmMveWk1YkNVZEowWmhqd2RNYVJ6L09EYWRSL2NuTHhuemROYk1jMkwvem91TEtDd0FkYUwvbmtSUDZIcTJDL1RneDFkWFZicHNxWHhlUnVRQlFZblBnczZIWlUzNFJDQUQwYkE0ZC8va25MTHJyNWpHblhoelkwZ28xNElXak5BUUFHRzdkZzB6ZnhOOUVyZ2E4V0hUUE4rQW9LeDV6WE93cTBsMzk2UHo5czRjdEFCMFFlZUpsVkZ4MUlXWi83Wk1RMVFZQVNIWDJvT1gyQnlmOC9ETSt0bXIwdmgyL2VoTHh0N2ROK0w1RE85b1JYZDJFMEptbkFBQ0tWaTZGLzlSNkpOWnZuL0JqVEdlYjBuRThFR3ZGd1dWMjdmZXBBZnV2QVV6SmxYY3VCQjJubWZXTHo5SWh5dzVzYUZ6cURKazgwY1QwcjI2Q1o5NHMxTnh3TmZwZjM1Q1g2K0w0R21kandZKytBZ0JJck44QkFBZ3NxY2RRMng0b0RoWEY1eTBiOTBXWXI3RnU5T1BnYVkyb3ZPckNNUmM4aTcrMURmRzNKaDRyTXM0emd4RU02aVBYTmRDaEQrckliVEI3cGtMR2ZoeFp2dnBCNW1FL2pNVitITm5KNk1kdzYxNXMvdElQRForZHhzZCtHSXY5T0RKVFhuOG9BdC84V2dCQTE1Lytlc1NidWFvcjRLd3FoU2dDbTg4RDFhQXpKRXgzN0lleDJJOGpPeG45NlBqbEU0Y2RXL3JmdDQ5K0hIbnNoY091RTFMK3dYZkR0MkRrT1laYjkzQVJhQkxZanhOajg0VlhpZUJUQUZRVmd2TTlaYWkxZTgwZWE4TDBkQWJ4OWR2aHJodDVzMGF5STRLZVoxYWo2TndsbzR1cjNVKy9OcW5Iek1ZSEVWdTNCYVdyemhsemZHQmpDN2JjOUdQb3VTUHZDTlNTS1VTZWVBblZmLy8rMFdNN2YvaWY0KzVtSEkrN3JncGwreGVkKzE1Y2k3MFBULzduSkh0LzgrZlJoU0FBcUxyMlltempRaEM2c3luOE90Nk9vZEZlWUV0MklQZmx2WHMzVE5sMyszRWg2RGdVejUwYnNObmt5d0twQTRDWnFodFgrR2VZUGRhRURHNXZCdzVzQ3p4M0NYcGZXRHZtNjdwKzRndVdBNXQzam51eHhBTWNaY1ZJTkRWamVGZm42REdiMzROWm43OTY5UE9PQjU5RTUzOC9jOEt6MElrNXNNWHhUNE9kQno3WEFEeTBhOXVtRjh5ZXJWQ3hIMGZIZmt3ZjdJZngySStqWXorbUQvYkRlT3pIMFpuUmorQ3lCYkQ1UFVqdDZVYnZDMnZHZkUzTEh2eGhkZlYxSDBEMWRSK1l4SGRqYmV5SDhkaVBvek9qSDQ3eThKanJsd3hzYWpucTdYV2VFbTVDMkk4VE4zUHVvamtDL0lkQXZBQXcxKzdGcGQ1SzJBcmt1a0FISkRzaUdOeldodmo2SGVqODNiUFFzem1VWFRLeW1KTHU3a2ZYLzB6c2xHeUgydk9ycDFCeXdSbElkZldObmg0dU96QjAxRVVnQUFpZXNSQlZmM2Z4bUdNTnQ5K0lycWRld2I3SFhrQnFUL2RSNzE5ei9ZY0JSVUZzN2VaSjdTSTYxTUNtRmd5MzdoMWRIQXNzbVErYjF6WGgwOHROUjFsZHcvOE1kS0kxTTNLOUpGMUhyNTdOZmJxalkxT2YyYk1kemRUZmx6Y0ZCVzNlTHdya01nQndpWUlyL2RVSTI2YnVoUklQbFkwTmpINGNXTFlBQUtDNERzNmV6MU1TSE5nQ0dWdXpDYk0rZCtXWXI1V3RPZ2VLMHo0eVkzendzSGV6a0RsYU1nTjRLTDdyNEFIQjQrbDQ5eTFtemxUbzJJL2p3MzRVSHZiRGVPekg4V0UvQ2cvN1lUejI0L2prc3g5bGw2MEVOQjJ0ZHo1ODJDNkY0YmJPSTk2UGpvNzlNQjc3Y1h6eTJRLy93b09ubk0wTkpUSFVPdmxybGREaDJJOFRVMU96b05LbXFnK0lTQUFBcWxVM3JpK2FDNWRpTTN1MFNZczg5aUkyM2ZDdjJIM2ZINUdOSnVCYlVJZkFzZ2JvT1EwdHR6OElMWm1lOUdPbWU2TFk5czI3MEg3UEh5WjhuNHFyTDBUOTl6NFB4YUdpNjhtWDBmL0tXOEQrVThxVlgzRStUbjN3dTJqODZkZFE5YkZMNEsyZmRkajlpODVkZ3NEUytZaXQyNElkMzdrWGVqWTM2YmtQNkg3NjRPNWxzU2x3MXhiR0d3THk1YTFrRkM4TmQ0K2MvMDNYVXhEOTMzWTVjdXZNbnV0WXVDTm9rbXJtTGJwVVYrVHJBdGdCNEZ4M0NaYTdpcUFVeU9yMm9lOGFPWEMrUzlYbkdUMlc3dTQzNUhrVXR4UGUraHI0R21yaFcxQUhSMGtJa1NkZlJzK2ZYMGVpcVJudVd5cFJjZFdGMlBmSVg2QUd2S2k4NXFMUisrNSs0REdlSTNzS1NHbzVQRFhRaWU3Y3lNVXRkZWlidEF4dTNidDM3NVRkNGpqVnNSOFR3MzRVUHZiRGVPekh4TEFmaFkvOU1CNzdNVEVuc3gvZWhsb1VuWE1xMm43eW0zRlBmVDJ3cVFYYnYza1hmQXZxSUk2Ukh4YnIyUnl5OFVHVVhuelc2TFdGYUN6MnczanN4OFNjN05jZmgxNTdjSEJyRzJEQXppYXJZejlPbUFxWC9XTWkrbG1Bd0NVS1BoNm9RWm5xTW51dUUyYnp1akRubGs5QnoyVFJmTnY5SjNSdG5QaGIyOGFjWXUxSW5ETktVZmZGYXhGWTFvQkVVek4yMy8vWXlNNC9SVkJ6L1lkUmZ2bTdSMjRvQWw5akhYeU5kU2k5NkN5MDMvc0g5TC82TmdCQURmbFI5NlZyMGYyL3I2SHRqb2VQdWZQb1dLSi8yNFJaMXgvY3lXamw3dlJrVS9obHJQWFFVOEs5aldHNUYyMmJKNzlDZUpKeElXZ1NhaHVXMUFMYUR3WHdBa0NONnNFbmc3VlQvb0pub3Rvdzg5T1h3MTRjUVBEMGhhUEhNMzB4QUlDenNtVDAySERiNU45Sll2TjdScmMxQWtCdytRS2M5dmdkZ0NMSTlNYXc5N2QvUHV5aVo1SEhYc1NzejMwSW1iNFlncWMxUWcyTW5DODB0bll6dXY4MCtTMldaS3dEVzZMZlNQWkJIK243c0dqNm5lM05HemFiUFZ1aFlqL0dWOGo5Y0pRVklUY3d6QjhjdndQN1lUejJZM3lGM0E4YUgvdGhQUFpqZkdiMlEzRzdVUGVsUzdIekI3OUN6N052SFBGMjBUYzJJdnJHeHNPT2g4NVl5SVdnY2JBZnhtTS94amNWWG44Y3VpTW9jWXpUd3RHeHNSOG5ybVp1NHlraXl0Y0JPQVRBZWU1U05Eb0Rabzkxd213ZUYrWjkrM1BJRFNXeDZjWWZZS2g1ZDE2ZnoxRVNRdFcxRnlOOHdRckUxbXpDbGkvL0NJbW01b00zMEhUcyt2Zi9SdlNOamFpNTRlclJGaVdhbXJIdGxwK043bFFTbTRMWlgvMDRPaDc2RTdxZWVNbVEyWklkRVF6dGFJZG4zaXlrdS9zeHVLUGRrTWN0Tk1OYUR2ZEdkNkpmeXdBQWRGM3JUVUs1WmwvYjIxR3paNXNJTGdSTlVIVjF0UnVpM3lwUTVnSkF1YzJKejRabVQva1hRZGovN3JHTy8vd1RGdDExOCtpN1lBQmdZRXNyMUlBWGp0S1JDejBPdCs1QnBpOCs0Y2RWQTE0c3V1Y2JvMXVlRHhDN2luUlhQenAvLyt4aEw0QU9pRHp4TWlxdXVoQ3p2L1pKaURxeVRUVFYyWFBjNTZza1kyMUt4L0ZBckJVSDEvZTEzNmNHN0w4ZVdlaW15V0kvRGxmby9SQ0hIZlczM1FCRnRXSDdQOTJEWkVma3BEMzNWTWQrR0l2OU9GeWg5NE9PalAwd0Z2dHh1S25RRDlYdndZN3YvK0tZNS9TbnlXRS9qTVYrSEc0cTlBTUFGSmNEN3RuVkI3K3ZqVndJT2xIc3g0bXBtdDA0UzFUSGd5SUlBMEN0M1l2TGZKVUYwWXNEdEdRYUExdGJFVnUzWmZTWXplZEJ6ZlZYby92UHI0OWNYMHc3OG82YVhES0ZWR2NQaGxvNjBQdmNtaVBlN2dBOWswV3lJeko2clNGM1RRVktMam9iTm84TGlRMDcwUDZMUjZFTnA0NTQvOWlhVGRodzNSYVV2dTlNVkZ6NUhyVCs2TC9Hbks3T3QyZ3VkdDMxTzZRNmV5Ynh1M0JzbTI3OEFRSkxHekRVc252YzFrMTNXVjNEbndmM1lWczZjZUJRRklJdjdOdnlkcHU1azAwY0Y0SW15T1lMcndMa0dnQ3FDc0g3dk9Xb3RYdk5IbXZDOUhRRzhmWGJSeS9zbGV5SW9PZVoxU2c2ZHdtd2YxdDM5OU92VGVveHMvRkJ4Tlp0UWVtcWM4WWNIOWpZZ2kwMy9maW8ydzYxWkFxUkoxNUM5ZCsvZi9UWXpoLytKN0xSeEJIdlF5ZEhkemFGWDhmYkQ5M2l1Q1U3a1B2eTNyMGJ1Q1g2T0xFZmh5djBmdFI5NlZwNFpvK2NFM2ZoWFRlajVWOStpZWpxcHBQMi9GTVYrMkU4OXVOd2hkNlBBL3luMXAvUXFTV21HL2JEZU96SDRhWkNQOUpkZlZ3RU1oajdZVHoyNDNCVG9SL1lmMW80c2UzL0FidW1JYkY1NTZRZmd3NWlQMDVNYlcydFMzZW9QeExCWWdCd1F2RFpZRjFCblJKdXowTlBZYzlEVHgxMlBEY3doSjAvK05XRUhxUHpOMzlHNTIvK1BLSGJSbGMzWWMycUc4Y2NHMjZQWVBkOWY1emd4UHRwR3JyLzl6VjAvKy9oTGN2WHZ6SDBiQTZ4Tlp2eTh0aUZvRE03aktjSE81R0dCbDNYTlIxNE9CUHZlY0xzdVNhREMwRVRNSFB1b2prQy9JY0FIZ0NZYS9maVFrODViQVZ5WHR3RGtoMFJERzVyUTN6OURuVCs3bG5vMlJ6S0xqa1gySDl1M0FNcjBaT3g1MWRQb2VTQ001RHE2aHZka3BnZEdEcm11U2VEWnl4RTFkOWRQT1pZdyswM291dXBWN0R2c1JmNGp5T1RaSFVOL3pQUWlkYk1JREN5SmJwWHorWSszZEd4cWMvczJRb1YrM0ZrSjdNZm5ubXpVSHZEaHljOTQzakVib04zZnUzbzV6YXZDL1hmK3p5MjN2eFR4Ti9jYXNoekZDTDJ3M2pzeDVFVit1dVB5bXN1d3N6UFhJN0lveTlnMTg4Zk9lbzdESzJBL1RBZSszRmtadmRERFhqaEtBbE5ldTREeE01L3doK0svVEFlKzNGa1p2Y0RBUHluekIzOWVMQzU0Nmk3QnNaVGRNNFM5TCsrd2ZLdlBjQitHRUhnQ254RVJGa0ZBRFlJUGhtc1JaM0RaL1pjaGNmQzE5c3BGRWt0aDUvMU55T21qZXlFRXBHZFNSMC8zRmRnMXhIanE4aGptREYzY2JWTlZSNFFRUUFBcWxVM3JpK2FDNmRpTTN1MFNZczg5aUlpajcwNCtybHZRUjBDeXhxZzV6UzAzUDdnbUcyRUU1WHVpV0xiTisrQzRuU2cvcmJySjNTZmlxc3Z4TXhQWHc2eEtlaDY4bVhZUTM0VXJWd0tzYXNvditKOGxGLytiZ3hzYVVQMGJ4c1IrOXRHREc2MzVua256ZkJXTW9xWGhydEg5学习辅助9yZWdxQ2Y5dmx5SzB6ZTY1Q3hYNGMzY25zeDlDT2RtejV4enNuUGVPRTZUcjBiQzUvajE4QTJBOWpzUjlIVjhpdlA0TExGMkRtZFI4RUFKUmZjVDQ4YzZxeDQ3djNJUnNieU12ekZRTDJ3MWpzeDlHWjNZL1NWZWNnZVBxaVNjOTlnSHRtK1FSdVpSM3NoN0hZajZNenV4OEFFRGkxZnZUanhJWWRrNXJmZjJvOTVuM25zNGkrc1JFN3ZudWZKVS90ZENqMjQ4VFV6RnZVQUpHdkNlQVZBR2U0aW5HbU8yejJXRVNHUzJvNVBCVGJoZmJzTUFCQWh4N1ZzdHJuOSsxb0twaFR3aDNBaGFDalUrMnEvZzhpK2xtQXdDMDJmRHhRVTFCYkhJL0U1blZoemkyZmdwN0pvdm0yKzA5bzIyRDhyVzBJblhuS01XL25uRkdLdWk5ZWk4Q3lCaVNhbXJINy9zY3dzS2tGVUFRMTEzOFk1WmUvZStTR0l2QTExc0hYV0lmU2k4NUMrNzEvUVArcmJ4LzNmRFF4UGRrVWZobHJQWFJMOU5zWWx1NHJDYlFBQUNBQVNVUkJWSHZSdG5ueXI1QUo3TWZFbk14K1dQMGZPdm5FZmhpTy9aaUFrOVdQa3ZlZGhkS0x6anJ1T2Q5SlZBVUQydzcrbTBIc0tpcXZ2aEM3NzMvTXNPY29KT3lINGRpUENURHozeStkLy8wTSt2KzYvcmhuYi9qQkZ4RlkxbkRjOTU5TzJBL0RzUjhUWUdZL3hLN0N0NkR1NEN3Ykp2NTkyRHd1elBuNkp3RVJoTTQ4QlEyMzM0aHQzN3A3MGp1S3BndjI0NFNwWWxQdWdZNEYvNSs5T3cySXFuejdPUDQ3TXl5eUNBb3VxQ2hVdUdTbVZwcFd0bHRxV2xtbUxWWm1scVZsWlp1Vm1abXRwajMrMnpkYjFMU3lVdHUxYk45TUs1ZlUzQVVSVUFRRjJXSE9lVjRBb3dTWXlwR1JPZC9QcXpuTG5MbG1pbC9UdWVhK2J4bFNwQ3RRbDladm9SQ2o3aldOZ2YyeExFdS81V2ZvMTRLZFpkdnlXTks0cFBVckYvbTZ0a05CSTJnLzRoTGFIeSs1UmtsR2tDSHB2TkFtYWg4Y2NRRFBQTEs1USt1cDlmaWI1TWtyMEtwUms1UzNZZXRoZmIyZ1JnM1UvS3JlaWo2M203S1dyTkthMFZPMForV0d2U2VZbGhLZmYwKzdGLyt0dUZzR2VvZFk3MW01UVd2dmYrNlFmcW1EZzVOdmV2VEs3azNhWlJaTGtpekx6Q2lRNjRxMExjdDIrN3EydW9yOHNBZjVjZVFqUCt4SGZ0akRydnpZdWZCWDdWejQ2Mkd0MWFuSUQvdVJIL2JnKzhlUmoveXdIL2xoRDd2eUkvNjJLeFVTMTZ6UzlYTldiL1krYmphZ3A1b042Rmx0TFh1Vzd4MHgxR2JpU0JXbVpxZ3dOY083citHcG5aU3g2UGVhditrNmh2eW9zWUQ0ZHAwZk1ReWRJVWtCTW5STlJKeGFCb2I2dWk3QWRobWVJbjJXbTZwOHk1UmxXWmFrK1o2Y2tsbWwvZU82aDBaUU5ab2YzYjZWRVJEMGxtR29vU1RGQjRhcFYzaU1BZzJYcjBzN1lHWkJrWEwrMmF5c1A5WjQ5N25EUXhVM2NxRFNGL3lxakcrWDduZGVXRTlCb1FwVGR5cHZZN0l5RmkzNXo5ZXppa3RVa0x6ZE85ZHVTRnlNR3ZVNlZlN1FldHF6WXIyU1hwdTczMStiWkMxWnBSWFhyMUhqODdzclpzQTUyanhsSnY4VFZRdEtMRk1MY3RPMHRzaTdVT1Z1R2JvMWJjMnlPamZFOFVoQmZwQWZUa0YrMkkvOElEK2Nndnl3SC9seEJPZUhWYnJvZE42bWJjcmZ1djIvUDRqOTFXeFpLdHFScVYyL3J0Q3VYdzU5WkZGZFJuN1lqL3c0OHZKank3T3pEK0xkNDBDUkh6Vm14TFU1L253WkdpNUpMa2w5dzJKMFdtZ2pYOWNGMks3UTlHaG1kcUsybGswSkp5blZNUFZVWFY1SHJHNnQ5bGRMWW1OalE5emhVZE5kaHVzeVNRcVdvWWNiSGNlQ1p3ZkxNRmp3ckE3WVdweXJSelBXS01zc2tXVlpwaVc5Vkp5ZGZtOUtIVnZ3N0VoQmZ0aUUvS2dUeUE5N2tSODJJVC9xQlBMRFh1U0hUY2lQT29IOHNCZjVZUlB5bzA0Z1AycW1lWnMyallMY0laL0swc21HWVJqdGd5SjBXOE1FTlhBSCtibzB3SGJ2WlNkcFhrNktkK2lQeDdTdVNWcTdmSmFrNm45VmNJUmpSRkJsaHJ0K28rc05xWS9LaGpnT2lZem5TOUNoNEV2UUVhL0E5T2k1WFJ1VVpaYXVuV0lZeHFZQ1M1UFQrQkowcU1nUHU1QWZSenp5dzNia2gxM0lqeU1lK1dFNzhzTXU1TWNSai95d0hmbGhGL0xqaUVkKzFGaEFvQ3RrdkNHam13d3AzQWhRdi9CbU5JSGdkeXpMMHNyQ0xIMlR0ME9XZDEwZzg0Mmt0U3RtK3JxMm1xSVI5Qzl4clR1MGM4bTZYVExDREVtbmhUUlM5NUJvWDVjRjJLN0E5R2g2VnFLU3lvWTRXckoybXlYbWlMVDFLeGtTZllqSUR6Z0YrV0UvOGdOT1FYN1lqL3lBVTVBZjlpTS80QlRrUjQwWmNXMDZEamRrakZEWjlGSVhoemRYNStBR3ZxNExzTjBlczBSemM3YVZqeHkwSlAzb01Rc20rTG91TzlTZENWOXJSNERoZHIxc1dVcVFwRWhYb0M0T2I2NFF3KzNydWdCYldaYWwzL0l6OUd2QnpySnRlU3hMNDVMV3Ixems2OXJxTVBJRGprQitIQmJrQnh5Qi9EZ3N5QTg0QXZseFdKQWZjQVR5bytaaTIzVHFhcmhjOXhxRzNKTFVJeVJhdmNOajVESlljUVQrWjM3T051ODZZb2FNYk1zMEp5V3ZXNWZpNjdyc3dJaWd2UUxpMjNWK3hEQjBoc3FHUkY4VEVhZm1nU0crcmd1d1hZYW5TSi9scGlyZk1zdTcyL005T1NXelNwZXl4U0VnUCtBWTVJZnR5QTg0QnZsaE8vSURqa0YrMkk3OGdHT1FIelVUbFpBUTRYYnBOc05RbkNURnVJTTFzSDVMQlJxTUxZQi9zU3hMZnhUczBtZTVhZVhicGd4alZ1SzZsVi80dWphNzBBZ3FaY1MxNjNpeERBMVgyVENwdm1FeE9pMjBrYS9yQW14WGFIbzBNenRSVzh1R1JFdEtOVXc5bFp5OEt0TzNsZFZaNUFjY2cveXdIZmtCeHlBL2JFZCt3REhJRDl1UkgzQU04cVBtSXQxaHQ4dlFJRW1xWjdoMGFmMVlOWElIKzdvc3dIWWJpM00wUFR0eDd3NUQ4NHV5ZHR6dHk1cnNSaU5JVXZNMmJhSU53eGdyeTRxU1lhaGpjQVAxQ1cvbTY3S0F3MkplempZdEx0ajduY2UwTkNacDNmS2xQaTJxRGlNLzRDVGtoNzNJRHpnSitXRXY4Z05PUW43WWkveUFrNUFmTlJQWHVrTmZ5MldNTWFSQVNlcFJ0bzRZVThMQjN4U1lIbjJhazZwMFQ2RlV1bzdZS3JOWTQxSlNVdko4WFp1ZGFBUkpBWUd1a1BHR2pCTmtTT0ZHZ1BxRk5WTURkNUN2NndKc1pWbVdWaFptNlp1OEhiTEs1OFdWK1ViUzJoVXpmVjFiSFVaK3dCSElqOE9DL0lBamtCK0hCZmtCUnlBL0RndnlBNDVBZnRSY2k0U09zWVpia3cwcFRKTGlBa0kxSkRLZUtlSGdkOHFuaEZ0Y2tGbWVGL21HYVUxTjJyQml0YTlyczV2VEcwRkdYSnVPd3cwWkl5VEprSFJ4ZUhPMUQ0N3dkVjJBN2ZhWUpacWJzMDFaWmtuNXZMZy9lc3lDQ2I2dXF3NGpQK0FZNUlmdHlBODRCdmxoTy9JRGprRisySTc4Z0dPUUh6VVRHeHNiNGc0d3hoaUdrU0JKamR4Qkd0N2dhSnBBOEV1cmlySTFMV3Z6UG91R21YTUtjd0w5Y2gweFIvOEZ0Mng5L09tR3kzV3ZZY2d0U1QxQ290VTdQSVloanZCTDgzTzJhVzNSSGttU0lTUGJNczFKeWV2V3BmaTZycnFLL0lDVGtCLzJJai9nSk9TSHZjZ1BPQW41WVMveUEwNUNmdFNNT3p5NmoyRm9xS1NBQUJrNk83U0o0Z1BEZkYwV1lMdjBra0xOeWs1U251V1JTanMvYTBweVBLTlRVdjd3cXluaHlqbDJSRkJVUWtLRU84QjFoeUhGU1ZLTGdCQU5yTitTN2piOFR2a1F4ODl5MDhxM1RSbkdyTVIxSzcvd2RXMTFGZmtCcHlBLzdFZCt3Q25JRC91UkgzQUs4c04rNUFlY2d2eW91WllKSFk0eHBEY05HV0dTbEJBWXByNWh6ZVNtYVF3L1UyS1oranduVlp1TGM2WFNLZUV5ckJMUHNPVGtWWm4vK2VRNnlyR05vRWgzMk8yUzBVK1M2aGt1RGF3ZnEwYnVZRitYQmRodVkzR09wbWNuN3QxaGFINVIxbzY3ZlZsVFhVZCt3Q25JRC91UkgzQUs4c04rNUFlY2d2eXdIL2tCcHlBL2FpWXU3dGhtUmtEQU5NTlFoQ1RGQm9Sb1pNTUUxWE81ZlYwYVlMdS9DbmJyKy96MDB2bmZMS3RRaHA1T0RQTDg0ZXU2RGlkSE5vTGlXbmZvYTdtTU1ZWVVLRWs5UWhycHBIb05HUklOdjFOZ2V2UnBUcXJTUFlXU0pFdldLck5ZNDFKU1V2eHlpR050SUQvZ0ZPU0gvY2dQT0FYNVlUL3lBMDVCZnRpUC9JQlRrQjgxRnFCNmdWY2JobldLWktpZTRkSTFFWEZxRWxEUDEzVUJ0dHRaVXFnM3NqYnZPeVhjTXVVYnIyakw2aUpmMTNZNE9hNFJGTit1Yzd4a1RqYWtNRW1LQ3dqVmtNaDRoa1RENzVRUGlWNWNrQ21yZEloanZtRmFVNU0yckZqdDY5cnFLdklEVGtGKzJJLzhnRk9RSC9ZalArQVU1SWY5eUE4NEJmbFJjM0VKN1k4M0ROY1lTVUdHcEROQ0dxdDljSVN2eXdKc2wyOTY5TXJ1VGRwbEZrdVNMTXZNS0pEcmlyUXR5M2I3dXJiRHpWR05vTmpZMkJBWjFqaERyZ1JKYXVvTzF2QUdSL01sQ0g1cFZWRzJwbVZ0TGgzaUtFa3k1eFRtQk00cWJYVGpZSkVmY0JMeXcxN2tCNXlFL0xBWCtRRW5JVC9zUlg3QVNjaVBtbWwrZFB0V1JrRFFXNGFoYUVtS0R3eFR2L0JtNUFYOFRvbGxha0Z1bXRZVzdTbmZ0VnVHYmsxYnMyeUxieXVySFk1cUJMbkRvL3RJeGhXU0FnSms2UHl3cG9vUERQTjFXWUR0MGtzS05TczdhZDhoam10S2NqeWpVMUpXTUNUNkVKRWZjQXJ5dzM3a0I1eUMvTEFmK1FHbklEL3NSMzdBS2NpUG1vbVBqNjluQlFWTU1ReDFsS1JnR1JvZWVSUlR3c0V2cFpiazY0dmNWQlhKbEdWWnBpVzlVNXk5ODJOZjExVmJITk1JYXBuUTRSaERldE9RUWlVcElUQk1QVU9ieXMyOHVQQXpKWmFwejNOU3RiazRWeW9kRXAxaGxYaUdKU2V2eXZSMWJYVVYrUUduSUQvc1IzN0FLY2dQKzVFZmNBcnl3MzdrQjV5Qy9LZ3hRL1VpTGpjTVZ4OUpjc3ZRa01oNEhSVVU3dXU2QU5zVm1CNDl0MnVEc3N3U1NaSmhHSnNLTEUxT2M5QTZZbzVvQkxWSTZCanJEbkJOTXd4RlNGSnNRSWhHTmt4UXNNdnQ2OUlBMi8xVnNGdmY1NmVYam4rMnJFSVplam94eVBPSHIrdXFxOGdQT0FuNVlTL3lBMDVDZnRpTC9JQ1RrQi8ySWovZ0pPUkh6Y1MxN3RCT2huR3ZJWVVaa2s2dUY2WHVJZEcrTGd1d1hZSHAwZlNzUkNXVjVFdVNMRm03elJKelJOcjZsWTZZRXE2Y0V4cEJBWUVCMW8yR1laMGlHUW94M0xvbUlvNGhqdkJMTzBzSzlVYlc1bjJIUkM5VHZ2R0t0cXd1OG5WdGRSVDVBY2NnUDJ4SGZzQXh5QS9ia1I5d0RQTERkdVFISElQOHFMRUF3KzE2V1phT2xTRkZ1Z0oxYWYwV0NqRm9Hc08vV0phbDMvSXo5R3ZCenJKdGVTeHBYTkw2bFl0OFhWdHQ4L3RHVUZ4QysrTWwxeWpKQ0RJa25SZmFSTzJESTN4ZEZtQzdmTk9qVjNadjBpNnpXSkprV1daR2dWeFhwRzFadHR2WHRkVlY1QWVjZ3Z5d0gva0JweUEvN0VkK3dDbklEL3VSSDNBSzhxUEdBdUxiZFg3RU1IU0dKQVhJMERVUmNXb1pHT3JydWdEYlpYaUs5Rmx1cXZJdFU1WmxXWkxtZTNKS1pwWDJqNTNGNWVzQ0RxZm1SN2R2WlFRRXZXVVlSa05KaWc4TVU2L3dHQVVhZnYyMjRVQWxscWtGdVdsYVc3U25mTmR1R2JvMTdaOWxqaHJpYUNmeUEwNUJmdGlQL0lCVGtCLzJJei9nRk9TSC9jZ1BPQVg1VVdOR1hKdmp6NWVoNFNxN01kdzNMRWFuaFRieWRWMkE3UXBOajJabUoycHIyWlJ3a2xJTlUwODVkUjB4dngwUkZCc2JHK0lPQ3BoaUdPb29TY0V5TkR6eUtFVzdnMzFkR21DNzFKSjhmWkdicWlLWnNpekx0S1IzaXJOM2Z1enJ1dW9xOGdOT1FuN1lpL3lBazVBZjlpSS80Q1RraDczSUR6Z0orVkV6emR1MGlUYmNyb2RrV1ZFeURMVUxpbENmOEdhK0xnczRMT2JsYk5QaWdyMDlIOVBTbUtSMXk1ZjZ0Q2dmOHRkR2tPR3UzK2g2UStxanNpR09ReUxqZFZSUXVLL3JBbXhYWUhyMDNLNE55akpMSkVtR1lXd3FzRFE1TFNVbHo5ZTExVkhrQnh5RC9MQWQrUUhISUQ5c1IzN0FNY2dQMjVFZmNBenlvOFlDQWwwaDR3MFozV1JJNFVhQStvVTNVd04za0svckFteGxXWlpXRm1icG03d2RzcnpyQXBsdkpLMWRNZFBYdGZtU1h6YUM0bHAzYU9lU2RidGtoQm1TVGd0cHBPNGgwYjR1QzdCZGdlblI5S3hFSlpVTmNiUms3VFpMekJGcDYxY3lKUG9Ra1I5d0N2TERmdVFIbklMOHNCLzVBYWNnUCt4SGZzQXB5SThhTStMYWRCeHV5QmdoU1lha2k4T2JxM053QTEvWEJkaHVqMW1pdVRuYmxHV1dsSzhMOUtQSExKamc2N3A4elI4bml3MHczSzZYTFVzSmtoVHBDdFRGNGMwVllyaDlYUmRnSzh1eTlGdCtobjR0MkZtMkxZOWxhVnpTK3BXTGZGMWJIVVord0JISWo4T0MvSUFqa0IrSEJma0JSeUEvRGd2eUE0NUFmdFJjYkp0T1hRMlg2MTdEa0Z1U2VvUkVxM2Q0akZ5RzRldlNBTnZOejlubVhVZk1rSkZ0bWVhazVIWHJVbnhkbDYvNTI0aWdnUGgyblI4eERKMmhzaUhSMTBURXFYbGdpSy9yQW15WDRTblNaN21weXJmTTh1NzJmRTlPeVN4SmxxOXJxNlBJRHpnRytXRTc4Z09PUVg3WWp2eUFZNUFmdGlNLzRCamtSODFFSlNSRXVGMjZ6VEFVSjBreDdtQU5yTjlTZ1lZL2pnK0FrMW1XcFQ4S2R1bXozTFR5YlZPR01TdHgzY292ZkYzYmtjQ2ZHa0ZHWEx1T0Y4dlFjSlVOZGVvYkZxUFRRaHY1dWk3QWRvV21Sek96RTdXMWJFaTBwRlREMUZQSnlhc3k5LzlNVklQOGdHT1FIN1lqUCtBWTVJZnR5QTg0QnZsaE8vSURqa0YrMUZ5a08reDJHUm9rU2ZVTWx5NnRINnRHN21CZmx3WFlibU54anFabkorN2RZV2grVWRhT3UzMVowNUhFYnhwQnpkdTBpVFlNWTZ3c0swcUdvWTdCRGRRbnZKbXZ5d0lPaTNrNTI3UzRZTzkzSHRQU21LUjF5NWY2dEtnNmpQeUFrNUFmOWlJLzRDVGtoNzNJRHpnSitXRXY4Z05PUW43VVRGenJEbjB0bHpIR2tBSWxxVWZaT21KTUNRZC9VMkI2OUdsT3F0STloVkxwT21LcnpHS05TMGxKeWZOMWJVY0tmMmtFQlFTNlFzWWJNazZRSVlVYkFlb1gxa3dOM0VHK3JndXdsV1ZaV2xtWXBXL3lkc2dxbnhkWDVodEphMWZNOUhWdGRSajVBVWNnUHc0TDhnT09RSDRjRnVRSEhJSDhPQ3pJRHpnQytWRnpMUkk2eGhwdVRUYWtNRW1LQ3dqVmtNaDRwb1NEM3ltZkVtNXhRV1o1WHVRYnBqVTFhY09LMWI2dTdVamlENDBnSTY1TngrR0dqQkdTWkVpNk9MeTUyZ2RIK0xvdXdIWjd6QkxOemRtbUxMT2tmRjdjSHoxbXdRUmYxMVdIa1I5d0RQTERkdVFISElQOHNCMzVBY2NnUDJ4SGZzQXh5SSthaVkyTkRYRUhHR01NdzBpUXBFYnVJQTF2Y0RSTklQaWxWVVhabXBhMWVaOUZ3OHc1aFRtQnJDUDJMM1grcjc5bDYrTlBOMXl1ZXcxRGJrbnFFUkt0M3VFeERIR0VYNXFmczAxcmkvWklrZ3daMlpacFRrcGV0eTdGMTNYVlZlUUhuSVQ4c0JmNUFTY2hQK3hGZnNCSnlBOTdrUjl3RXZLalp0emgwWDBNUTBNbEJRVEkwTm1oVFJRZkdPYnJzZ0RicFpjVWFsWjJrdklzajFUYStWbFRrdU1ablpMeUIxUEMvVXVkSGhFVWxaQVE0UTV3M1dGSWNaTFVJaUJFQSt1M3BMc052MU0reFBHejNMVHliVk9HTVN0eDNjb3ZmRjFiWFVWK3dDbklEL3VSSDNBSzhzTis1QWVjZ3Z5d0gva0JweUEvYXE1bFFvZGpET2xOUTBhWUpDVUVocWx2V0RPNWFSckR6NVJZcGo3UFNkWG00bHlwZEVxNERLdkVNeXc1ZVZYbWZ6N1pnZXAwSXlqU0hYYTdaUFNUcEhxR1N3UHJ4NnFSTzlqWFpRRzIyMWljbytuWmlYdDNHSnBmbExYamJsL1dWTmVSSDNBSzhzTis1QWVjZ3Z5d0gva0JweUEvN0VkK3dDbklqNXFKajI4Zm80Q0FhWVloNzV5UlRRTHE2ZFBjVk44V0Jod0dCYVpIMytlbmw4Ny9abG1GTXZSMFlwRG5EMS9YZGFTcXM0Mmd1TllkK2xvdVk0d2hCVXBTajVCR09xbGVRNFpFdys4VW1CNTltcE9xZEUraEpNbVN0Y29zMXJpVWxCU0dPQjRpOGdOT1FYN1lqL3lBVTVBZjlpTS80QlRraC8zSUR6Z0YrVkZ6WmxEZ2VTNVozVXBYRVN2MVEvNU9uOVlFMUFaTCtzdk1OVjlWMHVvaVg5ZHlwS3FUamFENGRwM2pKWE95SVlWSlVseEFxSVpFeGpNa0duNm5mRWowNG9KTVdhVkRIUE1OMDVxYXRHSEZhbC9YVmxlUkgzQUs4c04rNUFlY2d2eXdIL2tCcHlBLzdFZCt3Q25JRDVzWUtwU01Ra24xZkYwS1VHc3NLNzFBeHBWcFNTdDMrYnFVSTFtZGF3VEZ4c2FHeUxER0dYSWxTRkpUZDdDR056aWFMMEh3UzZ1S3NqVXRhM1BwRUVkSmtqbW5NQ2R3Vm1takd3ZUwvSUNUa0IvMklqL2dKT1NIdmNnUE9BbjVZUy95QTA1Q2Z0akR6QzM1MmhVZWVJZGxsYTRuQmppQngyTittN1orNVJaZjEzR2txM09OSUhkNGRCL0p1RUpTUUlBTW5SL1dWUEdCWWI0dUM3QmRla21oWm1VbktjL3lTS1hmZk5hVTVIaEdwNlNzWUVqMElTSS80QlRraC8zSUR6Z0YrV0UvOGdOT1FYN1lqL3lBVTVBZjlrbE9YcFVwNlMxZjF3SGd5Rk9uR2tFdEV6b2NZMGh2R2xLb0pDVUVocWxuYUZPNW1SY1hmcWJFTXZWNVRxbzJGK2RLcFVPaU02d1N6N0N5LzZEakVKQWZjQXJ5dzM3a0I1eUMvTEFmK1FHbklEL3NSMzdBS2NnUEFLZ2RkYVlSMUNLaFk2dzd3RFhOTUJSUnZxOUpRRDE5a3B2cTI4S0F3NkRBOU9qNy9QVFM4YytXVlNoRFR5Y0dlZjd3ZFYxMUZma0JKeUUvN0VWK3dFbklEM3VSSDNBUzhzTmU1QWVjaFB3QWdOcFJaeHBCQVlHNlNKYlZUZHI3NjVjZjhuZjZ0Q2FnTmxqU1gyYXUrYXFTVmhmNXVwYTZpdnlBVTVFZk5VZCt3S25JajVvalArQlU1RWZOa1I5d0t2SURBQTZmdXJQQ29Ha1VTRWFocjhzQWFwVmxwUmZJdURJcGFlVXVYNWRTcDVFZmNDTHl3eDdrQjV5SS9MQUgrUUVuSWovc1FYN0FpY2dQQURpczZzeUlvRUpQN2lmMUFzSk55MUtjcjJzQmFvdkhZMzZidG43bEZsL1hVZGVSSDNBaThzTWU1QWVjaVB5d0Iva0JKeUkvN0VGK3dJbklEd0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NIbCtIckF2NHRKaUdoY1ZCQTZBVXV1ZUo5WFF2Z3p5elRUQy8ybUora2JQeDdxNjlycVcyeHNjZEZ1Y05jZlF6RG5lRHJXZ0QvNTBuMVdBR2ZibDM3VjRxdks3RUQrUUhVcHJxZEgrUUZVSnZxVmw2UUQwQnRxbHY1WURmeUJxaE5SM2JlQlBpNmdIOExDZ3p0NDdKY1V3eEQwYjZ1QmZCcmJsZGVvT0ZxS09seFNaYXZ5NmxON3ZDQXN3eERVd3lwcWE5ckFmeWU1Y294NUtrbjZWbGZsMklIOGdPb1JYVThQOGdMb0JiVnNid2dINEJhVk1meXdXN2tEVkNManZDOGNmbTZnSDl6V2E2amFBSUJoNThoaFJxR2RVeDhmSHl3cjJ1cGJZWmx0RFJrOENVSXFBMkdFZTV5dVk2VzJnZjV1aFE3a0I5QUxhcmorVUZlQUxXb2p1VUYrUURVb2pxV0QzWWpiNEJhZElUbnpSRTNJbWhmQ1owN0srR0VFM3hkQnVCWGt0ZXYxK3BmZjVYcDhmaTZsQ05DWFB2Mk9yWmJOMStYQWZpZExhdFdhZTJTSmJJcy94MXdTSDRBaDRjLzVnZDVBUndlVzFhdDB0cWxTMldacHE5TE9XVGtBM0I0K09QM2lab2liNEREbzY3a3paSGRDRHJoQlBVWk90VFhaUUIrNWJmUFA5Yy92LzlPSTZoTWZQdjI1QXh3R0h3M1o0N1cvZkdITEQvT0d2SURPRHo4TVQvSUMrRHcrRzdPSEszLzgwOTU2bkFqaUh3QURnOS8vRDVSVStRTmNIalVsYnc1NHFhR0F3QUFBQUFBQUFBQWdEMW9CQUVBQUFBQUFBQUFBUGdwR2tFQUFBQUFBQUFBQUFCK2lrWVFBQUFBQUFBQUFBQ0FuNklSQkFBQUFBQUFBQUFBNEtkb0JBRUFBQUFBQUFBQUFQZ3BHa0VBQUFBQUFBQUFBQUIraWtZUUFBQUFBQUFBQUFDQW42SVJCQUFBQUFBQUFBQUE0S2RvQkFFQUFBQUFBQUFBQVBncEdrRUFBQUFBQUFBQUFBQitpa1lRQUFBQUFBQUFBQUNBbjZJUkJBQUFBQUFBQUFBQTRLZG9CQUVBQUFBQUFBQUFBUGdwR2tFQUFBQUFBQUFBQUFCK2lrWVFBQUFBQUFBQUFBQ0FuNklSQkFBQUFBQUFBQUFBNEtkb0JBRUFBQUFBQUFBQUFQZ3BHa0VBQUFBQUFBQUFBQUIraWtZUUFBQUFBQUFBQUFDQW42SVJCQUFBQUFBQUFBQUE0S2RvQkFFQUFBQUFBQUFBQVBncEdrRUFBQUFBQUFBQUFBQitpa1lRQUFBQUFBQUFBQUNBbjZJUkJBQUFBQUFBQUFBQTRLZG9CQUVBQUFBQUFBQUFBUGdwR2tFQUFBQUFBQUFBQUFCK2lrWVFBQUFBQUFBQUFBQ0FuNklSQkFBQUFBQUFBQUFBNEtkb0JBRUFBQUFBQUFBQUFQZ3BHa0VBQUFBQUFBQUFBQUIraWtZUUFBQUFBQUFBQUFDQW42SVJCQUFBQUFBQUFBQUE0S2RvQkFFQUFEaUFhWnErTGdFQUFBQUFBUGhBZ0s4TEFBQ25LOGpOMVZlelp1aUNvVGZJSFhEd3NWeGNWS1RBb0tCRGZ2MFBuNXVxOU9TdGlvcUpVVlRUWm9wdDNVYnR1cDU4eU5lVHBKL216MVhYODNzck9DU2sybk4ycG16VGhDc3ZVK01Xc2VyVyt3S2RjL2xWQ2d3T1B1RFgrUFd6VDdSMjZlOUs2SHlDVGpyM2ZJV0VoLy9uY3k1cjFWVFJNYzBVRmROTWpacTMwRTFQVFZaNFpJTURmazI3WktTbDZxVjdSbXZ3bUxFNnFzUHhGWTU5K096L2Fka1AzK25rWG4zVTlieGVpb2svcXNwci9QenhQUDAwL3lORk5tcXN5T2hHdXZDbUVRb0tycWZKTjExZnVxOVJZN1hyZXJLNjlEeS9sdDRWZk9HYjkyYXJTY3VXT3Ziazd2K1pIeS9lZlljeVUxTjA0ZkFST3VIc2MvL3oybXYvV0tydlAzaFA3YnVmcW02OUx6aW92OCtxN0U1UGx5eExEWm8wMmU5NUcxY3UxMWN6cDZ2TmlWM1V2VzgvaFliWDl4NjdzVXRIdVZ3dU5XamNXRTFheGVtMnFTOG9NRGhZeWV2WDZldlpNOVhwOURQVnZ2dXArODJlY2hNSEQxTERKazNWb0VsVE5Zcy9TdWRlT1ZpU2xKMlpxWWlvcUFOK1g4V0ZoVXBMM0tLV2Jkb2U4SFAydGVMSDcvWFVEVU1VSHRsQXg1MXltaTRkZFlkaUUxb2Y5SFd5TXpNMTgvRkgxTGJMeVRxMTMwVUhsSW43azVPMTJ5ZjVDQUFBQUFDd0h5T0NBTURINWt5ZG90Y2V1RmQzbk5ORHF4Zi9kbERQTGN6TDA5Mjl6dGFucjcxYzdUbDVPWHYwM0IyMzZyczU3Nmt3UDcvUzhkVy8vYUxQMzNoTk14K2ZxRGZHajYzeHFJSEVOYXMxNllZaHV1NzR0bnIxL251VXVHWjFsZWMxYXQ1Q3ZhOGRxcVZmTGRBTGQ5MnVPODQ5WFZrN2R4N3c2M1RwZWI3V0xsMmlTVGRjcDJ2YUg2TVpqejJpNHFLaS9UNm5LRDlmcVpzM2FkV3ZQK3UwaS9yNzVDYm5pcDkrMEozbm5xSFRMdXhmcVFra1NXdVdMTmJ5NzcvVmF3L2NxOUhubnFIdjVyeFg1WFYyYkUzU3p4L1AwK2R2dkNaM1lJRENJeHZJVTFLaTN6Ny9WQXVtdjZtdlo4MVFRcWNUYXVFZHdaZWF0R3FsQnkrOVVEZWMyRUVmdi9KaXRYKy91M2ZzMExmdno5YlNyeGRxL0tCTGRFdVBrN1g0aTgvMmUrMjJKM1ZSMnBiTm1uVERFQTN0MUU0L3pQM2drT3Nzek12VHhNR0RkTWU1cDJ2Tjc0djNlKzR4TGNVZHJRQUFJQUJKUkVGVXgzZFM2dVpObW5yclRicnhwT08xWk9HWDNtTjVlN0tWdW5tVDF2eStXR2NQdk1MYm5QcjU0N242NkxtcEdqL29FbDNWdXBXZUdYbWppZ3NMOS9zNlN4WitxWVV6MzlZSFV5ZXJWYnQyM3YyUFgzdWw3dTU5amo1OTdlWFM1dFYrZUR3ZVBUMThxRWFmZTdvV1RIL3pBRCtOaWpxZWZxWXV1bW1rVWpkdjB0ZXpadWl1bm1jcVpkUEdLczh0ek10VGZrNU9sY2Npb3FJVUZobXAvNDI2V1VNN3R0T1hiNzl4U1BWSTB2YkVMYnJwNU03NitKVVhEL2thQUFBQUFJQWpCeU9DQU1DSE5pei9TeDg5UDFVcWE2Qk11UHhTM2ZqNEpQVzg2dW9EZXY2TDk5eWh6WCt2MUtzUDNLdkVmOWJvNXFlbVZCb1ZFQnBlWHkwU1d1dVprVGNxY3Z3RHV1YUJoM1QrMVVPOHg2MTliaHczYk5KRTdidDFyOUY3K3ZuamVaS2szS3pkK21IdUIrcHcydW1LTzdaOWxlZjJHWHFEUHB2MnFwTFhyOVBXdGYvbzA5ZGYwZUQ3eG5xUDcwNVBWNFBHamF0OGJtQndzTVpNbTY1UlozWlgxczZkbWpOMXNoTFhyTktETTZ0dW5QeGJXR1RrSWIyL212aHAvbHhOdVhtWWhveWJvTE1IWFZIcHVHbWFXclA0VisvMnNJbFA2S3lCbCt1RC96MmowL3RmcXFaeDhWVmVOenFtZWFWOXdTRWhhdEM0c2JKMjdsUmtvMFkydnhNY0tUcWNjcHI2ajdoVkh6My9QNzMrNEgxYTl2MjNHanQ5ZHFVYytQVDFWN3lOa2JDSVNGMDdkcnc2blhIV2YxNy9sbWVlMWNoVHVpZzdJME5UYmhxbWVxRmhPcmxYSDYxZjlxZGVmL0MrQTY0ekt6M2QyOXdZMi84Q0RadjRoUG9PRzE3dCtWZU5HYXUvdmwya1BabVptblRqZFpyMjErcEtvM1JjYnJmMzhVOWx1V01ZaGk0WmVac0czLytnRE1NNHNPSU1RNjFQT01tN2FjblN1aitXYXQwZlM3Vmc1dHNLclY5L3YwOWY5OGRTZVVwSzlNSmR0MnZieGcyNmZzSmpGWTZuYmRsYzdjaStjZ05HamRhaTJlOG9iY3RtNWVmbWFObDMzNmo1MGNkVU91K1YrKy9ScHBVcjlORHNPWXBxR2xQcCtCVjNqZEYzYzk1VFJtcUtYcno3RG9WR1JPaU1TeTQ3Z0E5aHIrS2lJajAxYklqMlpHYnE5UWZ2VTlJL2F6VGk2Zjg3cEJHckFBQUFBSUFqQS85SEJ3QStzbWRYcHA0YU5rU2VraEpKVW91RTFucHc1bnRxY1V5Q0pHbnFxSnUxSXlucFA2L1Q0ZFFla3FTVWpSdTAvSWZ2ZE9JNVBTdWRjK0h3RWZyeTdUZVV0bVd6bmg4OVNoa3BLYnJ5M3ZzbFNhWmxlYzhMRGdtdDBYdnlsSlRvcTNlbWU3ZEgvZC96NnRhbmI3WG51MXd1OVJsNmcxNTc0RjVKVWtSMHRQZFkwajlyZEUrZm5ycHF6QU82K09aYnFueCtneVpOZE11VVovWDRrS3NrU2I4ditFSi8vL0tUOXpNNWtpejllcUdtM0R4TXAvUzlTUDFIanFyeW5QVi8vYWs5dTNaSmtobzJhYXBPWjU2bGVTODlyK21QUHF5NUx6NnJCOTZlcGVPNm4zckFyN2s5Y1l2dTZuVzJIbmg3ZG8wYmZEaHlYWG5QL2ZwdXpudkszSjZtcFY4dDBOZXpaNnJYTmRkNWorZnR5ZFlYYjcwdVNXclNLazRQelpxalZtM2I3ZWVLZTBVM2E2Nyt0NHpTN0VsUHlMSXNmZnYrYkozY3E0OWFkejVSajgvNy9JQnIzTHhxcGU3c2VhWWtLVEM0bm1LcWFXcCs4ZFkwOWJsdW1OcWUxRVZOV3JiU2pxMUpLc3pMMDY3dGFkVk8xN1p4eFRJbHJsNmxpT2hvM2Y3c1MrcDZmbTl0VDByVXBCdXUwNzJ2dlZsdEEvVkFqSGpxR2JYdmZzcCt6eG5jTmw1N01qTWxTUVB2dUt2UzhjazNEOU9lekV5ZE9XQ1F6aGd3c01wcDN3SUNBOVY3eVBWNmE4STRSVVJIVnpsMTN3OGZ6ZEhYczJaSWt1N3QwMU1UNXN6ei92ZWlYSEJvcUM2NTlYYTlQbmFNVk5hWVArT1N5L1RqdkEvMXhadlRLbDF6MTQ3dDJyWmh2ZmU1clR1ZktFbXFGeGJtemRIVXpadjA1N2VMMVBXOFh2djlIQUFBQUFBQVJ5NGFRUURnQTZacGF2Sk53N1E5Y1lzazZjd0JnelJpOHY5VldBdmpqdWVxbis3dFlBVUdCYW5malRkN2J3NisvMzlQcTllUW9ZcHFHbE5oK3FUZzBKbzFnbjc3L0ZObHBLWklraTRkZFllM0NWU1luNiswTFp1cmZFNjdMbDNWNzRhYjVBNElVSWRUVGxQaW10V3lURk5QRHgrcS9KdzltamJ1ZnFWczJxaWJucHdzbDZ2eWpLYmRMK2luOXQxTzBlcXlrVFJWVFgvbmEybGJObXZLelRjb09DUlVOejcyVkxYbi9ibm9LKy9qa3VJaTNYVis2WWlOOGpWVlhyenJkajAwK3dNRkJkZXJNRDFVN3A1czdkcStYWVg1ZWQ1OUhvOUhyOXgzdDdJek12VElsWmZwaVkrL3FISXFPdFJOSG85SDdySVJNY0dob2VvL2NwVGVHRjg2bW03VHloVVZ6djNvK1dlMVo5Y3VIZC9qRE4zenlodHEwS1NKTWxKVEZCSGQ2SURXRit0MTdWRE4rYi9KS2lrdVZwc1R1M2ozLzljSWtlUU42NzFORDVkcjcraWQwUHIxZFZJMWExZjk4c2w4dFRnbVFVM2o0blhDMmVkcTRZeTNkT0k1UFZVdkxFemJreEpsbVhzYjE3dlRkMmg3VXFLK2VIT2E0by9yb0ZzbS8wOE5talRSMW5WcjlmaVFxN1J0dzNxTnZhU2Zudmo0Q3pXT2JibmZXajBsSlZxOStGY2RmOXJwLy9sNTdJOVJSVWFwckpueTd1UW45YzM3czZzZDVTaEpiVTRxL1h5bmpMaGh2OGNsYWQ2THorbVdLZityZE02Wmx3N1V6TWNmVVVGdXJrNDQ2eHhKMHVuOUIrajAvZ01xbmJ0bzlqdjYzMjBqSkVsTlc4WHA4ZmtIM3R3REFBQUFBTlFkTklJQXdBZmVtakJPZjMyN1NGRk5ZM1R6cEdjVTMvNjRDazJndytHTVN5N3pOb0k4SlNWSzM3cFZVVTFqbEplZDdUMG52TUdocjVsam1xYmVuZnlrSktuSHhaZHF5TGdKeXM3STBOS3ZGNnJMZWIwMDk4Vm5LejFuN2RJbHlzN00wSWxuOTVRN01FRHpYM25CZTZ6MWlTZXA5WW1sMHpXVkZCVnBSMUppdGRNckRadjR1TjZiTWtuTmowbFE1N0libjBlU2w4ZmNwZHlzM2JyNmdYRnEyTFJwdGVlVnI0WFNzbTA3VFYzMG8zZjlrM0ttYVdyU0RVTlVWRkRnYlNKSzBxTFpNN1hzdTI4cXJBK1R0VE5kYXR0T1hjcCt4Yi9xMTU5cEJQbVJVYWQzVTVmemV1bjhxNGNvdG5VYm5YN3BaWnI3d3JQS3k5bWowL3RmNmowdlBYbXJ2bng3bXE0YlAxSDlSNDZTeStWU1JtcUt4dlRycGNqb1JycjM5YmZVdEZYY2ZsOHJxbW1NcG43emt3cno4eXBNb2JZL3YzejZzU2JkTUVTRDczdXd5bEV5VmRtNFlwbFcvdnlqOW1SbUt1YW8wci8xVS9wZEpFbDY4K0VISlVrZFR6L0RlLzV2bjMrcTN6Ny9WSkxVL09oakttUk1hdGswZER1MkpubWJRZEhOS2sraFdPN2R5VTlwenRUSnV2V1o1eXJzMzdSeXVUeWVrdjNXN1NuZS8vRjk5Ujl4cS9yZGNKTlVObEpyOXFRbjFLQnhFMFUyYXF5V2JkcXFiWmV1M25PblB6cEJ3YUVoYXRDNGlhSmltaDN3aUp6SVJvMzB4ckxWeXRtOXUwSm1acVNsS2pxbTJRRmRZLzJ5UDdWMDRRS2QwdThpeGJjLzdvRGZId0FBQUFEZ3lFUWpDQUJxMmR3WG50VW5yNzZrM2tPdTE3WGpIcFpoR0JyZXRaTmF0VDFXd3lZK3JvUk9KeHowTlQwbEpmLzU2L3dHalJ2cjJKTzdhYzN2aTNYMDhaMTBkTWRPa3FUYzdDenZPZlViVmozMVVybnY1cnluZ0tCQTliajQwa3JIdnYvZ2ZTV3VXYTBPcC9iUTZCZGVrV0VZV2pEakxjMTRiSUxhZFQxWk56NCt5VHZ0a0NTbGIwdldiV2VlcXR5czNWcng0L2M2Yi9DMXV2UzJPdzY2SWZibk4xL3J4WHRHNjU1WDMxVGJmWDR0ZjZUNFk5Rlgrdk9icnhVUUdLanpCdytwOXJ5VVRSdTFZZmxmY3JsY3VtM3FDNVdhUUNxYlN1KytOMHFuaHByN3dyUGVtK01YRFIrcGM2OGNyUHljSEYxK1ZPbk43cWltTVhwbzFwekQ5cjdnVzFrWk96WHZ4ZWMwNzhYbmRGU0g0MVV2TEV5Tlc3YVVwN2hFTXg1L3hIdGVabHFhUXNMcmEvR1huMm54bDU5SmtyWW5KaW96TFZVN2toSTErdHd6TlBxRlY5VDEvTjdWdnRiNnYvN1F3NWRmcWl2dXVkL2JDRm93NHkyWkhrK1Y1M3RLU2pUejhZa3lQUjdOZUd5Q2t0YXUwWVUzM3J6ZjkvUG5OMS9yZjZOR3lQUjRkTWFBZ1RyaHJIUDA3WngzMWIxUFA3VTd1VnVWb3dIM2ZiM1h4OTB2eXpSMTdZUGpGVm8vUXYyYmxqYTFtN1JzcFZ2Lzd6bEZObXFzdkp3OUdqK3d2Nng5cHNPVUpOUGowWnlwazJWNlBIcit6bEVLclIvaFBiWnQ0d1lWRnhYdHQzYVBwMFNHWWFqMUNTY3FLTGplZnMvZFYyRmV2dWEvWE5yOERna0wxMU9mZjFYaCtJSVpiM3FubkJzN2ZiWWs2Zk0zWGxPN3J0MTA5UEVkcTczdXhwWEw5Y3lJRzNYZFE0OVVhQVM5ZXQvZGlvay9TdGVNSGErQXdNRDkxcmI4Kys4MCsra25OUHZwSjlRaW9iVnVtUGhFdGFPNEFBQUFBQUJIUGhwQkFGQ0xQbjcxSlNXdlg2ZVhmL3ZUdTI3RmpNY2UwWjdNVEszNjlXZmRkZDVaT252UUZSbzI4WW4vYk1xVVM5K1dyQWN2NmFmckp6eTIzL1Y0Sk9ueGo3OVU2dVpOaW9tTDk5NEkzTGNSdE84YVBmLzJ3MGR6TkhYVXpiSk1VOXVUa2pSZzFCM2VZNW5iMC9UR3cyUFY2WXl6TkhiNmJBVUdCNnNnTjFjZnYvcWlKT21mSmIvcjJkdEc2cTZYcHltKy9YRXF6TS9YVThPdVZXN1dia2xTWk9QRzZ0cXJqd3B6ODdSaDJWL3FjR3FQS20vOGVrcEs5TlN3YTFWU1hPemR0L3lINzFSY1dLaXgvUy9RcUtuUDY4d0JndzdvYzl1WFpWbjYrNWVmYWp3dFZGVSttL2FxSktuTGViMjhVN3hWNWZzUDNwY2tYZjNBUXhWR0JhejQ2UWU5TjJXUzduOXJwc0lqRDMzRUZ2elhEWTgrV2VIZjNTVUx2OVRFd2FWL0I0SEJ3Zm93T2IzQytmdE9CK1lPY0ZmS210Vy8vYXJYSDd6UHU3MXQ0d2JsNSt6UmF3L2NxK1IxYXpYOGlhZFZMelJVZVh2MlZGbVBPeUJBUXg2YTROME9xaGRTN1pScGtyVHMrMjgxNFlvQjNnWk53eVpObFpPMTI5dm9pbXpjZUwramx2WmtaaXAxOHlaSjBtK2ZmYUxySDNsTXBtbXF4OFdYYXNUVHozamZYMEJnb0o3K1lwSDNlUmMxTG0zNHVOeHV6VXZiNWQwL3B0LzVXclA0TjZsc1NyWC9XaU9vcUxCQWYzN3p0Y2EvKzZHQzZoMTRJMmhmQWNGQit4MTUwK2JFTHRxNFlwbGVmL0ErQlllRWF2eTdINnBkMTVPbHNuOCtVMjRhNWowM2VjTTZGZVRtNnRHckw5ZWxvKzdRMVE4OEpMZmJyVk12dkZoVGJyNUJHMWNzMTRNejNsVzlzTEJxWDY5OHFrMUo2ajl5RkUwZ0FBQUFBS2pqYUFRQlFDM3FkZldRQ3V2d3BHM1pYR0U2dEJZSnJYWGhUU01WZG9BMy9Jc0xDL1hFZFZjcmRmTW1QVDdrS2wwMTVnRmRmbGZwOUc5YjE2M1Y4M2VPMnUvelBTVWwzbCtjcSt3bTZwcmZmNnZ5M08xYnRuaEhBTHo5eUVQS1RFdlZqWTg5cGVRTjYvWFFnSXZrS1M1UnR6NTk5Y1BjRCtRcEtkSGFwYjhySzczMEJuU3pvNDdXazU4dVVGaEVwRHdlajU2KzhUcXQrMk9wSktuUDBCdDAvY09QS2pnMFZLWnA2djl1dlVsVGI3bEpsOTErcDNwZE83VENTQ2QzUUlCdW1mS3N0NDQ5dTNmcDFoNmxOME5MaW9xVXU4ODBkd2ZqMDlkZjBldGp4K2o2Ung3WHhUZmZja2pYcUVwMlpxWjMzWjhPKzJreW1hYXBiK2U4cTlZbm5LUVR6K25wWGVPbHVMQlF6OXg4Z3pLM3ArbStmcjAwWWM2OEE1N2FxZHpYczJZcVBYbXJycnozL2hxK0cvaWp5RWFOdlEyRmN1MjduNkpudnY3ZXV6MjBZenZsNTVRMmZlS1A2eURENVRyb2h1dS8xeTNhMTVaVmYzdWJRUFdqb3RUMS9GN2F2T3J2dlRWR045TGtMNytwOXZucmwvMnB1ODRyWFU4cmQwKzJvcG8xMS9oM1A5Uko1NTUzVURWV3lURDJlemg5VzdMbXZmaThjck4yYSt6RmZmWHdleDhwc2xHamFzL2ZucFNvQnk2K1FDcGJCNnhjWG5hMmQvKysrOG85TVhTdzBwT1RaWnFtOG5OejlQaDFWK21GbjM1WC9ZWlJhbkZNUW9WL1hvUGJ4cXNnTjFlV1phbHhpMWlwN0xNOTZkeno1SEs3dGVMSDcvWENYYmZycnBkZnI3TEc0cUlpL2YzTFQ1S2s5dDFPMGZsWFZ6K1NFUUFBQUFCUU45QUlBb0JhdEc4VFNKSmV2dTl1RmVYblMyVnJYRXo4OEdPdC9XT3BYcnBuZExYWDJKT1pxZTFKaVpLa29IcjFGSnZReGp1ZDNPOEx2dFJ4cC9aUWgxTk9VOHMyYmZYVXB3djNXOC9tdjFmcTlyTlA4MjdmT3ZWNWRUamx0Q3JQZmZIdU8vVGwyMjlJa2xxMmFldHRtRFNMUDBxV1pTbG45eTY5ZXY4OWxaNFhGaEdwc1RQZVZWaEVwSW9LQ2pUMTFwdjErNEl2bE5EcEJBMTc5QWtkMS8xVTc3a3VsMHVqbjM5RkkwL3JxcGZIM0tWdjU3eXJCOTZhVldGZG5YMXZzbFpvRWdVRzZvS2hWUyt3dmo4cG16WnErcU1QeTdJc1RSdDN2M1p0VDlOMTR5Y2U5SFdxc25icDc5NTFlOXJ0TThybjM1WXMrRUxSTWMzVWE4aFFMWHIzSFgzejdpenZTSzNlUTY1WFlIQ3dETVBRdGczckQ2b1J0RE5sbTZhTnUxKzUyVmtxTGlyVXRROCtiTU83Z3BPZGRtRi83Mmk5M2VucGF0QzRjYVZ6UEI2UE5pNy9TMjFPUExDcEduc092a1piMXF4U3pxNWR1dnp1TVFwdjBQQ1E2d3VxVjYvYUREdFFKVVY3Unh6K1BQOGp6U3liYWk4clk2ZTJydjNIZSt6bzR6c3B0SDU5SFhWY0IrKys3ejk4WHhmZE5MTGFhemR0RmFkaGp6d3VTZHExZmJ1R2RHZ3RTUXFOaU5Eajh6K3ZjTzdndHZIZVJ2MzliNzZ6My9YRnFyTnZNejI4UVVQRnQrK2dUU3VYNi9zUDMxZi9rYmRXK1p4VnYvNnNndHhjaFRkbzZKM21Fd0FBQUFCUXQ5RUlBZ0FmK1hIZWg5N1JJaUhoOVRWdTFoeEZOMnV1VS90ZHBGUExGa2l2eXNLWmIrdjUwYVVqZmFLYk5hL3dTL0NEdGUrdjdsMHUxMzdYblNqTXovTStidGcwUmsxYXRwTEttakc5aHd6Vk8wOCtwb2pvYUoxeitWWDY2N3R2bExoNmxZSkNRalIyeG15MWF0dE8zN3czVzNPbVR0YjJwRVJkZU9QTjZ0Ri9nRXpUb3hVL2ZxL2l3a0lWRnhXcHVLaFFSUVdGYXR1bHEvNWM5SlhXTGwyaWlWZGZycWUvWENTMzIzMUE3eWtqTFZWUFhEZjRQODk3K2Q0N0ZWSy92bVJaYXRtNnJYZi8zNy84cFBYTC9xeXdudEdoMnJoaW1mZHg4Nk9QcWZhOGJSczM2S0haSHlna1BGeG5YWGE1bG42MXdOc0l1dnIrY2Q0cCs5NmVPRjd2UFBtbzkzbkhkdXN1U1ZyNHp0dGErTTdiRmZaSjB0UERoNnJWc2NkS2t0Yjh2bGpKNjljcHRuV2JHcjh2SEZsMjdkanViUTVMMHU2ZGU2ZUNzeXlyd2pGSnlzN01zT1YxSnc0ZXBNam9hRjEwOHkzcWZPYlozdjJ2angyakw5NThYWVB1dkZkWDNIUGZmdGYza2FUd3lBYTY0N21YYmFtcHB2TDJaS3VvSU4rN2ZmNDExeW51MlBhU3BLZUdYZXR0QlBVZWNyMkdQL0gwZjY2MTgyKyticW9rZE9xc1RTdVhTNUtXZmYrZEdqU3EzTWhiK3RVQ3VWd3UzZlhTYTk0cFRBRUFBQUFBZFJ1TklBRHdnZlRrclhycG5qdTkyL2s1ZTdSbThXOXFjVXhDcmRheGNmbGYzc2Z4N1Rzb2JmUG1hcHRCaGZsN2I0NytleDJNWHRjTWxUc2dVUDFIanRLMzc4L1d2QmVmVTFDOWVucHd4cnZxY0dvUFNkS0tuNzdYdGczckpVbWZ2UGF5UG5tdCtodS9sOTErcHphdFhLN2RPM1pvdzdJL3RmaUx6L2JiSE50WGRFeXphcWVSS2w4VFJKSnVudlRNWVZrVGFGOVpHYVUzM0EzRFVHaEVaTFhuWFhycjdRZDB2U0hqSmh6QVdhVUs4L0pVWEZSWW85RVZxQnUrZVhlVy92em1hKzkyUmtxSzk3RlpVcUxaVHo5UjRmenk5WFJxeWpKTkxmMTZvWlordmJCQ0EzTExxbFV5VFZQdlRuNVNhWW1iZGVlTHI5WG9kZElTdCtqdTN1ZFVlN3d3YjU4bWRaT0RIelVqeTlMOGwxL1Frb1ZmNnZSTEJxaW9vTUI3S0Rna1JDcGJxK3ZuaitmSk1BeGRjYzk5dXZLZSsvWGp2QS8xM3BSSk9uUEFJUFVkZHFOQzYwZFVlWGxQY1luM2NXQnc4TUhYWjZNR2pmZXVVeFpjeFhwR0hvOUh2M3d5WDhPZm5NeTZRQUFBQUFEZ1IyZ0VBVUF0ODVTVWFQSk4xeXRuOTY0Sys4OGVkRVd0MTdMMDY3MVR4M1hyMDFmVEhucEFoWG01dW03OFJHOERwMXpCUGpkYjY0VldYR1M4UVpNbXV1ejJPNVc2ZVpOZUgzdWZBb09EZGYrYk15dU1FdWg3L1kzNjV0MVpsV280cXNQeE9udmdGWnI5OUpQZWRVak9IREJJcG1ucW8rZW1TcEpTTjIyMDhWM1hudHlzM1ZMWmlLLy9HaFd4UHgrLytwS2F0b3BUdDk0WEtEc2pRdzlkZHJGNkRSbXFNeThicE5EdytwWE85NVNVNktrYmhpanBuelc2NTdXMzFQYWtBNXVpQzNYVGdOdEdWMmhxTGxuNHBaYi84SjFVTm1YaXYwZmJMSnI5anRZc3Jub3RzRVBoY3JzclRFTjVkKzl6dkd1QWpYeDZhbzJ1SFJ3YXFqN1hEZFAxRXg2cjhuaGhmcjVXL1BTRHBrOGNyNktDQXZVZE52dy9yMm1hcHRZdVhWSmhlKzRMeityZTE5OVcrMjdkTlh2UzNzWlpjRWlvY3JKMjYvblJvMVEvS2txalgzaFZYY29hSktmM0g2QWxDNy9Vak1jbTZMTnByMnJjclBkMXpQR2RLcjFlY1ZHaDkzRzlmMDBQV2k0dk83dFNzeXZ2RU5jODI1OFR6ejFQWDgrYW9mclIwVHJ6c2tINi9jc3ZLaHhmOWN0UHVuTE1BenJ2cW10a21xYWVHWEdqemh3d1VGM1A3MjE3TFFBQUFBQ0Eya01qQ0FCcTJac1BQNmkxZnl4Vno2dXUwZGV6WnZpc2pxUi8xbFFZR1hEYVJmMTE3TW5kOU5EQS9ocmJ2NjhHanI1SFY5Ly9vUGQ0WHRsVVpaSVVFaDVlNlhxNTJWbDY5Sm9yNUFvSTBJVFpjeXF0MDlINmhKUFV0a3RYSFh0eWR5Mys0alB2YTNmdjAwLzlSNDdTblA5TnFYRCttWmNPMUlMcGI4a3dESjNjdStJaTZuVkZVSERwTCs3M3ZSRjhzRFlzLzB0dlBmeWdUTlBVcUtrdnFPdDV2YlRwN3hWNjZaN1JldXZoY1lydjBLSFNjL0t5czVXNFpyVWs2ZjRMZSttNmh4L1ZSY05IMU9DZEFJZkdkWUJUT3Y1YjY4NG42dFVseTFVL0trcFpPM2RxNWM4L0tpTWxSVHRUdG1uSDFpU2xKVzVSeXFhTjJwbTgxYnNPbDhxbWZMUk1VeGRjZjJPbGEyNWR0MWJ2VFpta3Y3NWI1RjE3UjJYVFl2N3YyNSs5NjQrVmozNDBERVBiTnE3WHkyUHUwbzZrUlBXODZob3QrKzRiL2Z6eFhHVm5aQ2dyWTZjeVVsSVVFQmlvekxSVVBUem9FcjMwMjU4S2oyeFE0WFdMQy9mKy9RZi9xNGxlTGl3eXN0S2FidGNlbDZDQzNGeWRkTzU1eXN2WmMwaHJCUDFiKzI3ZDlkYmY2Nm85M3ZIME03MlBwei82c0g3NGFJNStuUHVCQm82K1IxZU5lYUJHRFcwQUFBQUFnTy9RQ0FLQVdqVC81UmYwKzRJdjlNVEhYNnArdzRZK2JRVDlPTzhqNytOT1o1eWxWdTJPVmN1MjdkUTR0cVhTazdmcS9XY21xWEdMRnVwMTdWQkpVdTQrdjA0UGphZzRCZExXZFdzMTlkYWJaWmFVNktGWmN4UVdFYUVWUDM2dnpPMXB5a2hOVldaYXFoSTZuYUJIUC94RXdhR2hXcjM0VjI4anlCMVk5WCtLanVwd3ZHYXMyU2pMTkgwK25kS2hDbTlRZWtPNHVMQlFoZm41M21tbS9pMG5hN2VlR0RKWWxtVkprakpTOTA3dE5mdnBKOVQ2eEpNa1NkOTk4SjZPUGJtYjkxaEFjRkNsbThlU3RETmxtNjd2VkxvMmtEc3cwSmIxam9EYXNPamRXVnF6K0ZmdFRFMVJSbXFLY25mdmxneERMcGRMaHN1bDlLMUozc2JQMFIwNnFsbVBvMVF2TEV6aERScW9ZWk1ZTld6YVZGdlhyVlg2dG1RMWJoRmI0ZHIxUWtQMXcwZHpLcitvWVhpYlFOcG5QYlRJeG8wVkh0bEFTZitza2NyV1p5dlhOQzVlWnc0WXBIT3Z1RW9MWjc2dEQ1LzlQMlh0M0ttL3ZsMmswL3NQcUhENWZSdEIremJSQTRJQ2RWejNVeFhicHExNlhubTEzQUVWcy9EWjczOVZRRUNnbmh4NnRlNi9xTGNtdkRkWFIzVTQvcUEvMDJuajd0ZWFKWXVyUEphZHNYZTlxSDlQd2JjN1BkMjdGdHgzSDd5bnhyR3g2blhOZFFmOStnQUFBQUFBMzZNUkJBQzE1TzlmZmxMV3pwMTY3b2ZmRkJ3U291VDExZjhxKzNBckxpelV3aGx2ZWJjSGpMcERLdnNGZk9jeno5Wlg3MHlYSk0zNTN6UGVSbERPcnIxVDJaVTNPTXE5ZE05b3JmL3JEeG1Hb1RGOXovUHVkN2xjNnRxcmovcVBIS1hqdXAvcTNiL3Z6Y2VJcU9ocTZ6elloZGlQTlBzdXRKNjFjKzlOMVg4TGoyeWd4K1o5NXQyKzZlVE8za2JadUpudkt5SjY3MmUwNzJkM0lJTHExYXZRUElML2VmbmVPeFZTZis4VWdibFplMGZ2bFJRVlZacHk3R0QvSGFwTjUxNXhsYzY5NHFwcWp3OXVHKzhkelhQM3EyOG90blViNzdHOFBka2FQK2dTWFhIM2ZaV2FRSkxVT0xhbFdwOXdrdGIvOVljNm5YR1dkL3E4ZldWblpLaWtxRWlTMVB5b1l4Ui9YQWNsZEQ1Ukc1YjlxYWlZWm5LNVhEcjlrZ0hxMXJ1dkdyVm9vU1l0VytuY0t3WnI3Z3ZQU3BKaUU5cFV1bVpSNGQ0MWh4bzFiNkhzekV3OU0vSkd5YklVSEJxcTlPU3RsZFp4S3BlOFliMTJKQ1ZLa2g3bzMxY1B6WnB6MEgvUHd5WldmVzJWVFJQNHY5dEtSd3ZHeE1WWHU3NGFBQURBdjIxUDNLSlBwNzJxcUtZeGlvcUpVVXpjVVdyYnBhdXZ5d0lBVklOR0VBRFVrZzZuOXFpMDdvNnZmUGJHYTlxMVk3dFVOaVZjNTdQMjNpZysrdmlPM3NjN3R5VkxaV3RvWkdmdXZYbGN2MkZVaGV0ZE9IeUUvdjdsSisrSWxvam9hUFc4OG1yMUhuSzlZdUtQcXZUNnU5TjNlQi92dTNpNXYyblg1V1R2NHczTC9xcTJFUVFjcWdaTm1tanNqSGZWL09oanZQdVdMUHhTRXdjUGtpUUZCQVZWdXJuL3pYdXo5ZnFEOSttWWpwM1U4NnFyNWZGNDVEN0VLZHpzVnBpWHA3dzllNm8vb1N4alZOYTAyUld4M2J2OTRqMTNhTzNTSlpwNDFVQmQ4K0REM2diM3ZrN3BlNkc2WDlCWEErKzRXeGMxanFoMFBEMGwyZnU0OVFtbEkra0dqYjVib1JFUjZuQnFEOTF5V2xmTmZlRlp6WDNoV1kyWk5sMU5XclpTYk9zMmVuWEpjcGtlVDZXOE0wMVRPYnRMMXdvTENBcFNrNWF0RkJBWXFMRnZ6NUxwOFdqU2pkZnA5dWRlcm5MdG9QUnR5YnF6NTk2cDJobzBicXpOZjY4NDVNYnVubDJabGJJYkFJQ3YzcG11aGsxajFPbU1zeFFZRk9UZFAvM1JDZHFkdmtNWDMzeUw0bzV0WCtFNUpjWEZHdHYvQXAzVTgzeWRQZWpLS24rQTRTdS9mdmFKMWk3OVhRbWRUOUJKNTU1ZjVaVFcvM1pacTZhS2ptbW1xSmhtYXRTOGhXNTZhbktscVY2cmtyTjdsMjQ5dmJ1aVlwb3BxbWxUdFdwM3JLNTk4T0dEcmpscjUwNHRtUEdtb3BvMlU4T21UUlhkckxuaTJ4OTNVTmZZdUhLNWZwNC9UMUZObTZwaDB4ZzFiQnFqdGlkMXFUVGkyRTQ1MlZtYS85THprcVNna0JEZCtjS3IrbXphcTVyKzZBUkZ4WlQrT3pYb3puc1UxVFRtc05VQUFEaHdOSUlBd0dGMmJkK3U5NlpNa2lUVmo0clNEWTg5VmVGNGk0VFdjcmxjTWsxVHAvYTdXQ3ByM0hoS1Nyem5OR3hTY2EyS2szdGZvQ2F0NGhTYjBGcm5YamxZM2Z2MHEzWTZ0OTA3ZHFnZ045ZTdmYkQvazNNZ1NvcUw5ZlBIY3hVVGY3VGFudFRGOXVzZnFMajJ4NmxSOHhiYStmL3MzWFZVRk4wYndQRXZMU0dJaUlEZDNhSllyeTBDQnJaaWk2MC91N3NEdTd1N1c3Qzd3TzdHUWlVRTZWeVczeC9Bc09zdWFiNnY5M09PNTB6Y21ibXp5TEk3ejczUDgra2p6MjU1VUsySjQyL3JpL0RmMG5PNkM2WVdGcFNvVWszcG9VMWExRzNyUk4yMlRzamxjcVozYU1PSnpSc1pzWFpqbXIra2h3Wis1ZjN6NTlLNlBEWldhZGJSaDJmUDB0VWZSVytmUG1IZk4vWENGRVVvdkhmc25EdUxUSWJLTlhkczdCc0I4T3JlSFY3ZXU2T1NGdEd4VC84VVUwMzZ2SDByTFJkTkNPUldjV2lzdG0zcDZ2L0U5MlBPTE1yV3JFMkpLbFZWMmdSLytZSThOaGFBZ21YS1NyTWNFL3RRcmJFakMvcjFaTXlHcmVncEJJUGk0dUpZTVh3d0VhSHhRVEdUYk5tWXN1ZGdob0xKNFNIQjdGK3lDTjFNZXJRZE5pcmR4d3VDSUFqL2JSWjU4ekcrZVdOTXMxdmdOSElNZGwyY0FhamZ2aU45Yk1wemJ2Y09uRWFPb2UzUWtkSXhIaWRjZWVyaHpsTVBkM2JNbmtHWm1yVVp0SFFsWnBaV1A3V3ZrV0ZockJneEdLY1JZN0RLWDBCdEcrdjVzRzdaQUFBZ0FFbEVRVlQ2dGh4WnRad0R5eGFqcTYrUFkrLyt0QnN4T3NYUFM5RVJFWHgrNDhubk41Nk0zYndqVFVFZ0FFMXRiUUs4NDlOZ2t6QUwxM1hqT3U2Y1BVMnV3a1dvMnRneFRkOUZRcjRHc0czbXRQaHphbW5SZi83aVpMOGpYZHkvaHcvUG4xUEoxbzdDRlNwSzlmdTgzN3hSK2d6VnZQOUFTdGhVU2ROOVpKU09idEpucWt3R0J0SjNIZi9QbjltM2VENGZYNzNrMXBsVExML2lrV3lLYkVFUUJPSFhFWUVnUVJDRXY4eUtFWU1KQ3dwRVcxZVhNWnUycTN4aEsxZXJEa3N2dStQOTdpMFY2dFFEa05LVUpUTFBwVHpxVDB0TEM1ZmpwOVIrK1l1TGkrUEQ4MmU4ZWZ5UVdpM2I4T0RxSldsZnJzSkYxTTRZVWhRY0VJRG53L3VVcTFVbjFYc0w5UFhsMVBiTnVHMWNUODBXcmFqVnNrMnF4L3hNbXBxYU5PalFtWjF6WitIdWRweHVrNmVqb2FHUm9YT2QzYlVENHVLb1pHc25iUXNQRG1hc280TksyNWpvS0pWdHduOUw3ZFp0di9zY0d5ZVA1OWFaK0JwVFErcit3OGoxbTVWU09LcHpiczlPWERlc1plcmVROUkyVFMwdHBWbEh3KzNxOHVMMnJRejFxV2hGYThadDJabnNmc1hVY0wxbnoxTktEYWZJYmRONlJqazBvRTRiSnpxTm0wUVdjM05RQ01BazU5WDllNUNRVXJGQ3ZmcXA5dmVHNnpGMnpwM0Z2aVVMR0xaeW5VcXcxOWZydmJSY3VucE5sZVBydG12UDZlMWJHTjNFanFFcjE1SzdTRkhpNHVKWU5YSW9ENi9FdjFkcTYrcEtzNC9TNi9pR3RleGRPSmRTMVdvd2N0M21OQndoQ0lJZy9HM0sxS2hKRllmRzNIQTl4b3JoZy9ILy9Ka09vOGVSbzBCQmlscFg0dm10bTJ5Zk5aMXNPWEpKNlZ2ZE5xMlhqaTlldVFxajFtL0cwTmprcC9ZektpS0M2WjNhOGVEeVJlNWRQTS9rWFFlVU1oa2swdEhUWTlUNkxReW9WWVdnTDEvWXUyZ2U3NTQrWnZ5MjNXbTZqcUZKMnU5RFcxczVqYlZKdG13MDdOeU5teWZkT0xCc01RZVdMYWJ0c0ZGMEdEMU9hbk5rOVFyOFAzOGlpM2wyc3BobnA3S2R2ZEk1dExTMWFkQ2hjN0xYdkhMNElPNXV4OW16Y0M0bTJiSmhZOStZdm5NV3FMUkxUTy85TXlrRzEySmxzZEp5cDNFVGVYSG5GZzh1WDhUMy9UdmVQbjRrVXNZSmdpRDhBVVFnU0JBRTRTOXllTlZ5M04yT282bWx4WUNGeXloVnRicmFkcm1MRkNWM2thTFMrcHRIRDVYMnF4dUJseGdFQ2cwS3hQUEJmVjdjdWMyeld4NDhkYjlPam9LRkdMSjhEU1NrcFVwazM2MUhxbjIrYy9ZMEdwcnFneWVLYVp4azBkRTRseStCTERxYU5rTkgwbkhNK0ZUUC9TczA2dDZMSTJ0Vzh2bU5KL2N2bmxkS3c1Y1dieDQvWk5mYzJlaGt5c1RrM1FlVWFqVVpHQnN6ODdDcnlqRmZQbjNFdVd6eEg5Si80Yy93NHM0dDFvd2RtWWFXcWRjSVNoUVNFS0QwdTd4bXpBZ203ZHF2TkRNb0xpNk82TWdJYVgzRHhMRU1XTFJNS1lDci9jMEkyM3dsU21HZU14ZVZHenFnbXlsVHF2MjlmZVlVKzVjdVN0TzloUWNIUzhzTCsvZFdPN3BVRmhQTnM1c2VrSkR1NW9iclVXWWNQRTYra3FWU1BmK3IrM2NCcUZpdkFRWkdtVmsyWkFCdm56Nlc5dnQ1ZlpDV0o3ZHRnYWEyRmtVU1J2cTZiZDVBeFhvTmxHYjJ2SG44U0ZxdTJhS1Z5dlUwTkRRWXRtb2RReHZVWW5EZEd0aDM3VTU0U0FobmRtd0Z3Q2lMS1dNMmJVdHpXdEd3NENBaVFrT2w5WFhqUmxIY3BncERscS9KY0JCYUVBUkIrRytTeStYRXhzU2dvNmRIOC82RHVPRjZESUQ5U3hmU3ZQOEFEREliVTZaR0xaN2Z1Z25BcFFON3FkZXVQZStlUHBIcTdObllOMkw0NmcwcHp2YUlqb3hrU3J1V3lHUXgzOTNuNXdsLzN3TjlmUm5YckJGVDl4OVdtZjFMUXVyYy92T1hNTE5MZk9ESzQ2UWJqNjVkK2VGcHVyVytxV2NxVDBpM08yelZPdjVYdzRZQUgyLzJMcHBINjhIRHBNOUU5eTZlNTlicGt3QjBHRDJPVElaR2dJL2E4MzhyTGk2T3B4NDNwSFVOVFUyNlRaNzJVOU8vcFVUeE02QmNJWHVFaG9ZR1hTZE5aYVJEQTJUUjBUeThlbGtFZ2dSQkVQNEFJaEFrQ0lMd2wzQjNPODdHU2VQUTFkZG4rS3IxeWFZN1V1Zk91VFBTY3ZiY2VWUkcvTzFidklEbnQyL3k5c2xqZk40bHBWYlNNekNndytqeE5PM2REMDFOVFY3ZHY4dTk4MmNoWVRaUVl1cUpsSGljZEtOODNYb3Eyejk1dnNiRk9XbTBYRnhjSExFeE1mU1k0VUxUWG4zVGZHOC9tN0daR1IzSGpHZjE2T0hzV1RndlRZR2cyTmlrRVhVVFd6bGluanNQQzA1ZmxGSS9DSCtmSWhXc1ZXcjlKQ2UxR2tGcEZSTWR6ZTU1TG9Rb0JCK3JOWEdVUnFuYU9EU2lzcDA5TlZ1MFZqcnVmd3VXcE9zNkZldmJVckcrYlpyYUtzNElHcko4ZGJJemdqSWlKanBhbXNuazJIY0FBUDlidUZTcFRkK3FGZm40NmlVQWszY2Z3TmpNTE1WemVqNjREMEJ4bXlySnBuZ3h6NVdiU2J2Mk02bDFNNDZzWGlGdDE5YlJZY0NpWlpSTUptRC9yUUFmYjZaM2FJc3NPbHJhbHJkNENTWnMyNTJtZ0p3Z0NJTHdkd24wOCtYWTJ0VjBIaitKNHBWdHlHcGhTWUNQTi9MWVdPUnlPUUNXK2ZKSjdYTVVMQVFKZ1NJTkRRMWFEeDVPKzlIajBOVFVKQ0kwbFAxTEZ0SjIyRWlWMmJlNm1USXg0OUR4SDlMbjVsWlpJYUZ2clFZTkpWK0o1QWQ1VkhGb1RBbWJxanh4dnc0Sk00cCtOQzB0TFhUMDlJaUppcCtObnpncnhpaUxLUzBIRFdYdDJKRVVxVkF4MlJuSkZlbzFTRmVkeGhlM2J4SHNuMVMzMWJaajEzVFB4UHI4eGpQWnRIcUo1dlRvaW5tdVhEVG8ySVZjaFFvbjIwNHhOZHkzZ2I1Q1pjc3pkTVZhNXZUb3dwYnBrL25xNDAzMzZiUEY5eGxCRUlUZlNBU0NCRUVRL21EWGpoN0c4OUZENUxFeTlJMHlrOG5RRUhlM3BDOVNhWDI0NTM3Q2xUazl1NUlsdXdXajFtOUp0dGg0L0JUK1N4Z1lHMk5vYkV3bUEwUGVQbm5FN1lUMFVRQWxxNnFtanZKKzkxYXBYeVI4K2VvNXd3WHpYTGtob1c3UHloRkRrY3ZsR0dRMlp2U0dyY25tNnY3OHhwTk1ob1lFKzMvQjQ1UWJ1WXNXVldsam5qT1gwdWhEWFgxOUJpOWRSUTNINW1sNlRYNmxSdDE3OGZEcVphNGRQY3lsZy91bzJWeDFaa0NpNTdkdTR2Y2hLWjJVbm9FQjQ3ZnN4RGlyS1BJdS9GclJrUkdjM2JWZFdyZkltMDhwTUtKWUt5QTFjbmxTY1BON1pxYkV5ZU9TVmpKd25xOCtQaGdZRzB0MWV4VDdjKy9DT2NKRGd1UHIvYVF6cDM1WWNKRGFCekUzRTBiOHBsUTRXaTZYNC9ud0FacmZQQWlTeGNRd3Eyc0hNaGtha3I5a0tRcVVMa3Uybkxrd05qUERPR3Y4dndLbHkwanZnMW5NczZPVEtlbUJUTTVDaFptNjl6QkdXVXpUZFMrQ0lBakMzeUhJejQ5TEIvYlNlZndrQURxTm44eTVYZHVwM2FhZFZDT25idHYyeE1wa1JJYUhZOS9GR2E5WEw3bHo3Z3pqdCsraFVvT0drRkMzWjZwVEt4N2Z1TWJ6MnpjWnUza0gra1pHUDd5L3NUS1pVczNTSWhXdFU2MlQySDNhVEhiUG4wT09nb1hTUFNzL3JiS1laNWRtREljRkIyR1NMUnNBVFhyMm9YclRabHc5Y29pZGMyYlJadWdJcVZaZ1JubWNkSk9XOVF3TWFPVGNNMTNIdTI1WXk3cnhvK2s2ZVhxS0ErY0MvWHk1Y3ZnQUI1Y3ZvWVJOVlhJbUV3eVN4U1FOUHBGRlI3TjA4UCtVOXQ5d1BTb3RIMTI3aXZEUUVBWXRXWm11UGd1Q0lBZy9qZ2dFQ1lJZy9NR3FOWEhFeHFFeGQ4NmVadldZRWZpK2Y2ZTBQMGVCUXFtZTQrU1dqYXdlUFp3cURrM280ekkveFJIc1JTcFlZNWszUDdmUG5tYlgzTmw4ZlAxS3BVMk5aaTFWdHRsMjdNeXByWnNBeUZleUZNNlRwNnQ4MlZvNVlnZ3Y3OTRtUy9ic1ROcTFuenpGbEZPWEtlYllUa3pqa0dqWDNObFViOUpNNlJnZFBUMEdMMS9OaUlaMU1USTFaZnpXWFJTcGtIb3gxdDlsOE5KVkJQbjVzWHIwY0lwV3NNWWliejZWTnJHeHNhd2VQWnk0dVBpSDNacGFXZ3hmdlNIRmxGYUtYNGdUS1Q3a0ZvU01NalEyb2YrQ0pVeDFhb1dPbmg1ak5tNUxVL0hrKzVjdThNVDlPaTl1MzBJbWs2RnZhSWlmVjFJYVIvM01tZE4wZlkrVGJyeTZkNWVIVnk4VEhoS2ZFaTQwVUNFMVloclBrMGd1bDNQOStCRU9MRnVNcjBLd1ZUZFRmQ0RsNnRGRDZCc2EwWGZ1d25TZE56d2ttS0gxYTFHblRUdmFEUjh0Ylg5MS95NWZQbnBoMzYySDJ0cExzcGdZcmh3NndJSGxpM243K0JHWkRBMng3OVlESTVNc0hGMjdrc2l3TUVoNHdKWllrRHVScHBZV2JZZU5wRUNwMGtuYk5EVVp2SFFWZytwVXh6aXJHVE1PSGNmVXdpSmQ5eUlJZ2lEOFBhNGNQb2p2aC9lTWRVeEs1YXFqcDhmVnd3ZTVldmlnU3Z0N0Y4NFJLNU9SdDNoSmpxOWJ6ZkYxcXdFSTlQUEQ4Mkg4RE5qN2x5NHdzYlVqazNidVV4bUk4TlhIaCtYREIwbURIN0phV0dDZU16Y0Z5NWFqYk0xYUZDeFRMc1grUm9hSEthMm5sSTZPaEl3R0swWU1ZY1NhalJTdCtQTytJeWdHZ2tJQ0FxQkFRV2xmYkV3TTIyWk1KU0lzbEZ1blR6SjAxYnJ2dXRibFEvdWw1WHJ0T3FDVFNZL1FvRUJRTStNcElpeFUyZ2Z3NnQ1ZDFvMGZqU3dtaG5YalJ2SFUvUVlERnk5UE5XaFh2azVkL2tsaEVOc04xK05FaElZUUZ4ZUhnM01QOUkyU1BwKzFIRGhFcWEwWW5DSUlndkI3aVVDUUlBakNIMDVMUzR0S3RuWmtNVGRubUcwZGFidTJqZzVOZXZaSjlyam95RWpXVHhqREUvZnJqTisybXdwMVV5OThUa0lxc3pwdDJtSGR3SmFlRmN0SUQyQkpxSnVST1BwUFVaRUsxdVF0VVpMRzNYdlJvR01YcFNuL3NUSVp5NGNONHN5T3JWUnYycHcrTHZPbGtYS0tjaFFveUZkZjlmbXh0YlMxMWFaVUtGaTZMRTRqeDFLZ2RKbDBCNEYrZGIyTVRJYUdUTnExSDVmdW5abmVxUjJ6anJpcGZCblMwdEppNnY3RHpPM1pqYnZuejlKMTRsUXFON1JQOXB3UklTRk1idHRDWlh0aWVncEIrRjdXOVcycDI2NDllcG4wMVJaa1ZxZHN6ZHFVclZtYm1PaG90cytlem9GdjZ2K1UrYWRXbXM1VHVhRTlsUnZhRXhNZHpmdyszYmwyOUxDMHIxQzVDa3Exak5KQ1UxTVRCK2VlMk5nM29rZUZVbElRTlhlUkl2aDdmK2JLb1FQMG03YzQvcjNJeDRlSXNGQ1ZjeWdHWG4zZXZ5VTBLSkJ0TTZmeCtZMG5PMXhtNHVmbFJiLzVpOUhTMHVMb21wVVV0NmxDaittemxjN3g4dDRkcmg0NXhJVTl1d2dPOEtkazFlcjBtamxIYVFSMjR4NjljZDI0am5PN2R5alZKVXJVWTlvc0dxdDUvN2ZLWDRDZU0xeklhbUdaN3RkSEVBUkIrSHU4dkh1Ync2dVhBOUIvd1JKeUZreDljRmx5ZHMyYkxRV0N0TFMxS1Z5dUFsOTlmVlUrNTVwYVdEQis2eTV1dUI1ankvVEpQTHZwd2JPYkhsSndvMENwTWppTkdvdU5uWVBhNnlqV3dBUFEwMCtxeVJjcmsrSFN2VE95bUtUMFpQY3ZYU0FtS29weHpSd1lzR2dadFZxMlNmZTl4Y1hGOGVqYUZVcFgveWZaTmxuTXphWGxCMWN1NHZYeUJiNWU3L0g3OElIbnQyOWlhR0pDL2xLbHlaNG5EejV2MzZTN0Q0a2UzN2lHZDhMeG1VMU44Zi84aWNVRGttYjFCSGg3SzdYZk5HVWltUlRxRnBLUWpqZFJyQ3lHTytmT1VMMXBzeFN2YTJ5V2pSd0t3YTF2bVZsWjRmVXlCQUF0YlowVTJ3cUNJQWkvbHdnRUNZSWcvRWFhV2xxWVpyZWdlT1VxS21tQnZsVzRmRVd5V2xnaWo1TlR3cVlxTFFjT1VWc2NsWVF2UTh1R0RxQkMzZnIwZHBtZm9Wek1tVTJ6a3E5RVNkNDlmVUtPZ29YNHAzbkxGQU5QMC9jZlZRbndlTDE4d2NvUlF6QTBNV0grcWZNVUxsOHgyZVA3emx2RW9lVkxDUER4SmxZbVEwTlRFejE5ZmJMbnprUHRWbTJTeldYZGV2Q3dOTitUcHFZbWx2bnlVNmV0RTBXdEs2ZjV1QjhsazZFaEUzYnNaZmM4RnlhMWFjR2tuZnRVWm1nWm1XUmg0czU5N0prL2g0YWR1Nms5ajVhMk5xWVdsbGpYdDZYZnZFVXErNzk4K2tndjZ6Slk1TW1MdGEzZFQ3c2Y0YytscGEyTldZNmMxUHFtZms5RzlKemhnclpPeXFsWDFOSFIxYVhMaENtNHV4M240NnVYYUdsclU3TkZLenFOblpEdTh6aU5HSVBIQ1ZleTU4NUQrYnIxYVR0a1JMcjdrOGpNS2djRlNwZmw1ZDNiNk9ycjAzN1VPUFl0WGtEWFNkT28yOVlKZ0lmWExuUC80Z1dWWTB0WC8wZDZHSFJpODBZQTlJMk1wTHBKV3RyYStIMTRqMXd1SnlJMGxLbDdEaEVWRWM2VlF3ZDRkdE1kcjFjdjBkUFhwM0M1Q3ZSZnVKUVNObFhVcHBRenRiQ2d3K2h4T0kwY3c4dTdkN2gzNFN3UHIxN2g5WVA3YUdob1lOK3RSN0wzbDlpWHROTFcwY0VpYno0YTkraWRydU1FUVJDRWY2ZGJaMDR4cDBjWG9pTWkwTkRRSUxOcCt0TVBiNWsrbVZMVmFsQ2hibjF1dU1hbmg4NWR0QmdERnkybnFIV2xGSSt0NHRBWTZ3WU5PYnBtSmJ2bXVSQVJHaDlFOEh6MGdCbWQydEdzM3dDY3A4eFFPUzR5UEZ4cFBaT2hvYlNzcGExTi8vbExwRm54SVlGZitWK04rTS82c3Vob3dvS0R5WWhqNjFhemJ0d29uS2ZPeExGUGZ3RDhQbnB4ZHVjMmZEOTh3TytqRisrZVBwYmFQN2x4bmFxTm0xSzhjaFZxdFd4RGdJODNKYXRVVXhxQWRuekQyZ3oxNWVTV2pkTHl3Q1VyVlFKbVY0OGN3cVY3MG1lQXZuTVcvSktnakpsVkRyeGV2b0NFMXlheEp1SW56OWZvNk9wS2FjSUZRUkNFMzA4RWdnUkJFSDZUWElXTGNNajdheHBhSmxsMzkzR2Fja3RyYVdzemRFWEd2bVFvbW4zc1pKcmJmaHNFQ2c4TjRmbXRtNHhhdnlYVmd1b0FlWW9XWStDU0ZhbTIreDZIZkFMVDBPcm4wdFRVeEdua0dDcmJPNmdVVlUya3BhV0YwOGd4YXZjWm01bHg4SE5BaXRmSWxpTW5Cejc1cDloRytPK3FaR3VYNnYrUjlFaHZFV0pGR2hvYURGbStHbm1zbkx6RlMyUzRaa0RlNGlYWS8vSExENXZKNTlDdEI3Sk9YYkN4YTBRV2MzTTBORFFvWDZlZXRMOW04MVlwMXZKS1RWaHdFS00yYkVWTFN3dDVxSnhTMWFwVHExV2JkQWZsTlRVMUtWclJtcUlWcldrN2JCUnhjWEVFK2ZtaHBmMWpQc0xYYytwQVBhY09QK1JjZ2lBSXdyL0RzaUVEcFBTalpXdlZ3ZERZbUdEL3RIOXUzTHRvSG9kWExlZkltcFYwblRDRnJ6N2U5SEdaajIybnJtbXVnYU90bzBQei9nT3A0ZGljaGYxNzgramFGV25mb1JWTEtWV3Roc3FzK0lnUTVXQ092cUh5WndyRjd5S0tmeWUxZEhSd1NHRUFSWEkrZWI1bXkvVEp4TVhGc1g3Q0dMNzZlTk4xMGpTTVRiTlNwSUkxTlpxMXhDSjNIZzZ2V3M2VzZmRzFBSE1XS294dHh5NlFNQ0J1YkZON3JQSVhvSjVUQitxMmJVKzJIRG5UM1E5QW1ya01ZTit0UjdLenBuNkYxdy91OGVyZVhXbkFtbUtnUjdITzZlRlZ5em14YVQybGE5U2tidHYyVkd2Y1ZDbDRKd2lDSVB4NkloQWtDSUx3TC9LOUJVWi9KUU9qek9JQll3b0tsaTc3dTdzZ0NML0VqNnJkOVNQVE9YNzczcVFZQlBvUkZJTm4ra1pHUDZ4b3RvYUdCbG15Wi84aDV4SUVRUkQrVHVYcjFPWHN6dTNrS1ZhYy92TVhFeGtleG9MK3ZTQ2hSbVZLRk9zQlJVZEVzR2JzU0VhdTIwUU5SOVZVeFdsaG5pczMwdzhlNDhEU1JXeWJOVTJhMGZQbzJoV1ZRRkI0U0lqU3VvR3hjYnF1NWUvOW1WbGRVLzl1c21yazBQaDZobkZ4NUM1Y1ZOcis2Tm9WWHQ2N1ErRnlGWlJTYml2V01IMzM5SW0wZk8xWWZFcmJ6Mjg4Y1hkenBVajVpaGtPQkIxZXVReFpUQXhsYTlhbTV3eVhESjBqbzhKRFF2anFFNSsrTzhEWG04bnRXaExrNTRmM3U3ZDBIaitaUEVXTFNXMFZhekRlUFgrV3VMZzRIbHkreU5zbmp3Z084S2RaMy8vOTByNExnaUFJeWtRZ1NCQUVRUkFFUVJBRVFSQUU0Uzh3YU1sS09vNmRTRllMUzJtUXhlUmQrMU05TGlvOG5ORk5rbElPR3hxYllOK3RCOWx6NS9tdS9taHFhdEpxMEZBS2xTdlBySzRkMGREUW9HcWpwaXJ0UXI0bXpYYlcxZGRQOXdBNU0wc3I1cDA0cDNaZlUvT2tvRktmT1F0U3JBbjByY1JVYUFCdkZkTEUzVGgrVEZwdU4zd1U1V3JYVFZkL0UvbC8vb1RyaHJVVXExU1owUnUzL3BLQmdYRnl1YlI4OWNnaFBCL0VCLy9DUTRJSjh2TURZUCtTaFdob2FGS3FXbldwN2V1RWRoOWZ2NUxxR1FHMEhqeGNTcTBuQ0lJZy9ENGlFQ1FJZ2lBSWdpQUlnaUFJZ3ZDWE1MTzBTbGQ3V1V3TUx0MDc4L3JCUFhJVkxvSmRGMmZxZCtpRWdWSG1IOWFuY3JYcXNPSCtFM1IwOWRETmxBbUFtT2hvSGwyOXpNMVRKM0EvNFNxMXpaekY5SWRkOTN0bHo1MkhySlpXQkhoL0pzalBqN2VQSHlHWHkzbDEveTRBVnZrTFVMRytiWWJQdjJucVJFcFZxOEhvRFZ1L0s3V2EzMGN2NXZic1N0ZEoweWxoVXlYRnRsR1JrZEp5NHg2OXBScUtieDQ5NVBiWjB3QVVxVkNSam1NbkVQemxpOVQyNWQwN3lPVnl6dTNhSVcwenlHeE1ndzZkTXR4dlFSQUU0Y2NSZ1NCQkVBUkJFQVJCRUFSQkVBUkJ5ZFQyclRITmJvSFArM2M4Y2IvT2hPMTdxR1JycDlJdUppcUs2S2pJNzZvclNNSXNvNjgrUGx3OHNKZGJwMDV3NzhKNVpMSVk3TG80VTdWUkU0NnNqcThuYW1UNjV3U0NBRXJZVk9YSzRmZ2FQdTRuWGZGNTkwN2ExMkxBNEhUWENFemsrZkFCT1FvVXBPM3lOUmsrQndtMVc2ZTJiODI3SjQ4WjYyaFArMUZqYVQxNGVMSnBkNk1qSTZSbHhlQlRkRlNVdEt5ZjJSaE5UVTJ5Wk05T25tTEZlZi9zS2VFaHdUeTVjWTJ6dTdaTDdScDA2SVJCNXZTbDhSTUVRUkIrRGhFSUVnUkJFQVJCRUFSQkVBUkJFSlRjT24xU1d1NDZhWnJhSUJEQXloRkRlT0orbmJHYmR5alZ6RW1MbU9ob25ucmM0Tzc1czl3NWQ0WTNqeDRDb0pzcEV3MDZkcUhWd0NHWVdlVmc3YmhSMGpFbVp0a3lmRTgvZzNXRGhsSWc2TkwrdmZpOGp3OEVXZWJMVDkyMjdUTjgzZ0tseTFDZ2RCbHBmVmEzanZoLy9xUzJiZWpYcjBycmM3cDNRVnRQRjRCZ2YzOHBWWnM4TnBadE02Y1I5T1ZMc3ZXR29pSVVBa0VHQnRKeVpGaW8ydTNsYXRYaC9iT25BS3daTzVJQTc4K1E4RE5zS2xMQ0NZSWcvREZFSUVnUUJFRVFCRUVRQkVFUUJFRklWcmFjT2RWdVA3NStEV2QyYmdOZ2hGMDlCaTFiUmJYR3FqVitGTDEvOXBSN2x5NXc3L3haSGwyL1NtUlltTFJQMzlDSWhsMjYwYXpmQUxKYVdFcmJ2M3o2S0MyYlpyZjRBWGYwNDFSdWFJZVd0amF4TWhrZlhqeVh0bmNlUHhrZFhkMGZkcDB4RzdjbHUrL3FrVU80ZE84c3JZOWN2NWtjQlFwbTZEclJDb0VnWXpNemFUazBNRkJhTmpSSm12MVZ5ZFpPbXEzMTl2RWphWHV6dmdNd3o1a3JRMzBRQkVFUWZqd1JDQklFUVJBSTl2ZEhSMDhQZlNPajM5MFZRUkFFUVJBRVFSQitrajBMNTNMdnd2bDBIN2Q3bmdzbk5tMVEyUzZQamFXNFFzMFp0NDNyS0ZtbEdpYlprbWJ0ZlBKOHphTnJWM2g0NVRJUExsL2txNitQeW5sTXpNMXAzTDBYRHM0OXlXeWFWV1cvejl1MzBySlpqaHpwN3YvUFpKVEZGQnY3Umx3N2VsamFWckZlQTJvNE52K3QvY3Fvc09BZ2Fka3lYMzVwK2F1UHQ3U3MrRE1xODA4dHN1ZkppKy83cEpSNE9Rc1dvdlhnWWIra3Y0SWdDRUxhaUVBUWNIcjdGa3d0TENsYnM3YlNhSTB0MDZjUTZPZUxZNS8rNUMxZVF1a1lXVXdNNDVvNVVMRytMWFhhT1AyVm94d0NmTHh4MjdnZVV3c0xzbHBZa2kxblRncVZMWi9xY2JmUG5tYnBvUDZZbUp0amtzMmNXaTNiVUsrZDhuUnBsKzZkQ2ZUekk2dWxGVmt0TGFuWHJnUDVTcFRNVUQ4OUh6N0E3Nk1YTm5ZT0dUbytKanI2dTBieExCblVIME5qWTB3dExNbHFhVW1SQ3RZWkhwa2ovRGRjT1h3QTN3OGZxR3puUUs1Q2hWWDJod1lGb3F1WFNTcVNtcHlvaUFqYzNZNVJzMFhyNys2VDY4YTE3Rms0ajFMVmFsREoxZzdyK3JaWTVTL3dYZWNjNitoQTBCYy9UQzBzS1Z5K0FwM0hUd1pReVVXOWF0UXdJc05DS1ZiSmhtS1ZiTWhUclBoMzVjRCtXVVkxdGlVaU5KU3NsbFpZNU01RGp4a3UwbnREYU9CWDlQUU4wTkhUUy9FY2ZsNGYrUExwRThVcjIvelV2b1lGQjMxM2puWkIrTGM1dEdJcDJqbzYyRGcwVHZGejJkbWQyOUhRMU1URXpBd1RjM1B5Rml1UjZ1K3VJQWlDSVB4WHRCa3lnalpEUnFTcGJWUHpwTm91YlllUG9tYnpWdW0rM3FOclZ4anJtUHgzOFR6Rml0TzBkejlxdDJxYjdQZWZ1TGc0UHIxNUxhMW56NTBuM2YwZzRUbk8xU01Ic2N4WGdLSVZyVE4wanVRNE9QZFVDZ1E1ZE8rbHREOHFQSnluSGpkKzZEVi9ocUF2WDRpT2pBVEFQRmR1akV5eVNQcyt2SHdoTFZzby9BdzBORFNvNzlTQkhTNHpwVzI5WnMxRlR5RjlITUNURzljcFVhWHFUNzREUVJBRUlUbC8zcE8yMzhBaWJ6Nm1PcldpUi9tU25OaWNOTUtsZnZ1T25ObXhsVUYxcXJON3dSeWxZenhPdVBMVXc1MXRNNmZSczBJcEpyWnVobjlDSHRTZktUSXNqQVg5ZXZMNWpXZTZqcnQ2NUJBNzU4ekNTK0VQOS9jS0NRaGc5M3dYVm8wY3lxeXVIYVNjczZtUng4WVM0T1BObTBjUGlZbUtvbmFyTmlwdEFydy84L2o2VlM0ZjNFZkkxd0I4UDd4bjc2SjVTdE9NMHlJdUxvN1ZZNFl6bzFNN1puUjJ3cy9yUTdxT2YvLzhHWDJyVk9EeGpXdkp0bmw1N3c1cnhvemc3dm16eE1YRnFleS9ldmdnaDFjdFo5T1VDUnhadlJKdEhaMTA5VUg0NzZsUXR6NG5ObStnZnpWclpuUjJVc256L05UOUJ0M0tGbVA5eExGOGZQMUs3VG5rY2prTCt2WmdYdS91ek9uUmxmRFFFSlUyRWFHaHJCa3pnbk83ZHhJZUVweGluMTdjdVkwc09wcDdGODZ4YnR3b3p1ellSbXhzYkpydktjREhtOGx0VzNCeC94N3A5eUFzT0lnUEw1N3o0UEpGR3Zmc3cvTmJOK2xlcmdUcnhvL20rYTJiVXJ2SDE2OXlidmRPVmd3ZnpKUjJMZkU0NFpybTYvNUt3ZjcrdkgzOGlEdG5UMU9qV1F1bEFQR2phMWZwVnJZWW02Wk1TUGI5T1RnZ2dFbHRtak91bVlPVU91Rm4yRDNmaFVHMXEvUDg5cTJmZGcxQitCTzVibHpIbXJFajZWNnVCRU1iMU9iV21WTnEyKzFic29CRi8rdk5GS2RXN0pybkFza1VTaFlFUVJBRTRmc2xEalJUcEttcFNXVTdCNmJ1Tzh5eXkrN1lkdXlTNGlDNGo2OWZLYVdQeTFXNFNMcjZFT2pyeTU2RmMrbFpzVFNlRHgvODhDQVF3THVuVDVUV04wK2RTRXgwdExSK2N0dG1wZTlYQlVxWHhjenF6NXJaQk9EcjlWNWFMbEdsS3BjUDdlZks0WU5jMkx0YnFvTUVrTHRvTWFYanZuMGVkSHpEV3FYbkk0Ryt2bHcrdFArbjlsMFFCRUZJbVFnRUFXVnExS1NLUTJPKyt2cXdZdmhndHMrZUFVQ09BZ1VwYWwwSmVXd3MyMmRONSt5dUhkSXhicHZXUzh2RksxZGgxUHJObUZsYS9kUitSa1ZFTUwxVE95N3MzYzJveHJaNFBueVE1bU0zVEJySHJubXowenhDUE5qZm4xV2pocWw5dUt5T2hxWW1OUnhicExrL2lmVDA5ZEhTVnAyWXBxMlQ5SURWSW5kZXl0U29pZHVtRFF5c1hZMXBIZG9RSEJDUXB2TWZYYnVLcCs3eG8yN2MzWTR6cHFrOUwrL2RTZE94a1dGaHVEaDN3dmZEZXlhMGFNTHBIVnZWdGl0Y3JnTGViOTh3cVUxekJ0YXF5bE1QZDZYOThqaDVVdHZ5RlRJOGVrbjQ3ekRJYkV5L3VRdUppNHZEM2UwNEkrenFxUVNTUXdJQ09MeHlHVVByMVdTc280UEt2M0hOR3VGeDBnMFNaaGdOcWZ1UHlqbjBqWXpJWDdvTWkvN1htMjZsaTdGenppeGtNVEVxL1pITDVUeS81U0d0bDZ0ZGwwN2pKcUtscFpYbWU4cHFZVWxXQzB2bTkrbkJWS2RXU2w5NkFIUjBkSGwwN1FwZlBuM2t4T1lOUExwMlJlcUxuNWVYMU02dVN6ZXFPRFJPODNWL0YrT3NaaXJiZ3YzOU9iQnNNVU1iMUdhNFhWMlZmeE5iT2VMMThnV3ltQmpXalIvTmtvSDlmbmkvM04yT3M4TmxKcjRmM2pPbXFSMnVHOWY5OEdzSXdwL0kzL3V6MGdPSUloVXFVcjVPdlZTUHE5bWkxUS9OM1M4SWdpQUlnaXJucVRQUjF0SEJKRnMyV2cwYXl1cWI5eG0vZFJmbGF0VkowL0VQTGwxUVdzOWZzbFNLN2YwK0pYMi9rRVZINDF5K0JOdG1UcU9lVStuUnd6UUFBQ0FBU1VSQlZFZTZUWjZld2J0STN2UGJ0OWc0ZWJ4U1ZvUDN6NTZ5Zk5oQTR1TGlpSW1LNHREeUpWamxMMER2V1hQWjh2Z1ZpODVkVnFxQjlLZndmSEJmV3E3YXFDbWxxLzNEdlF2bldOQ3ZKeUVKejJIMGpUSlR6THF5MU83c3p1MmMyNzFUNlR3ZUoxelpNbjJ5dEw1LzZVS3lXdjU1OXlzSWd2QTMrYXRUdzhubGNtSmpZdERSMDZONS8wSGNjRDBHQ1grZ212Y2ZnRUZtWThyVXFNWHpXemNCdUhSZ0wvWGF0ZWZkMHlmY1QvZ2dZbVBmaU9Hck42Q25yNS9zZGFJakk1blNyaVV5bWVvRDJQUjZmalArWVcyZ3J5L2ptalZpNnY3REZDNVhJY1ZqWGorOGo1L1hCNHBVdE1iVUlyNm80dWMzbm1wbnI1QXdYWHBCMzU1NFByelBzNXNlVE5xNVR6cnVWOUZTbURVVEZ4ZEhKa05EbkVhT1llbWcvdHc4ZFlJWm5kdmhja3o5U045RXoyL2ZZdlBVaWRKNjVZYjJERnUxSG4wakkwSUR2ektyYThka1g0TkVKdG5pMDljQlhENjRuL0sxNjVJdGgycVJUT2RwczdoNzRSenZuajVocktNOWszYnRsejdVeHNtVEFrRXAvVDhSL2k3bGF0ZWxzcDBESGlkYytmTHBJNGRXTEtYNzFKa3E3WElXS3N6TXcrcG55SFFvbWsvNk1ON2lmNFBVQnFNYnRPL0VwZjE3dVgvcEFqdm56dUtUNTJ1R3JWSU9Ecnk0Zll1UXIxK2xkZnV1M1ZQcys0TXJseWhUbzZiSzl2cnRPM0ZtNXpadW56M054WDE3VlBZL3ZuNFZiUjBkUm0zWVNxVUdEU0VoRFo3aWJLWFNOV3FsZU8xL2crS1ZiWmk0WTYvSzlpK2ZQdUpjdGpnQWhzWW1kSjAwTGRselRPdlFoaUQvTCttK2RreFVsTkxvdkJPYk41Qy9aT21mbm9wT0VINjNPK2ZPU01zYUdobzA3ZDB2WGNGc1FSQUVRUkIrbnB3RkMrRThkU1kxVzdUR09LdHEvWitVUklhRmNYejlHbWs5ZDVHaWFtc0lKZnJrK1JvWDU4N1NlbHhjSExFeE1mU1k0VUxUWG4wemVBZko4M3I1Z3VrZDI2Q3BwY1dvOVZ1NGR2UVE1L2ZzQXVEY3JoM29HeHBoa05tWUFCOXZzdWZPODBka0NBbjI5OGZZVEhWZ0c4RExlM2NCTURZem81S3RIVHE2dXZTZVBZL0xCL2NURVJZS1FNZXhFNlMwYjQ5dlhHUGxxS0VBdEIwMml0dG5UdkhxZnZ3NTlpOVpTTWpYcnpUdTBSdlhqZXNZdkd6Vkw3cERRUkFFUVoyL09oQVU2T2ZMc2JXcjZUeCtFc1VyMjVEVndwSUFIMi9rc2JISUV4N2VXK2JMSjdYUFViQVFKQVNLTkRRMGFEMTRPTzFIajBOVFU1T0kwRkQyTDFsSTIyRWpWZkxNNjJiS3hJeER4MzlJbjV0YlpZV0V2clVhTkpSOEpWSWVDVVBDU0F4QXFVYk95UzBibFI3OEtvcVZ4ZUQ1TUg0VWlPZkQrNHh3cU0raXM1Y3d5bUthNnJWQ0E3K21xZDIzb2lJaW1ObWxQZjlidUJUem5MbVVSdWNtL2l4cXQyekR4a25qQ1EzOHlsUDNHeWwrZUFuMDlXVjJ0NDdFUkVXaHJhTkRoOUhqYVRGZ3NGU2J4Q2lMNlEvN21RRGtLbFNZU3JaMjNIQTlScXhNeHRweG8xaCt4WU80dURpbEdSaVpEQXgvMkRXRmY3L0czWHRKdjUrS3FRNHlJdkg5U1owT284ZEx3ZXVMKy9mUWN1QVE4cFVvaWRlcmwrUXFWSmhicDA5S2JYTVdMRVRsRk9wcGJaODlnOTN6WFdqeHYwRXFnWXpDRlNxaXBhMU5yRXlHYmlibDk4SG9xRWc4SHo1ZzNKYWRuTm01amZEZ0lHcTFiSVBmaDZSMGpabE5UWlhTTkVTRmh6TzlzeE9keDAya2NQbUs2WHhGZnI0TCszWm51T2FYcHJaV3N1OWZBQk8ycXdiU0JFRklubUpLeWJLMTZtUzRGdC9ieDQvSVhiU1kydG5LZ2lBSWd2QmY1ZjMyRGE4ZjNNY2djMllNakUzUU56SWlJa1E1TzRpbTV2Y05zR2pjbzNlcWJkNDlmWUxyeG5XOHVuY1hMVzB0OUF3TStmRHNLUUUrM2xLYmxMNnJBSmpuektVMEFGTlhYNS9CUzFkUnc3SDVkL1ZmSGE5WEw1bll5aEU5QTBNbWJOOURrUXJXbEt4YWpZZFhMdlBsMDBjQUtZaGxrVGVmRkFUeS9mQWU3M2R2TWNpY21VeUdScngrY0U4NnA4WlBycFVhSEJEQTBBYTFLRnV6Tm4xYzVxczh2N3AzOFR3QWJZYU9sSjdMNk9qcFViVnhFM1QwTWxHL2ZTZnBPOXViUncrWjNxRXQ4dGhZQml4YVJvTU9uYW5iMW9raDlXcEtnLzFPYmQzRXFhMmJBTERNbC8rbjNwc2dDSUtRc3IvNlcyNlFueCtYRHV5bDgvaEpBSFFhUDVsenU3WlR1MDA3cVNCZTNiYnRpWlhKaUF3UHg3NkxNMTZ2WG5MbjNCbkdiOThqaldpUERBdGpxbE1ySHQrNHh2UGJOeG03ZVFmNlJrWS92TCt4TWhteE1wbTBYcVNpZFpyU21YaWNpRThmVmJsaDBnZW1sRWFpdjMvMlZHbGE3NWlOVzlNVTNQbnE0OFBBT3RYb08yY2gxUm8zVGJXOW9tMHpwM0wzL0ZuR04yL01yS01uTU1xU1ZKQXdLaUljRWo5OE5HckM2ZTFiS0Y3WmhzekpqQ1NLam94a2xuTkgvRDkvb25ENWlneGN2Qnc5ZlgyVkF2VS9XczBXcmFWWlpZbnBhU0xDUXBFcjVBRld2QzlCS0ZPek5xMEdEY1h2b3hkdGg0MzhhZGNwVnFreU9Rc1Y1dU9ybHdERVJFVnk1ZkJCOUkyTXlGV29zRkt1NXNqd2NNWTNWNSthTFRveWdoZDNiZ053WU5saW9pSWk2RFZyTHJLWUdENDhmd2JBL3hZdUk4RDdFN2tLRnlVNklrSTY5dDJUeDNTZlBndlBSdys0ZXVRUTE0NGVKc2pmbnl6WnNrbHRiT3dhS1QxOFhUbHlDUGN2bm1lTXh3MkdMRnROOWFiTmZzS3JrekZlTDErd2JPaEFEREpuWnVyZXcwcjdYdCsveDJ6blRpckhLTDRlZ2lEOE9GSGg0Vkt3RzZCNXZ3RVpPby9QdTdlTWJkYUkvS1ZLTTNyRGxoUkhHd3VDSUFqQ2Y0bEYzbnpJWkRJOFRyaHlZTmtpZ3YzOVZkcVlLSHh1LzFueUZpOUIzemtMQ0E4Slp1V0lvVnpjcnp3NFNrZFBEN3N1emltZVEwZFBqOEhMVnpPaVlWMk1URTBadjNVWFJTcjgrSnBBVHozY21kNnBMUlhyTmFEMzdIbFNHbjRqa3l5TTI3YUxzVTNzcFJrMEFGOCtldkg1alNkVytRdVF4VHc3M3UvZXNubmFaTzRuQkY0U0pUNkwraG5rY2pueiszVEg5OE43VG0vZndydW5qeG16YWJ0VXEramx2VHY0dm45SDN1SWxjT2pXUStuWXdjdFdLNjAvdUh5UldkMDZZV3Bod2ZEVkd5aFF1Z3dBVnZrTE1IYkxEcVozYktzeTJQSDVyWnVwWnJRUkJFRVFmcDYvT2hCMDVmQkJmRCs4WjZ5amcxU1lVRWRQajZ1SEQzTDE4RUdWOXZjdW5DTldKaU52OFpJY1g3ZWE0K3ZpL3hBRyt2bEpNMmp1WDdyQXhOYU9UTnE1VHlWNDh0WEhoK1hEQitINThBR2FXbHBrdGJEQVBHZHVDcFl0UjltYXRTaFlwbHlLL1kwTVYvNGptcFkwWTE4K2ZlVDFnM3RZNU0xSDN1SWwwdkNxd0x0blNVVU96WFBsVHJWZmlWYU9IRUtRbng5emUzWmw5SWF0Mk5nM1N2V1laemM5R0ZxL2x2VDZmWDdqeVpLQi9aU0tQNFlGQlVuTEF4WXRvMERwTXB6YXRwbm50MjVTckZKbHBmUEZ5bVRNN2RXTkQ4K2Y0enhsQmsxNjkrUDVUUThHMWE1RzNiYnQ2VGh1WW9ieThNYktaS21PRGk1dVV3VmpNek9DL2YxcDBLR3pTdCtCRkI4cXhjWEZzVzNtTkdxMmFKWG1uNVh3N3hiNjlTdFBQZHhwTjN5VTJwU0RQMUxITVJNNHRISXBwYXYvUTg3Q1JkZzhiVExUOWgvaDJVMFBQci94aElUL3c3T1Bua3cyYVByMjhTTUcxcTZXdFA3a01lK2ZQU1Zub2NLYzNMcEpTb01ZSzVNeHBONC9TcWtYTHg4K2dLNWUvUHRzNHBjMzMvZnYrUGp5aGRUbXdkWExETGVyRzMrT0dKazBNaTQ2SW9LNXZicVJKWHQyU2xaSnV2N1BGaE1WeGZnV2phV2lybjVlU2JPWGxnMFpRSFJFQk5FUkVVeHQzNW91RTVMeVh4Y3NVNVlSYXphcW5NLy84eWQ2VkVoOUZ1ZVBsSmIzTGtINHQ3dmhka3g2MEZDeWFuWEsxNmxIZUdpSTBrQU1SWW9wVzZNaUlnZ05Da1F1aTJXMmMyZENBNy95OE1vbFJ0alZZOUt1L1ZqbEwvREw3a01RQkVFUWZoY05EUTF5RlNwTXJ2OE5vazdyZHZ6dm44cEtHVVJNc21XanlDK2NvVytRMlpnK2MrWnozZldvTkpoS1cwZUhnWXVYWTVFbmI2ckhGeXhkRnFlUll5bFF1a3k2ZzBCcEdVQjZaTTFLTGgvY3g1aU4yeWhWclliYTY0OWN2NWxaWFRzUUhSa0pDWi9MVDIzYlRKY0pVOURObElreU5XcFN1dm8vakc1c3ExUm51TXcvU1NtNEkwSkRHZCtpaWRKbmwrU0VCZ1VxcmMvcTJnRWRYZVhaUGxFUjRYeDQ4VnhhZjNIbk5tT2EyclAwNG5YMERBdzR2M3NubVUxTkdiTnBlNG9wN0U1czNzQ1c2Vk53N05PUDV2MEhxVHliS2xPakpoTjM3bU5HSnlmQ0ZQcDFhTVhTTk0wTUV3UkJFSDZPdi9icDBNdTd0em04ZWprQS9SY3NJV2NLYVpWU3MydmViQ21Rb2FXdFRlRnlGZmpxNjZzU0NESzFzR0Q4MWwzY2NEM0dsdW1UZVhiVGcyYzNQYVRSK0FWS2xjRnAxRmlsRkc2S0lrSkRsZGIxOUExUzdWdGlxcFRLdG5ZcSt3NnRYRWJaZjJxUnYxUnBwZTN2bnoyVGxvdFpWMlpDeTZaRVIwV3FIQjhWbmpTNlhSNGJTNUQvRjRyYlZBSGc3Szd0Vkdwb3IxUXNVWjFpbFNvemVmY0JsZTI3Rjh5UmxzT0NrNElwb1lGZjJiTmdMbDk5ZlJqVnFBRU5PM2VqNitScEdCaGxKalkybHVWREIxS29iRG1HTEYrTlFXWmpBRFpQbjRSY0x1Zk16bTFjT1hLUWxnT0gwR2JJaURUUEVMcDk1aFFiSm8xanpLYnRTZ0dxYjVsWldySHU5aU1DZkx5bGxEVGh3Y0ZLYlZMS2g3eDY5SEJjTjZ6bCtQbzFqTjY0TmMyRk00Vi9qOWNQNzNOdTF3NXAvY0hsaTd4NytvUkpiWnJUYmZKMEhQdjAvMm5YcnQ2MG1UU2padjJFTVZSeGFJeUdoZ1p1bStMckJXbnI2dEovL2hJaXdrTFIwemRRVzF2anRVTGgwRUxsS2pCdC94SHBDMExmT1F1a2ZXZDJiT1AwOWkxS3h6Ni82VUdCTXVXbzA2WWRGZXMxa0g3L1JqclVCeUI3bnJ5c3VYa2ZUVTFOWHQyL3k5RDZTYldDNXA4Ni8xdFN3K25vNmVGeS9MUzAzcmRxUldsVzFleGpKNVVDdG9tekFRSFEwRkFiZk5IOHhmVktvc0xER2RQVW5xcU5tOUpxME5DZlBpdFNFSDRYeFpwa3JRY1BBMkR2d25tOGVmUlFiWHZGOURMSDFxNlNCditZWk10R2hicjFwWDFuZCsyZzQ1anhQN0huZ2lBSWd2RG5NYld3b0o1VFJ3NnRXQXBBbm1MRkdiQm91VlFUNWxjeE5EYkJLbDkrd29LQ0tHNVRsUllEQmxHd2ROazBINS80bVNBdE5EVTFzY3lYbnpwdG5TaHFYVG5GdHUrZVBzRXFYMzdtdXAxTnNWM0ZlZzJZZmV3a0s0WU5sbXJtZkZ1aldFTkRnNW90V3ZQVXd4ME5EUTNLMTYyUDgrUVowbjU5SXlQbW56cXZjdTZmd2YvekoyNjRIV2ZDOXIzSnB0ajE4L3JBNW1tVE1iT3lZdGtWOXhRSDJaYXFXcDJsbDY2emNzUVFicDQ2QVFuMXFPUGk0c1QzRWtFUWhOL2tyd3dFM1Rwemlqazl1aEFkRVlHR2hrYUdVbjlzbVQ2WlV0VnFVS0Z1Zlc2NHh0ZWF5VjIwR0FNWExhZW9kYVVVajYzaTBCanJCZzA1dW1ZbHUrYTVFQkVhbjN2WDg5RURablJxUjdOK0EzQ2VNa1BsdU1qd2NLWDFUSWFwMTV2eE9KbVFGazVOY01tK2EzY210MmxPd3k3ZHFOMnFyYlQ5K2UyYjBuTEpxdFZ3Y082cDl0enZuajVoUU0zNHdJK21saFl1eDA2bDJwL1V4TWJHRXVqblM1VEN2YjY2ZDVmNWZYcmcvL2tUWWNGQlpMVzBvbkNGaW1UTGtST0xQSG1sRWI5YVdscjBuajFQNlFQcXBRTjdlZXArUTFxdldNK1cyaTNicFBtRHgrYzNuc3pyMDRPd29FQ0cyZFpoeE5xTldOZTNoWVJhSzY0YjE2VjRmRWhBZ05MNmRwZVo3RmswVDIxYno0Y1BBQWdQQ1dhcVV5dUdybHozVS9JWUM3OVB6Z0tGcU4wNjZYZk4zUzMrdlVNZUc4dnJCL2ZVMXRqNitPb2xveHJicWoyZllxQXhyZituM3o1K3hMbmRPMWgzNXpGZmZYeTRmQ2crRU50MTBqVHlGQzNHL2lVTDJiMWdEZ1hMbEtOb1JXdUtWYktoaWtOOHFyZ243dGNCTURUSnd2RFY2OVdPRW9zSURXWFh2TmtxMnh2MTZNMmFNU080ZkhBZkZlczFZUFNHcldqcDZFai83eHM1OTVRQ3gwRitma3JIaWx6U0diTjRZRDllM2IvTHEvdDNlWEhuRm9PWHJaSlNWZ2pDZjRYZlJ5L3VuRTk2RUxPZ1gwOG03dGhMbHdsVGtqMUdNYWpiY3VBUWFqWnY5VXY2S2dpQ0lBai9GcllkdTFETXVqSjVTNVQ4cmtHejMydnBwUnRwYVBYOUR2a0VwcUZWdkx6RlM2UTVnMGVoc3VWWmNPWWliNTg4SmlvaVFxa2VhcUpLdG5aWTVNMUgvbEtsTWJPMFNsZS9mNlRYRCs0ejY3QXJGbm56SmRzbUlqU1VnWXVYU3hsMVVwTXRSMDRtYk4rRDk5czNlTDE2U1pFSzFpSUlKQWlDOEJ2OWxZR2daVU1HU0NsRXl0YXFnNkd4c2RvY3VNblp1MmdlaDFjdDU4aWFsWFNkTUlXdlB0NzBjWm1QYmFldUtVNmZWYVN0bzBQei9nT3A0ZGljaGYxNzgramFGV25mb1JWTEtWV3RCcFViMmlzZEV4R2lQTHRFM3pEbE9rUVJvYUU4dkhvWlEyTVRTbGF0cnJKZlQxK2ZBWXVYTTZoT2RieGV2S0RqMkFuRVJFVkpEM3RKU0xIeUswU0doVEc3ZTJlSWl5Tkw5dXpFUkVaSisySmpZdWc0Wmp4WnJYS2dvNnRMV0hCUXNnOHpGWU5BWWNGQnJKOHdWbHEzc1cvRXNGWHIyRFYzTnZjdUpUK3F4dWY5T3ltQVkyeG1ocFhDUStqOWl4ZFFwSUkxeGxtelVxdGxHMnExYkpQaWZSMVpzNUoxNDBaQnd1eUNPYTZuay8wL292aGdxbHFUWnBTckxXWUUvZGRrTWpSVXlvbXNXSml6eDdUWktrRWdUVTFOYXJWcVE3OTVpOVNlYjhtZy9ueDg5WUk2Ylp3b2JsTTExZXZIeGNXeFlzUmdhcmR1aDc2UkVidm16VVlXSFUyZE51MW8ycXN2SktRVWlBd0w0L0gxcXp5L2ZaTktDdTlEajY1ZFFWdFhsekdidGlVN1Ntekw5TW40Zm5oUHRodzVpWlhKK09yckEwRE41cTN3ZlBpQU16dTJjdnZzYVE0c1cweWxoblpFUjBaaWtpMGI5bDI3UytmNDZ1c3JMUnVhWlBuWDFlbDRkdE5EYmZCT0ZoMlQ3REd4TWhtVDI3WlFPL3N5STZMQ0k2U1pxaVFFSFNlMmFzWWN0ek5xWjNzSndyK1YyOGIxU2luZ2NoWXEvRlBxQUFpQ0lBakMzeVJYNFNJcFpzTVEwaWRmaVpMSjdzdWVPdy9aYytmNXBmMVI1OXZuVCtya0tWWThRK2UyekpkZkRPNFRCRUg0QS95VmdhRHlkZXB5ZHVkMjhoUXJUdi81aTRrTUQyTkIvMTd3elRSZGRSVHJBVVZIUkxCbTdFaEdydHRFRGNjV0dlcUxlYTdjVEQ5NGpBTkxGN0Z0MWpUcFljYWphMWRVL2hDSGg0UW9yUnNZRzZkNDdqdm56aEFURlVVVis4YkpCaDl5RkNoSXA3RVRXVGQrTkdFaHdWU3hieVRsNExYS1g0Qzh4VXR3N2RnUnZOKytvYjVUUjR6TnpESjBuNm5KWkdqSTVGMUpCZXQ5M3IyVlV1WUYrdm1TSmJzRk9ycTZmUEo4ellDYVZhamMwSUg2VGgwb1Y2ZGVzZzgxdDB5YkxEMkV6bCtxTkNQV2JFUmJSNGVPWXlmUWNleUVaUHN5djI4UEtjMU1GZnZHeVQ2RVQ0dTNDbWxwOGhZdm1XS2dNRXFoa0h6dUlrVithcEZJNGM5V3VIeEZaaHc2VHU3Q1JjbVNQWHV5N1ZvTkdzb0krM3JzbURNVHEvd0ZLRnV6ZG9yblBiVjFFODl2M1dUd3N0VjgrZlNSNCt2WFlHUGZpUDh0WENhMUNRMU1HZzBubDhtazlBdWYzM2ppOC80ZFExZXNvVXlObW1yUGYyNzNUbzZ2WDBQSnF0VVp2bVlEVTUxYVNiK0RBRjBtVE9IaS9qM0VSRVVSNE9QTnZRdnhBVmxUQzB1bEdZNWVyNUxxQnVYN3crdGxCZnI2OHZiSkk2VnQ5ZHExcC91MFdTcHRBM3k4R1ZMM0h6Sm56WXBKTm5PbGZWcmEya3piZnlSTjE0eVZ5V2h1bFJRY20zSG9PS1dyLzVQaGV4Q0VmNnZJc0RCT2JkdjB1N3NoQ0lJZ0NJSWdDSUlnQ0grOHZ6SVFOR2pKU2pxT25VaFdDMHRwV3FwaUVDSTVVZUhoakc2U1ZHdkgwTmdFKzI0OXZudjBocWFtSnEwR0RhVlF1ZkxNNnRvUkRRME5xalpxcXRJdTVHdFNtakZkZmYxVVp4OTVuRXlvRDJTWDhzaU9SdDE3Y1hMTFJvNnZXODNWSXdlbDdZbjFSQ3JaMmpHd1ZsWDJMcHBQMTRsVGFOaTVXN3J1eitmZFczYk1tVW1kTms2VSthZVd5djVBUHorbU9yWENycXN6dGgyN0FHQ1JOeDhHbVkwSkR3bEdMcGZqOWZJNUJjdVU0K3FSUThSRVJYSDF5RUd1SGpsSUpWczdScXpacUpJbXorT2tHMjZiMWlkZHc5ZVgxdy91VTd5eVRicjYvcjFlSlJTN0I4aFZ1REJmUG4wa1c0NmNhdHRHUlNTbHc5UE5wSysyamZEZkYrenZ6OXF4STlQVTl1bE5kMm4yMnFUV3plZzNmN0gwTy9TdFFEOC9OaytiVExuYWRjbFJvQ0N6blR0UnhhRUpnNWV0VW5vdlVRb0V5ZVc4ZmZLWVlwVXE0M0hTamVHck55U2JydkRhc1NOc21UYUpYalBuNE5DOWwxSjlNRjE5ZmJSMWRUREliTXpRRld0NWRzdUQ1djBITXJkSFYwclhxSWtzT29wUG5xK2xXVVplQ2dWTUUrdU8vV20yelpyR3gxY3ZNYzF1UWQrNUM5SFQxMmZVK2kza0wxVTYyZGxTV1Mwc1dYUHJBZU5iTk9iaGxVdk1kdTdFd01YTHBYcG1naUNrajl1bTlRVDcrMVBVdWhMUGI5MU13eEdDSUFpQ0lBaUNJQWlDOEhmNkt3TkJRTHB6cjhwaVluRHAzcG5YRCs2UnEzQVI3TG80VTc5REp3eU1Ndit3UHBXclZZY045NStnbzZzbjVWeU5pWTdtMGRYTDNEeDFBdmNUcmxMYnpOK2trUHBXYkd3c3Q4NmNRa3RibTRyMUdxVFlWa3RibTI1VFpqRFZxUldCQ1NtWk5EUTBxTisrRXdBNnVycTBHamlVeFFQN3NuellJQUs4dlhFYU9TYk45eFVUSGMzNVBiczR2MmNYWmxZNWxLWUV2MzM4aU5HTmJmbmsrWnBsUXdady85SkYrczlmaEVGbVkvS1ZLQ21scVh0eDV6WUZ5NVRqMG9HOTBySDVTNVZtL0xiZEtqbG12M3o2eU9JQmZaUzJXZWJQLzh1RFFGOCtmZVR0NDZTWkF0V2JOR05Jdlg4b1diVTYzU1pOVThtOXExZ1g2VmNYNGhUK0hNWm1aamhQbmFGU1NIUmdyV3FFQm40Rm9NV0F3VFR1MFZ2bFdCT3piTW1lZDkzNDBZUUdmc1crYTNkZTNMbEZDWnVxTk8zZFQ2V2R6N3UzMHJLWlZRNWUzcnREc1VxVmNlaldReW1WbmFJM2p4N3k4dTV0bGwzMWtHYXlIVm05Z2lBL1B4ejc5S2Yxa0JGU3NLTjYwMlpVYjlxTUFCOXZQcng4em9MVEZ6bXllZ1ZYanh5U0Nyb3ExaWtyWHZuM0JZSkNnd0o1ZnVzbUwrL2U1cW1IdTlKcjgrTDJMYnBObms3dDFtMloyN09iMHN5bmxBVDYrZUwxTW43RzA3V2poL0Y5LzU2NUo4K3BuZGtZR2hUSTFjTUhxZFBHS2MxNXVBWGhieEVlR3NLQjVZdnBPbWthdXBreXFRMEVmZm4wRVNPVExHbXFxUWh3Yk8wcUNsZXdWcHUvWHhBRVFSQUVRUkFFUVJEK3pmN2FRRkJhVFczZkd0UHNGdmk4ZjhjVDkrdE0yTDZIU3JaMkt1MWlvcUtJam9yODdrTGNoc1ltZlBYeDRlS0J2ZHc2ZFlKN0Y4NGprOFZnMThXWnFvMmFjR1QxQ2dDTVRGTU9CRDExdjA1SVFBQ2xxLytqVW5kRUhldjZ0cFNyWFpkN0Y4NEJVTHBHVGFWUjdWV2JOR1hscUtGRVIwU3dlNzRMMVpvNFp1ais5UFQxR2JCb21kSzJ2WXZtOGNuek5TVFVRWXFKaW9iTWtMOTBHU2tRZE92MFNYSVdLc3k3cDArazQ5cVBIS3NTQklxT2pHUk9qeTZnb1VHMUpvNWNPM280US8zOEVkemRqa3ZMV1Mwc3NXN1FFTnVPWGRtN2FCNjN6NTVteEpxTlV2cS9tT2hvb2lPVGFvUDh5QUNqOE85alpwVkRaVnRNZEZMZHJPeTU4eWpOTEpQTDVVb3pjTDUxdy9VWWx3N3N4Y1RjbkVxMmRtaHBhNnV0b1NHWHkvbjQrcFcwWHIxcE02NGZPMEtUbm4yU0RRS1JFSlROWDZxMFFsK2pPYkIwRVFFKzNoeFp2UUwvejU4WnNudzFPbnA2dkg1d0Q2djhCWEIzTzg3SXRadkluanNQaGNxVlo5ZmMyYlFZTUpqUG5xOEordklGRW1ZU2xhejJhK3FVcWZQeXptMm10R3VwZHQvRVhmdWt0SGxEVjYxVG0xcDBUcyt1WEQ4V24rNXQ5TVp0Mk5nNXFMVFIxTkpLdG1EcXJWTW5XVDVzRU50bVRjUEJ1U2NPM1hwaWtpMzVZRjlZY0JETGh3Nmlpa01qcWpkdGpwYTIrQk12L0hmdFhUaVB0a05IMHJoSGI0NnRXNjIyelEzWFkyeWRQb1hxVFp0UjE2a0RSY3BYak4raDhQc2FHeU1qT2pLU3l3ZjNzMmJzU0xSMWRPZzZhWnJhUUxrZ0NJSWdDSUlnQ0lJZy9GdUpwMFNwdUhYNnBMVGNkZEkwdFVFZ2dKVWpodkRFL1Rwak4rOUlkd0c5bU9ob25ucmM0Tzc1czl3NWQ0WTNDWFZsZERObG9rSEhMclFhT0FRenF4eXNIVGRLT2lhbGtmK0FOSHVvc3BvSGo4bXh5Sk5YV241OS94NytuejlKRDZRTmpESlRybFlkUEU2NElwZkx1WGZ4UE9WcTFVblhmUUpvNitxcXBFMVNUSXRVdEZKbDZVRm4wWXJXSEU5NHVQUGd5aVZpWlRLcFhhR3k1Ykd4YjZSMEhybGN6dncrM2RITnBNK1NDOWZ3T09uMld3TkJWdzRka0pidG5YdWdwYTFOL2ZZZDJidG9IbEhoNGN6dTFwR0ZaeStUdDNnSndvT0RsWTVOcmY2VDhIZUpqWTJWYW5jQm1HYTNVTnEvZGNZVWd2ejg2RHQzb1JTd2lZMk5KU0kwQkw4UEgxZzZ1RDhBTm5hTlVnd092SHZ5bUlqUXBGcGtkZG82NGJwaGJZb3BEZFc1ZEdBZkFUN2VBRlJyNHNqSWRmRTFQQjVjdnNqMFR1Mnd5SnVQaVR2MllwNHpGd0JGS2xqenlmTTFWdzd0eDgvTFN6cFBWWWNtdnpVb1dxcGFEZlFOallnSUMxWFpwNjJkbEU1UFMwdUwyMmRQSTVmTHlWK3lsUFJhS1FaNE5EVTFwZGRlOGIwMUplZjI3QVFnNk1zWDNEYXRSOThvTTgzNi9pL1o5b2JHSmpqMi9SOWptdHF4WmNaVU9vK2JTTTBXcmRONTE0THc3MUNyUld2eWxTeVZhcnVJc0ZETzdOeUd4eWszQ3BVdER3bnBaeE5uNVY3Y3Y0ZUwrL2Z3T3FIK295d21odTJ6cG1PUk41L2E0SzBnQ0lJZ0NJSWdDSUlnL0J1SlFGQTZaTXVwL2tIbzhmVnJPTE56R3dBajdPb3hhTmtxcWpWV3JmR2o2UDJ6cDl5N2RJRjc1OC95NlBwVklzUENwSDM2aGtZMDdOS05adjBHa05YQ1V0cis1ZE5IYWZuYkI4SGZ1bm5TRFVDYWNaS2EwTUN2WE5pM1cxb1BDdzVpeGZEQlROaStSOXBXcW1wMVBCSUNUR2w1aVBtOXJPdmJvcVd0VGF4TVJsUjRPSGZPbllHRWg2dTlaczFWYVg5czNXb3FOM1NnbmxPSG45NjMxSGcrZk1Eakc5Y2dzWlpVbCs0QVdPVXZnRlgrQW54KzQ0a3NKb1pESzVjeWFNbEtRaEpTZmlWS1RLOGxDQUFoQVFGS3FlSnlGaXdrTGQ4NmM0b0RTeGNSRnhlSDE2c1hqTjI4a3l6bTVuejE4V2JyakNsY1BYSkltbTFXdkZMSzZSSHZuRDhyTFZ2a3pVZkIwbVhKVmFRb3UrYk81bjhMbHlaN1hHeHNMQk5iTmlVcU1nTGk0bmh4NXpZa3BKMzArK2pGY0x1NkFIeDg5WXJJc0REZVBYbk1TUHY2ekR6c2lsWCtBdVFvVUpDY0JRdXhaOEZjdEJUcUZkVnQ2NVNoMSt0SDBkSFRvMnl0Mmp5OGNobW5rV000dm40Tm45OTRxbTNydW1FdE4wK2RnSVRYYnNTYURXcmJCWDM1d3BENk5hbnYxSW5PNHljbGUyM3Z0Mis0Zi9HOHRON0haVUdxZjFkSUNLQjNuenFUMWFPSE02OTNkNjRlT2NUZ1phdlJOekpLd3gwTHdyOUhXb0pBaWdxVkxjL2szUWVTM1QranM1TTBrN2RXcXpZaUNDUUlnaUFJZ2lBSWdpRDhwL3lWZ2FBOUMrZHk3OEw1TkxSVXRudWVDeWMycVQ3Y2s4ZkdLaFUwZDl1NGpwSlZxaW1sOFBuaytacEgxNjd3OE1wbEhseStxTGFlaEltNU9ZMjc5OExCdVNlWlRiT3E3UGQ1cTFDN0kwZnlnWmdQTDU3enlmTTF1WXNXd3lwL2dUVGQyOG10bTVWcTFBRGNQSFdDdStmUFVyNU9QUURxdCsvSSsyZFBNVEUzcDFvVFJ6NDhmNWFtYzJlVVVSWlR5dGFzTFFXQUVqWHEzb3RpbFNxcnRHL2FxKzlQN1U5NjdIQ1pJUzEzSERzQll6TXphYjFBNlRMU3crUXZIK09EZTBGZi9KU096NXhWOWVjdi9QZTVuM0Rsd0xKRkt0dGpvcUtWMXBjTTdpL05Mbm4zNUlrVUpIcDIwNE1KclpxeTZOd1ZzdVhJeVpEbGF5aFZyUVpMQjhmUEl0RXowRS94K3VjVFpxQ2dFSVFwWmwyWlUxczM0ZURja3dLbHk2ZzlUa3RMaXhtSDRoK2dYanE0ajNtOW5BR3c3ZFNWdm5NV1FNSW8rMjVsaWtySGRKODJTNmxlV05YR2p1eGJQRjlhTDJwZGlYSzFWRVg3YUFBQUlBQkpSRUZVNjZiWTMxK2hkdXQydEI4NWxud2xTK0cyYVgyeTdSUi9oeDE3OTFPYmVnOWcrYkNCQlByNnNtL3hmSUw5djlCdi9tSzFhZjBPTGw4aS9Wd2JkT2ljcGlCUW9rYmRlM0h0NkdFZVhyM005ZU5IOFg3M2xwbUhYYjg3ZGFrZ0NJSWcvSnY1dkh1clVxUHpUeFVWSG82dXZuNnk2V01WeFVSSG82T3IrMHY2SlFpQ0lBaUNzdFJTOVF2Q24rU3ZEQVMxR1RLQ05rTkdwS2x0VS9Pa0ZGMXRoNCtpWnZOVzZiN2VvMnRYR091WS9NalNQTVdLMDdSM1AycTNhcHRzUWZDNHVEZyt2WGt0cldmUG5TZlo4eVhPMmtucmJLRHcwQkFPclZnQ0NROGNiNTQrUWFDdkx3QmJaMDZUQWtGR1dVd1p1R1JGbXM3NW96ZzQ5MVFLQk9VcldZcXVrNllwdFRtMWJUTzJIYnY4MG42bDVQYlowM2drek1ncWJsTUYrMjQ5bFBibkxsSk1XcTZhOEhEWFgyRzJGNEJwOXV5L3BLL0NuOFhHemtIdEtQVGo2OWZ3NnQ0ZFNLamZaV1Jpd3BoTjI5TjB6aEpWcWtuTG5nOGZVTU94aGRwMnQ4K2M0djJ6cHdEb0dSalF5TGxYd3ZYKzRjVG1EY3pxMXBHNXJtZklrc0wvelZpWmpKMHVNeUVoNWFQVGlESFNQbytUYmxMdG4rS1ZiYWpoMkZ6cDJHcE5ta3FCSUEwTkRYcE1kMG5UdzQrZkxhMEJtTUNFZXlQaFovU3RqWlBIczJkQi9Fekd4UFJVYng0LzRvbjdkVXBWVmE2RDVQZlJTNXBsV3FoY0JiVXpJRlBUZDk0aUJ0YXFpaXc2bWplUEhqS3Zsek9UZHUxUDkza0VRUkNFZjYvUW9FQTJUNTFFd1RKbHFkcW9hWXAxNXRKQ0xwZmo5ZklGZVlvV1U3di83dm16dkgzeW1JSmx5bEt5YXZYdnJsVVg4alZBN2VDNDVBVDYrckoweVArbzA4WUpHenNIbGZxRzB6dTFReFlUdy9EVjZ5bFlwbHlhenhzWEY4ZVhqMTZZNThxZHJ2NS9TeFlUZzl1bTlkaDFjVTQxY0xOdDluU3VIajVJZGNmbTFHemVrc0tKTmM3VWNISHVSRVJZR0hYYk9GR3RpV09hWmdFL3YzV1QvS1ZLSi92ZFU1M0RxNWJ6OXNralRMS1pZMktXRFJ2N1Jpb3B2NFgvRm4vdno2d2NNWVFPbzhZcDFRTlY1UFB1TFhLNVBNMERVSVgvdnRqWVdONC9mVUsybkRuVDlSNHUvQjFPYjkrQ3FZVWxaV3ZXVnZwYnVHWDZGQUw5ZkhIczA1Kzh4VXNvSFNPTGlXRmNNd2NxMXJlbFRoc25LY1g4bjJLY293TWZYajdIMU1JU00wc3IrczVkcUZSNkEyQnl1NVo4K2VpRmFYWUxyQnMweExGUGZ5NGQyTXVXNlZQSVltNU9GdlBzdEJvMFRPMmdkMFZ1bTlaamtEa3pwdGt0eUdLZW5aeUZpNkNscGFYVTV2M3paNndjTVlTc0ZwWmt0YlRFSW04K0d2Zm9uZTc3Mmpwakt0N3YzbUptWllXWlZRNGN1dlZRK1d6bDgvNGR4OWF0NXYvc25YVllGRjBiaCsrbFUwQkI3Tzd1N3NUdWJzVU83QTVVREd6RjdzSVd1N0FSdTdBTEZCUUVCRkdhWlludkQyRFlaWGRoVVY5OWZiKzVyOHZMaVRObnpzeXlzMmVlK0QzWmN1WWlhNDRjV09iTVRha2FOVE45cmhSaUlpTzV1RzhQTFFmWS90QThVZ3lPeVJqUlpma2JLRk9yamxKdElTMHRMYXJadEdUZWtST3N2WEdYWnIzN3BUc1I5L1B5VkpDUHkxTzBtTnEyZDg4blJlWlhhNjZackltTDAycENnNFBKVmFnd2d4YzRVcWR0cW9IVzArTVJ2dS9lYXRUUFAwR1oyblVVSGpUU3FDamlaS25aRVY1UFBmZ3NWOXorVHhNUitwME5rOFpCc3JOdTJ2YTlTcEVCUGFkTVorR0pzemlldVVqTFpDZVJ2TnlVb2JFSkp1WVd2M25rSXY4R29pTWlPTGR6RzAvY3JpbHN2M1AydExEY2J0aElvaU1qMmUwd1Y2TStqZVZxY0tWSWw2VWxQaTZPbmZOVFpjcjZ6SmdqWkxGVmJXcUR2cEVSZ1Q3ZXpPM1JtYkNRRUxYbk9yTjlDMzdKMzhlbXZmdWlvNmRMWW1JaUNRa0pIRmkyR0pLZFBIMW0yaXNkSy8rY01iZktUdTdDcWcwTDhmSHh6T2pRR29jKzNUbTNjeHZoMzlTUDUzY1I5dlVyUVo4K0FwQ2pRRUdsaVN2QUFIc0hWbHk2cnZCdnVldFZKU2NRd083NTlzaWtVbklVS01oczUwUG9HNmFmeWFXS1BFV0swbkhVV0dIOTRlV0xQTGprbXVsK1JFUkVSRVQrWGt6TXpNbFJvQ0RySjQ1bFFMbmk3SGFZUzBKQ3dnLzN0M25hSk1ZMXJzdUYzVHRVN2k5UnRUcVg5dTlsWnNjMkRDeGZVa0YyT2pZbWhqUGJOZ3R5dFJueDRzNHRobFN0b0hidW9ncjNrOGU0NzNxZUpiYjk2RmVtR0JzbWpTTWk5THV3djNUTjJwaGJXbEdndEdxRHRqb1M0dU94clZTR2FXMXNPTGR6VzdweklYVWtKaWF5YXRRd3RreWZ6TFEyemZtU1BHOVFlYjZFQk55UHV4RDgyWThURzlheWJyd2R6Mis1Qy92ZFhBNEw3dzR5cVpTbjdtNDhjM2RqOVpqaGpLeGRsVmYzN2dwdEwrOTNGZ0xVNUhuLy9DbDlTaFJpdytUeGZBM3dWem1PVmFPSE1iZDdKNDV2V011SDU4L3dmUEtZeS91ZGNYRmFoWi9udTk4aUZTN3k1M2pxN3NiNHh2V28zYWE5NEFTU3hjYmljZjBxaDFZdXhhRjNOL3FVS3N6Z0t1VTR1R0xKbng3dXZ3NnZweDZNcmxlRDdvWHlzRzNXTkEyTytIc0oveGJDcmRNbjJUbHZOdFBidGFSSDRUellOYXpOdmZQS3p4NFJFZXY4QlpqWG96TzJGVXR6ZmxlcTRsS1RucjI1dEc4UGRnMXJLejFUN3AwL3k2dDdkOW03Y0Q2REs1VmhkcGYyYW4rN2ZpVXhrWkdzR0RGWXJUeDhDZ21KQ1lSOS9ZclB5eGZVN2RCWnlRbEVjam1PajY5ZjhlYmhmZG9rcXhuSnBMRjgrZlNSdDQ4ZVlwUWxDeVdxVnVQNGVpY0YyMjlhOWk2YXovSmh0c3pzMklhek83YXFESjZWUmtmeDR2Wk5iaHcveXBsdG15bFYvY2NjTXg5ZVBPUEdzU01jWCsrRXFVVldKU2NRd1BlZ0lFNXNXTXYyMmROWk5tUWdIMTQ4KzZGenBYQjQxWEsyVEovTTJFWjFlSG4zVHFhT2xVWkZNYkY1UTA1djJmaFRZL2l2ODMrWkVmUW5HRGh2SVkrdlhzYll6SXltdmZyU3ZPOEFsUThIZFR4Tll4Z3VxRVliLzN0UUVHOGZQc0RNeW9yaVZhcG0yRytRN3lkT2JGeUxrV2tXcHU3WWk0R3hNVldhTnVmMDFrMUNtNDl2WHFmcmVQb24yVGg1UERLcFZGajMvL0NlRmNNSE0zWEhYblIwZFRtNGZBbVZHalg1STJOTFMySmlJbXZHak9ETHA0K1laczNLekwwSDFXWlBsS2xWUjJIOXc0dm53cklZVGZYL2d6UTZXbGplT1c4MnQwNmRvRTc3anJUb1Awalk3djNpdWVBWUtsMmpGdFdhdHlBNklwemx3MndKQ2ZqTTBNWEwwNDM4akkrUEU1WjlYcjFVS1l1eWQ5RjhmRjYrQUtCUzQ2YTBHVHhNMkdkZ2JFeDFtMWE0dVJ6RzY2a0hFNW8xWU56YVRTcWpQTFMxdFNsWHR6NnY3dDNoeElhMW5OaXdGbjBqSXl4ejVoSWNSTzFIakZaeWZvUUVCckI1Mm1SaC9kdVhRT3k3ZGNUK29JdVNVMVJiVzV1cDIzY3p2WDByTmt3YXg3YlowMms3WkFROUprMVZPVEg1SFR4MXZ5N0l1RVY4Lzg3SE42L1ZSa3RuM0pjYmJpNkh5VldvTVBOZFRxV2JnWlVSSFVhTzV2U1dqVVNGaHdGdzY5UUpxalJwOXNQOWlZaUlpSWo4ZmJRZk1acWJKNC9qNmZHSUk2dVhFeDhuWTRDOUF6S3BGUHR1SFltTGsyblVqMHdhSzJRbnI1dGd4NXNIOXhtMlpJVkNJSnVoaVFrVE4yNWpYSk42ZlBzU3lJcmhnOUV6TUtSVzY3YkV4OFd4YWVwRURxOWNSdnVSWTJqUmJ5RDZSa1lxenhYK0xZVGx3MnlKRFAzT2dqN2RHZVN3V0dGdW9vNnJodzRJeS9GeGNkajBHNmhRZDdOaWcwYThmZmpnaHpLT0V4TVRlWEhuRmkvdTNPTE10czNvNld1ZVNaUEN4emRKbWRkdkh6MWtiS082ekRsd2xPS1ZsYVZrbjk5eTU2di9aMGllaDgxMFBvaGxycVJhdGM5djMyVFZxR0VZbXBveVkvY0JRb09EQklPUm5xRWhEc2RPQzFrNjd4NC9aUDJrc2NUTFpQU2FOb3N1WXljSTU3RHBONURMKy9keWJzZFczSTRlWnNLbWJVcHpCSytuVC9CNStZS0hseTlpdThCUllWK0IwbVYrS0ZCRjVPL0EvY1F4bGc4YlJMOVpjMm5ZdGJ1d1BUUTRpTk5iTnhIeDdSc3Y3OTRXdHV2bzZLcnA2ZitYclRPbTR2UHFKU1JuMDFWdDNvSnlLbFFEL2d0NGVqem1rdk51Z3Z4OGhXc0cwTllWelkwaXlwU3JVNDhhTFZ0ejUreHAxazhjeTFkL2YzcE5uVUd1UW9VcFhxVXFieDdjeDNtUkE1YTU4dEM0ZTA5SXpvSkpvV1MxR2t6WnR1c2ZsejJYUmtmajBLYzdUMjljeCtQNlZld1B1S2lWeXBmSFFNM2NSaDVWTW5KYTJ0cWMyTGlPN1hObWNPM3dRV2J0UDB5MkhEblQ3YWUxN2RBTUpla2tXbG9halRzakNwY3JyM0o3UW55OHduclRYbjEvK0J5ZVR4NExwUko4WHIxa2JyZU9ERjY0aENZOWUydDAvUHBKWS9udy9CbWJwMC9HNS9Vcmhqa3UvK25zOVA4aTRoMzVUZVF1WElTQjh4WlNyMk1Yc21TeS9rdE1aQ1JudG0wVzF2TVdLNjQyeGZiK3hmTWtKQ1JRdFVuekRCOElpWW1KckxFYlNWeHNMTk9jOTFLZ1ZHbElsald5ekpXYjRHUzVNbk5McTB5TjkxZHhlc3RHcmgwK2lJNnVMcGE1OHhEZy9RR1NKYVlXOWUrRlRiK0IzRGw3bWxhRGh2eVI4YVZsaC8xTTdwdzlUZlo4K2JFLzZFS2VJa1UxT2s0V0c4c3pkemRodlVDWnpCWEFGdm43aUpQSk9MSjZPY0YrdnNLMlMvdjIwS2g3VDBZc1M2MFJGQjhmejRiSlNSbG1KdVlXakZ5UkpPRllxMDE3OWl5Y3o1V0QrM2w2dzQwZWs2ZlJvRXQzbFNtd0VkKy9LNno3dm51cjRBaHlQK0dDaTFQU09VdlhyTTIwN1h1VURDU2Q3Y1p6NDlnUkVoTVRDZlR4WmxwYkcrcDE2a0wzaVZQSlhiaUkwSzdWb0NHMEdqU0U2SWdJcmg4OXhMbWQyL2p3L0puZ0JBSUk4UDVBVkVRNFJpYW1rQnkxNFRpd0R4SGZ2NUc3Y0JHMGRIVDQ5T1kxYng4OVpHTHpSc3pZYzRDOHhZb3JqTWZVSWl1em5ROWgxN0FPRWQrL2NXVDFjaDVkdnNoOGw1Ti9SSDRncGVhY2tXa1dSaTVmemZ4ZVhabDc2RmltKzRtS0NNZHA3Q2hLVmEvSmxHMjdmOG9KQkdDY3hZeEczWG9JanYwVWg1Q0lpSWlJeVA4UDJ0cmFESnpySU1oVVh6N2d6QUI3QjNUMTlabDM5Q1FrQnpKb1F1L2lCWWtNQ3dVZ2Q1R2lLbCt1QzVZcFM5TmVmWVdzb2R0blRpcklySVlFQnJCOTluUnVIRHVxMXBFUUh4K0h1YVdWOEE1eS9lZ2hLalpvbEc1ZzJzczd0M24zK0tHdzN0bHVuSktVVmNXR2pWa3hmRERuZG16OXFmZUhTWnQzcU16K3pZaFJkYXNMTXJ3Tk9uZWxTSVdLS3R0ZDNMdGJXTll6TUdERjhNSEN1dmZMRjhUSlpJU0hoR0RmclFPNUNxWm1VT3NiR3JKMjNHaGgvZFBiMTBKQTNaNEZjOUhTMHFMVG1LUjVwVVFpWWNEY0JVeHJZME5rV0NpTCt2ZGk2Ym5MZ3JFb1RpYkQvMzJTTEhteFNwVnBPMlE0eTRjcnlsMm5FT2pqemFhcEV4bTlhaDBXMXRhWnZpOGkveTRlWEhKbCtiQkIxR3pWbHZZalJpdnNzOHlWbTVsN2toeXU3WE5ZQ0FaQUhWR0dSNG0wVHZaNG1XWk85OS9OcEJhTmVmUGd2dHI5V3RyYUdKcVlZbTVwU2Y1U3BhbllvQkYxMm5kVU1NSlhiTmlZaWcwYjgvTE9iYWEyYVM1czE5RVYveTVFVWtsSVNDQmVKa05YWDU4T0krMEUxWk9qVGl2cE1ISTBScVpaS0ZlbnZ2RDM2T1p5bU1iZGUrTHo2cVVRR0Z1OVJTc21idHFlYmlCQ2JFd01jN3QzMGpqUUpUM2UzTDhIeWRLek05cTNZdDdSRXhTdFVFbWpZNS9kdk1FdU9kV1ZUNitUYXF6SFJrY3owU2FwRm5MWTE2L0MvZ2NYTCtCMjlEQWtaKzNhZCt2SXFpdnVTckp2UDB1UTd5Y2tXbHBDZ01uUGtwQ2c2QWo2MGVEYzhHOGhPQTdxUjN4Y1VpQno3aUpGbWJuM29HQnZXalY2R0Y4K3FzK21UaUVsNlA2emx5ZFAzSzc5YXhJSC9rMklqcUJrQXJ3LzRQWDBDVWFtcGhobE1jUFF4SVRvOEhDRk5scGFQL2NGMUVTVDBlZlZTODd1MklxbngyTzBkYlRSTnpMbTArdFhoQVFHQ0cycXFhZ2hra0pLZmFDcUd0UUhPck4xRXkvdjNtYkt0dDBLWHc1ZFBUM0dyZC9NR3J1UkZDbGZrWkxWYXhBZkY4ZWJodzh3TkRiR3lOUVVReE5UQW55OGhXTTBMWXdXK05HSEthMFZvODBDZlh5VTJ0MDZmWkt0TTZkaWFtSEJ0SjNPV09YT3c5akc5WWhNbG5lNDczcGVrSXJJVEdhVlBMRXhNVncrNEV6Z1J4OTBkSFF4TkRWRlYwOVBRVTVCMDRmWWJnZDdqcTkzb2tUVmFremI0YXoySmNqOXhERytmUHFJc1prWnhsbXlvS09yeDgyVHh3bi85azFvVTFxRlZKVElmNHU0MkZndTdkdXJzSzFKeno2TVd1bWs4RjNhUG5zNnIrN2R4Y2cwQzdQM0hSWU1JTHA2ZXZTZE9ZZGxRd1lTL05rUHA3R2oyTDFnTHZVN2RxRm02N2FVckZaRDZDZEl6dG1VbGx1blQ3SjhtQzJKaVlrMDdOcWQ0VXRXcW96T0xWQ3FOUFU2ZHVINjBVT1E3RVMrZnVRUU4wOGVaNnpUQnVwMTdLTFEzdERFQkp0K0F5bFFxZ3l6dTdSVFNHMitmZVlVWnBaV2pGaTJpdmk0T0J4dCsvSHEzbDJLVmE3Q2JPZkQrSHErWTFxYjVrbDEwZDU3TWE1eFhYcFBuMDJid2NNVURFNVdlZkl5YU41Q1ZvOUpTcXQrLy93cFM0Y01aTjdoNDVuK1BEUWxVVTVPSjhWWkZ2NHRoQnZIa21ydmRCZzFodHB0MjNOZzJXTHNHdFpXa09YTHNPL0VSSnpzUmxLM2ZVZDZUWjJwY0szUGJ0N2d4ZTJiNkJrWVltUnFTbVJvcU1LeHVucnFuMU1OdS9YZzB2NjlTS09pcU51K1U2YXVWMFJFUkVUa3YwR1pXblhJWDdJVVBxOWVVcXhTYWdaS1JzWUZQeTlQaFlBUGVXcTJicXMyeXJKWm4zNWNPYmlQZUptTWFzMWI4T3ptRGZLWFVIU2N6Tnh6NEpjNkRWeldyUmFXOHhZdlFidGhvNVRhNkJrWVVMTk5XN2JQbVVHUkNwVlVadVA4THJMbXlLbnkvdnQ1ZVhMamVOSzhvbExqcHZTWU5JMHByWnFpcmFORGg1RjIyQjkwRWRwKzl2SmtiS01rZzBlTEFiYVVxVldicFlNSGtMOVVhVVl0WDVPaE9rVHBHclVvVWJVYXIrL2ZReWFWNHJKMk5STTNKVVZkZjNqK1ZKRHhhOVM5bDlvK1pMR3hPTnIyeDlQakVlT2ExR1BHN24zcDFqTVMrWGNUNFAyQjVjTnMwVGMwWW5DYUxMRDBFQ091bFJrNGR5SExodzBpSk1DZlJ0MTdVYUZCb3o4OUpKVXNPbm1lNzBGZmVIckRqVldqVXUxVk5WdTFZZlRxZGNoaXBIejU5QkgzazhjNHMzVVR0MDZkWU8raStZeGN2b1lhTFZ1bjI3ZU9ycGdwSnBMSzk2QXZuTjZ5aWI0ejUxQ3lXbld5V3VjZ0pEQ0FoUGg0UWJZMlI0SFVnTlZjeWZPUG8wNHJrVWdrZEJrN2taNVRaNkNscFVWMFJBUkgxNnlrMjRUSlNqWTdQUU1ERmh3LzgwdkczQ0ZuVmtnZVcyZTc4UlFvcFZuUTl2Y3ZYOGhmc2pUTHpsOFJ0azIwU2NwSzFqTTBGTFpmM3U4czJET3FORzNPV0tkL1Z0THNxLzluWm5Sb1RXUllLT1BYYjZGeTQ2YVpPajdJejVjc1diTXBPT0xrTTRKMDlQUitLT3M2SVNHQlpVTUhFWmhzWTY3ZnFTdkRsNjBVZ29lQmYvemUvRDhoL21Jblk1Mi9BSEZ4Y2R3N2Z4YVh0YXNVUExNcC9HeUJWVTNJWDdJVXc1ZXNJQ284akEyVHhndUcxeFIwOWZXeDZUZFE1Ykd4TVRGNFhMK0tub0VCRlRPWWFEeTdlWU9ESzVjeTU4QlJsU25LWld2WFpjdURwOEs2bHJZMitrYUczTHR3bG1Qcm5KUWl5NDNOelpYNlVJVjF2dnc0bmxhc1U3Rmx4aFJPYmQ2QW1aVVZoY3RWd1AzRU1WYU1HRXpwV25VWXQyNlQ0S21ldkdVSERuMjZLMGpGQWR4elBVL2JaSTNOektCbllFQ0wvb09JaVl6azByNDk3SncvaDFnNXFTNlNNN25TSTA0bVkrUGs4Vnc1dEo4ZWs2ZlJkZHlrZENmQ2RkcDF3UC9EK3lRTlhmdFpRbFNsL0ppcTI3VEs5TFdJL0YwWUdCc3pZdGtxN0x0MUJLRHQwQkVNbXI5SStOR01rOG5ZTm1zYVo3WnRwa2lGU2t6YXZGMUpNckJlaDg3Y1BYZVdHOGVPQUJBYUZNVEZ2YnZSTXpDZ1NMa0tna01uSmpKQ09FWkhUNDhDWmNxU21KaklrZFVyY0Y0MEg2TXNadGc2TEtaUnR4N3Bqbm5vNHFXOGZmUkEwTWZOV2JBUWN3NGNWVnNrK1BKK1p6Wk9uWUJFSW1ISW9xWG82dXV6WmNZVVlxT2orZnplaTdDUUVCd0g5ZVhGTFhjNmpoNUxyNmt6MGRYVG8xUzJiSFNmT0pYOVN4ZEI4bk50Kyt6cG5OKzVqZW03OXl0SXJqWHEzcFBqRzV3RUNRS1BhMWZ3ZWZYeWg2SjAxWEY4dlJQM0xwd2pPaUpDeUVva09lb1c0UFRXVFVSSFJsQzJkbDA2MnlWSnJveGE0Y1NVMXMwSWlVcDE0SzhZTVJnakUxTWthWnptQnNiR2pIWGFpSFcrL0hTYk1FWEl6SlNuYk8yNkZDNWZnWXQ3ZDdONSttVGlZbU1WOWx2bFZWKzh1bWlGU3V4NCtwcVl5RWhSeTEvay81bzNEKzRMMFhlcStPemw5VnZISXlMeXU3RS82SUsvOXdlS1Y5TE0rUkhnL1lHSnpSdFJvWDREeHF4ZW42NE1iVnFLVnFqRXJ1ZHZpWXVWWVo0OU8ydkdqR0R3d24rdWhzakx1M2VFWURnZFBUM0diOWlpdHZacWE5dWhYRG13ajRWOWUrQnc3TFJTMXZHZjV1QnlSeExpNDhsWnNCQVRObXpCMUNLcmtHRjFhTVVTQ3BjclQ4MVdiU0JaUno4aElZRld0a01adk1BUkxTMHRqcTFkZytlVHg5aDM3OFIyajVjWmZtNU5ldmJoZFhMRTg3Y3ZnY0wyVjhuYkFNN3YyczZWZy9zVTVrSEhONnpsMnBHRFJJV0ZDWFVlUXdMOG1kV3BIYXV2dWl2SkVJdjhIV3ljTW9ISTBPLzBuajRyVTQ1YTBSR2tUTWxxMWRuNjZEbng4ZkcvUEtML1Y2S2pxNHRscnR6a0xhNzRMTlF6TkV5UzFqUURDMnRyaWxlcFNyazY5WERvM1kzUTRHQWNCL1hGL3FBTDVlczFVTnUzK0hjaElrOW9VQkJ1TG9mcE96TXBTNmJQVEh1dUhIQ21RZGZ1Z294cm8yNDlpWStMSXlZcWloYjlCdUxyK1k1SFZ5NHgwL2tRVlpzbVpadkZSRVl5cjBkblh0eTV4WnVIOTVtK2ExK201aWlhRWg4WEoyU25BQlNyWEVXbEFvc3Exb3dkeVpkUEg1bDcrTGlTdkpzcUJSTlRDd3VLVnFoRWRFUkVwcThsS2p3TWYrOFA3SEdZSzlpeHBkRlJ3djY0MkZqR042a1BRTmkzRUw1OFRBckVuOWVqTTMxbnphWFQ2TEZxZWxabTA1UWtlOGUwWGZ1RTU1cThJMGpmTURXb1dCWWJ5OG1ONjJnelpMamFPVmtLTytmTzR2SFZ5MlMxenNHd0pTc29VS3EwZ2hOSTVOY2lQcG1Ua1VnazVDbFNsRHlqN0dqWXBUdWo2bFpUeU5Jd3M3U2syRytNYmpJeXpjS3dKY3U1ZmZhVTRKelEwZFZsek9wMWFqTmdQSzVmUlJvVlJaVW16VEF3TmxiYnQ4K3JseHhmNzhUeUMxZkpuamVmUnVPUlNDUVVMbHVld21YTDA2QnpOOFkwcUUxMFJHckdWTmxhZFRYcVI5WExWbXZib1RUdDFaZTh4WXB6WnZzV2pxNWV3ZERGeTJqV3U1K0NON2xpdzhaTTNiNEhSOXQrQ2c2YjAxczIvcEFqS0FVRFkyTmFEeDVHckZUS3pybXpoTzNaY3VhaWJnZjFFZlRCbi8xWU5tUWd4bVptckxsK1cyTXB1SndGQzlGcDlGZ0tseXZQN003dEZQYjFtRFF0MDlLQkluOG5sUm8xb1VHWGJ1am82R0xyc0ZqWTd1Zmx5Y29SZ3duODlCSGJCWTYwSEdDck5wcHF6T3AxaEgwTjVvbmJOYlMwdFZsNDhpeUZ5MVZRYUZPbFNYTksxNnhOU0lBL3ZhYk5KREVoQVlmZTNYaCswNTMySThmUWFmUllqZVRVVE13dG1MNXJIek03dFNFMEtJalJxOWVwZEFKOWZQT2FYZk5tOC9qYUZScDE2MG0zOFpPd3lwUGtxQ2hVcGl4dUxrY29VS29NRTVvMXdEcGZmcGFjdTZRUW5RelFmZEpVQWo5NmMrWGdmZ0NLVnF6TTZGVnJsZXJ1U0NRU3VrMll3aExiZnNLMjhPL2YrSlcwSHpHYVdtM2FNYkpPTlNGU3lkRFlCTXZjZWZqcS81bFRtemRTcUd4NUptL2RKVXlHaWxlcHlyUWRlMWt4ZkREUnlZNjRtTWhJbFVVZmUwMmRJVVRzcGljRloyUmlTcnRoSS9ucS81bmo2NTJFN2VYcTFzOVFPOWc0aTlrL3JxRXNJdkp2cDNpVnFncVI5R2xaMExjSGQ4LzltdWhCRVpGL0cyRWhJY3p0MFprQ3BVb0xqcUQ3Rnk4b1NOU201Y0t1SFVTR2Z1Zm15ZU44ZnUvRjdIMkgxYlo5Y2VjV3NkSFJGQzVmVVpqSHB0VDRlK3J1UnZaOG1yMXYvQWlKaVluc3NKOGhyTnZPWDBUaHNxcDE3QUdLbEs5SXBVWk5lSFRsRXRQYTJqQm4vNUZNWjdDc256UVdRK1BNRzUyQ1BuMUtkNy9QcTVlNHVSd2hSNEdDT0J3N0xjelBHbmZ2SlVqdHBSaDNudDI4d1ZQMzY0eGZ2NFVHWGJvSmZWUnRib1BuazhmRXhrUWppNDNsc01OY1d2UWZLTXpGMGxLdFdRdHlGeWxLaUw4LzdZYU5GTFkvdm5JSmdISHJOZ3MxWXBZUHQrWDZrYVFneGZiRFIybWtkaUh5OS9EdzhrVWVYYm1FanE0dXpYcjEwK0FJRVUzNE56dUI1TkZLTTA1Vjc1OVZtOWxRdlVVcjdwdzlMZFI5VzMvcndXOGNwY2pmVElvNnp2UjJMUVhIZ0s2K1BqZFBIT1BtQ1dWWmRZOXJWNGlQaXlOL3lkS2MyYnFKTThseTU5K0RnbmovN0FrQVQ5eXVNYnRMTytic1A2SlVXL2hiWUNEckp0cngvdGxUdExTMXlXcHRqVlh1dkJRdVg0SHk5ZW9yMlUzU0VoT2wrTzR1bndYajYvbE9HQU5wSk43TzdkekcweHZYQVJqYnFBNVd1ZlBTdkU4L09vOFpqNG1GaFVKQVRqV2JGbXkrLzRTc09YS3laSEIvem16YnpOVHRlOGhYb3FTR2R4VmNuRlp6YWQ4ZWxwNi9MUHpXdi9ONHhJU21TVTVhSFQwOVZseEtHby9IOWF1Q0RUSjNrYUlLTmVBQW9pTWlCQWxiUUNGdzNmM0VNZTVkT0FmQXRwbFRHYkpvS1NnNWdwTHVVVklaa2hGY1AzS0lXNmRQTW4zM1ByVTJpMlByMW5CcTh3WnMrZzJrN3l6N3BFRGlxdVhKVjd3a2crWXZwRWg1MVRLNjZSRWZGeWM2b3ROQnZETXFzTEMycG5HUDNvS3hMVitKa294ZXRVNXRRZE4vQ3VNc1p1UXNVSkRJMEZCS1ZxOUp4OUYyNmI3WXBFVENwU2NkUjNMV3lmVGQrMzk0VW1LZHZ3RDFPM1hoL0s3dEFKU3FYcE5COHhlcWJaODFaMDZtYnQ5RDluejVWSDZKY3hZc2hEUTZtaTB6cG1DUlBUdnJiejlRYTdTczJzeUdWWmR2c01adWhCQzlsdDUxNk9ycmt6MVBYbzBLcEZlemFjbnUrWE93emwrQWlnMGIwMjM4WkxVRzhzL3Z2ZGkvWkJGOVo4MmxWUFVhR2ZhdGl0STFhcUdqcTR1eG1Sa0Z5NVNqNVFEYkROT3JSZjViREZtNEJOM2tZc1BmZzRJNHVHSUpuOTY4eHFiZklPcDE3SnhoNUlTK29TR3puQSt4WSs0c1ByNStwWEl5WTJCc3pLS1RTVC9ZcDdkdVl1bVFBZFJ1MjRIeEc3Wmsyam1RdjJRcFZsNXlZK09VQ1pTUmt6Qk1URXprbWJzYkY1MzM4TVgzSTdWYXQyUFVDaWVsU01LVTlPNkhseTlpdDJhOW9OK2FGb2xFd3BnMUd6QXl6Y0wxbzRlWWMrQ29XZ2RwN2JidGFkUzlKKzRuamxHK2JuMUtWcTJlcVd2U2hPeDU4MUdoZmtQdW5qdURSQ0toMyt5NVNMUzBXREY4TUJYcU4yVE02blZLenZmcUxWcXgrY0ZUenUvZXp0TWJidmkrZlVORTZIZWxqTWEwVHJDTXFOeTRLY2ZYTzZHanAwZk5WbTBaNXJqc2wxeWppTWpmanA2aElUa0xGcUpCNTFTRHFLNmVIc1ptNXBoYldXV29EeTJSU05Bek5DUi9pVkpVYnlGbTVvcjgzVVJIUkRDclV4c1M0cE1DR0VJQ0F3Z0o4TWY3eGZPa1duODc5MlZZekxoNXZ3SENzcGEyZHJvUzJXYlpMSm5RckNHeE1kRlViOUdLSVl1V2t0VTZCeVJuMXZhZE1VZnRzVC9McVMwYmhYb0NiWWVPb09YQXdSa2VNM0R1QXA2NFhTUHM2MWVtdHJGaGdMMURwcHdhdHZNWGthZG81ak9KSmpadnlLZTNiOUF6Tk1RNnYySmdYM3g4UEd2SGo2WjRsYXBNM2JaSG1FUGRPblVDZis4UGxLcGVFL1BzMlNsWE55bXFOOERIbTNYdTk4bVNMWnRDUDYxdGgySm9iRUt4U2xVNHZ0NkpJNnVYYzJIUERpWnUzRWJGaG8yVnhtU2VQVHNManAvQklydTFFSUFuallyaTJTMTM2cmJ2cEdRa0V2bnZrbEtUdUVyVDVqOWRwMUxrNzBNN3pUTmVXMXUxcWJCcU14dWh0b3Z2dTdlL1hJMUI1TC9KdThjUE9iRnBIUUFqVjZ6SlVIa25QUTRzV3l3NFliUjFkQ2hhb1JMZnZueFJjZ1JaV0ZzemM4OEI3cHc5elc0SGUxN2Z2OGZyKy9jRStkVkNaY3JSWThwMHFxdXhuMFpIUkNpc3kyZTdTQ1FTdm43K0xMVHo4M3duN0xNL0NqMStBQUFnQUVsRVFWVE1sWXNCOWc3Q3ZnUExGdVBwOFFoRFl4UHlsbEFNYkUwaE1qUlU2R09pVFNOR3JYU2lYb2ZPa0J4UXFqQVd1ZHFPZmw2ZW5OaTBEbWxVRkE1OXV1TjQyalhkcEFCNVRMTm1GZVpxS2NUSlluRkxWcHdCQ0FsSVZUZ0ovT2hObStRQWZDMXRiVUZwSVR3a1JHZ1RGUjRtYlBkKzhSeVNQL3NKVGVxejVOd2xwVVNFazVzMzRQdnVMUnZ2UEJJeWlmY3NtRWQ0U0FndmJ0OWtRdE1HTk96YW5VSHpGMmxjQ3pySXo1ZVpIVm96Y080QzhaMU9EYUlqU0EzTmV2ZWpSSlZxNUM5VitxY2VVaitMazlzZGpkb2xKaVp5My9VOEVvbUVxczFzMG0yYlZtTHFSMmpXcHgvbDZ0YWpVTm55YXFXaFVqQXlNYVZXbTNicHR0RXpNR0NBdlVPNlJkOVN5Rk8wR0V2T1hzTG4xVXVDL0h6Vk9tSmE5QjlFaS82RE11eFA2TGRJVVk3NkJXdmtPYzVWcURBVE5tN1Z1RzlWNk9ycjQvSlpXWUpRNVA4SCtjbEtmSHdjbmUzR1o1amRrUlk5QXdPR0xscEtoQWFaTURWYnRmbnA2RTM1SXJFcHhNWEdFaDhYcDZUam1wYXYvdjUwR1RkSm82dzNMUzB0aGl4YVNpdmJvZW0ybDBna2pIWGErSTlyeGpiczBwM3k5UnBRcFVremNoUW9pTys3dDNRYU15NWQ0N0tacFNYZHhrK20yL2pKdjJ3Y3hTdFhaZFVWZDNJWEthclI4MUpFNVArQjFyWkRWVDdibXZjZFFQTytBMVFlazVicHUvYjlBeU1URWZrekdKcVlzT3pDVldGZFBwTWpYNGxTNk9qcFVyWjJYY3JXMWl5alB5UHlGQzJHN1lMRk9ObU41TmFwRS9oNWViTDY2azM4UE4vaDUvbU9BcVhMS0JsVWZnVitYcDdzZHJDSFpJbXpnZlBVQjZiSms2OUVTYnBQbklMejRnWElwRkkyVDV2RTdUT25HTEp3aVVZR1RUMER3MHhMdDd5OGM1dE9ZOFpqblQ4L1JjcFhWUG9OZDNGYVJmbDZEV2s3ZElUQ3ZPZWU2em11SEVoNlBsV3phY2t6ZHpmTzdraDZCN20wYjQvYTg5MDZmVUlJbWdzUENXRmV6eTdNTzNKQzZUUC84dWtqNHhyWHBWN0hMZ3lhdndnZFhWMXVuemxGd2RKbEdMbHlqY2JYOS83WlUwNXQyY0N3eGN0L2UvQ2t5TThURmhMQ284c1hBU2p6aTU0TDh2aDVlWEp4N3k0ZVhybEUwS2RQU0NRU0xQUGtvVWFMMXJRYU9GaXQ0eWttTXBLTCsvWnc3OEk1UHI1NlNmajNiMmdsRnptdjJLZ0pYY1pPVURKa3BoQWZIOCtMVys3Y1BuT0tSMWN1NFhqbUl1WldWcnp6ZU1STysxbThmbkNQN0huellldXdXS0ZPaHMrcmw5dytjNUpicDAvU2E4b01xcmRvUmRqWHJ4emY0TVNkczZlVDZ2MW1NYU5tNjdiMG1URmJiV0NkVENybHhaMWJQTHB5aWFjMzNKaSt5MW5KQ0JvZkg4L0xPN2U0ZGZva2p5NWZ4UEcwSytiWnMrUDk4Z1VuTjY3RDQvcFZ2Z2NIWVowM0g4MzdEcURkOEZGcTYyL0V4OFZ4YWY5ZWJodzdpdmZMNTJocjZ4QW5peVYza2FKVXQybEZpd0dEME5YVDUrNzVNMXplNzR5eG1ibFFFd3hRa3E5V1p4TkptMTNvLytGOXBoMUJQL081aXZ4OVBMamt5cEprVlIrSlJLS3hRVitlM1E3MmxLbFZoMHFObW5EbmJGSUdmOTdpSlJpemFsMkc5ZkJxdEd4TmxhYk5PYlY1QXdlV09RcktSdStmUDJWQm4rNjBIekdhZ1hNWEtCMFhFeFdsc0M3dllNbGR1QWdkUm82QlpIbmFBOHRTRlY2cU5tdEI3YmJ0SVRrcktXV2ZqcjZlUXMwZ2VZSS8rekd3ZkZJV2tFU2lwWkExNVBYc0NXZTNiUkhXbytWVVJpN3MyazYxWmtuMTRiVzB0ZkgvOEo2Q1pjcW1lei9TdzlRaXEwSjlPUDhQNzRXNlBaMUdqMVA1WGIrMGJ5OXI3RVpBc2pSd1NuMm1rYldyOHVudEd3QUdMMXlpVW8ycWVlOStDbk9HQU84UGdzT1E1S3lsTmtOSFlHeW1XU2tTbVZUS292Njk4Zi93bm9YOWV0Snp5blM2VFppU2lUdncvNEhvQ0ZKRG5xTEZoTUxzZndOdkh6M2syNWRBaXBTditGdnFRQlFwWC9HSFV2VFVJWkZJTW0zVXpGK3kxQytQUGhIVEIwWCtGSmwxQUtVbGJRU015blA4UTg4R1hYMTlsVkdtYVVrcjdhWUpmOUlSTDA5YVovYWYrbzB3TURhbVVObHl2LzI4SWlJaUlpTC9EU3JVYnlobzhYOFBDc0xjeWtwbHV6Y1A3bWRvWEpHblNZL2VuTjZ5a1EvUG4rSHo4Z1doUVVFY1grOUV0ZVl0ZnRuWTVZa0tEMlB4Z043RVJrZXJOZUtrUjRYNmpYaDEvNTVnL0g3bTdvWmR3OXJVYWRlUkRpTkhweXNaazlaZ21oSGgzMEpZWXRzUFhRTUQ3QSs2cUh6bmFUOWlOTHA2ZWd5dFZvR1F3QUNzY3VkUmtBNG1PU3U0ZnFldTFPL1VWZW40V1ozYThzVHRHZ0NMVDEyZ1ZJMmFhc2R6OCtSeFFlN2wvTTd0aEgvN3hwbHRtL0YrOFp3cDIzWWprOFV5OTlBeGpmWDV3MEpDV05pL0YxOCsrdUQ1eElOWmV3OXFMRDh1OHUvZ3pZTjdnZ1J5aVV4ODd6TWlQajZlSTZ1WGMyRHBZZ3hOVEJtK2RBWFZtclhnaSs4bnRzMmV6c0hsanB6ZnRZMHAyL2NvcUEyUTdKQ1oxN01MUWI2ZkdMMXFMZlYyN3ljaUxKU3JCL2V6MjhHZXorKzl1SDM2SktzdTMxQndKSG0vZU02SlRldTRkK0djUXFSNmFIQVFnVDdlek9qUWl0aVlHQUQ4UE4reGN1UVExcnJmNStUR3RkdytmUkkvTDAvaG1BQWZiNTdkdk1HU3dmMEpDdzVHUzF1YitMZzRZbU5pT0x0OUM1NVBIdU40MmxYQmh1Qis0aGhYRGpqejdKWTdVamxEY3NvNVU2N3QxT1lOM0RsM1drRlM2bXVnUDI3SGp5YkoxU2NtRWg4WFIySmlJbjVlbm15Zk00T3ZBZjRNVXVId2pnb1B3NzViUjE3ZnY0ZXBoUVd6OXgrbGVPVXFmUFgveklJK1BkZzFmdzZuTm04Z1Zpb1ZnZ2ZUMXZaUmNqQ3BLL2d1bDQxQXN1eFVadmpSejFYazcyWHR1TkdDUkhyNStnMHh6cEpGWlUxMmRSeGV0WXdURzlkeGN2TUcrcytheTdmQUFJWTVMcWRabi81cUpmVFRvcU9yUzRlUlk2alRyZ01yUnc3bCtTMTNZZC94OVU2VXFWVkhhYjRTbmFZdXVqcEpXSjlYTHhUV28rUkthUHdJT25xNkNuWDJTdGVvUmVrYXRZVDFYc1VMQ00rMmdmTVcvbkc3ZGJSY1RXb3p5OVE1cGJ6Y3BEbzdWTnJBa1kxVEp3cGxRSElWS3N6OG95ZDU4L0FCR3lhTlUzdis4SkFRQXBQckh1a1pHSkNuU0RIQlZuM3Z3bmxLMTZxajlQdnkvNDVvOWY2UGtDb0w5OCs4YkltSWlJaUlpSWlJaUlpSS9IZHdXYnNLait0WGFUZDBKUFU2ZGtaWFh4OEE5eE11TEIwOGdHbzJMYkZ6MmlBNGp0SkRJcEhRZnZobzFrMFlRK1ZrU2VaclJ3NHk5NUN5N3YvUEVoOGZ6NUxCQS9qeThTTjJhemJRdUVldlRCMS9hc3RHdHM2WVF0ME9uU2xTb1JLZUhvOGdXZWYrd2NVTFZHM1dYTUVSbEZiV1ZUOEQ2ZDYwYkpvNmlaREFKSG1WS2EyYVluL1FSU21nVHI0QXRUUXFDaTF0YlNvMWFxSWcwU0svWDlPc205ZjM3MUc4U2xVRkk2K2hpWWx3VFZaNTh1RDU1REVBc1ZJcDc1OC94Y2pFbExrOU9pdjE5Vm5PUUg1eTAzcEJYaWNrSUVBb1B1M3o4Z1ZUMjlpdzF2MnVXT2o1TDhMcnFZZXduSkhhUjJiWU9tT0tJRGszWmRzdXdmbVF0MWh4cHUzWXk0aGFWUWp5L2NTaS9yMVljLzIyRUJnWEo1T3hzRjlQZ255VDZtcFZiTmdZZlNNajlJMk02R3czbmljM3J2UGsrbFZDQXZ3NXVuYVZnbk1rSVNHQlhJVUtVN3hTRlI1Y2NoVzJod1Q0czhadUpGM0hUOExONVloUUIwTlhUeDhKa0NWck5zclZhNkRnQ0xydmVwNXpPN2JTZi9aODZyUnRqNWEyTmk3clZ1TzhLRW4yNmUzREI3aWZjRkZ3emhvYUcxTzhTbFVpUXI4TFdYbWtNWXJHeDhWaG5UOC94U3BXVmhqamZzZUZmQThPWXM3K0k1U3BYWmZvOERCV2pSb20xT1U0dFdrOWJZZU93Q3AzSG9YN3ZHbnFST0ZjWGNkUHBuamxwR3lDYkRsek1YVHhNaWExYUV4SVlBQUZTcGRoemZWYmhIMzltcUhqUjEzbWtiLzNCNFgxelB5OS9Nem5LdkwzVXJGaEl5N3ZkeVpmaVpLTVhMNmFtS2hJVm93Y291UlVWSVY4UGFEWTZHZzJUNS9NNUswN3FkT3U0dytOeFNwUFhoeU9uY2JGYVJWN0Y4MFg2dHM4ditXdTVBaUtDbGQwNkJobHlhS3lUKytYaW82Z1hmTm04L0NTSzRNWExrRkxraG80RWhNWnlmTGh0aXI3a0srQi9pdElrUVpHUmYydm55Vk9Kc1BuOVV1aGJFbGs2SGRobjN4d2tmeDVNeXA1QUhEaitGRWhPTWZReEpSWit3NlRMV2N1YXJWdVM2M1diZFVlNTdwM0YydkhqWWJrWjE1S1BTUVI5WWlPb1A4SWZXYk1wcytNMlg5NkdDSWlJaUlpSWlJaUlpSWlmd25lTDU2emVzeHdqbTljaTVGcGt1RSs2Tk1uRWhNVHVYdnVERk5hTm1YcGhTc2FHZlViZHUwdTFKVFp1M0ErQmtaR2xLeXVQalBsUjVCSnBTd2JPaEJwWkNRTFQ1NWwvY1J4Z3FGWkV4SVNFZ1Nqa3B2TFlVcFZyMG5wR3JWNGNlY1dPbnA2ekQxOFhEQ2lwaUFmeVU5eW5ZQzc1OC9pc25hVnh1Y3RLU2RsZlg3bmRrYXRkTkw0MkxUTTdOU0d2TVZLMEhib0NBcVVLcTIyM2NOTHJzenYzWTBxVFpzemJ0MG1RY0pLWHRiVy84TjdicDg1QlVESFVYWlVhdFNFeE1SRW9XN3A5K0FnQnBSTnFvZFV6YVlsMDNiczVjQXlSdzR1ZHlUQSt3TTlwMHlueTlpSkN1ZlYwdFpXYTBRVytYY1NtaHlkTDVGSU1NcGtEVkYxdUxrY0ZyNmJ4U3BWVnNwQTBUYzBwSExqcHB6ZnRaM3drQkRPYmQ5SzcrbXpJRGxEei8vRGUwaVdXcmJNbFZ2aDJDTGxLL0RrZXBMOHBjYzFSYW1sUW1YTFVhaHNPZTY3bmxkd3NwemF2SUZhYmRyUmRkd2ttdmNad0pZWlV3Z0o4S2V6M1hqTUxDMXBQMkkwMFJFUm5OdVJLdjhlOGUwYlM4NWVVcWpGMVhYY0pNNXMyOHozTDE4QWVIenRpb0lqcUhLVFpsUnUwZ3lKbHBhaUkwZ3VrMURkR0Uwc0xKaTJhNTlRQTluRTNJSytzK1lLanFDRWhBU2V1bDFYY0g1SGZQL0c5YU9IaGZVNjdUb28zSS9pVmFxU0xXY3V2dnAveHZ2RmM0SjhmU2xaVGJtbWF0cnZyTHJ2Y0VwOUlJQVNWYXRseWhIME01K3J5TitMM1pvTjlKNCttNnpXT1lTL0svc0RSek04VGhvVnhkUTJxV1V2akxPWTBXS0E3VTlubkdwcGFkSFpianhGS2xSa1VmL2VTQ1FTYXJaU2RqU0VmMHZOS05Rek5GU2JmZlRpOWsyRjlZWmR1bk5pNHpwZTNMN0o1SzI3aE8zNmhrYjBtRFJOWlIvZnYzd1Jmb3QvQmRGeVdVbnBLUzhGZi9iRDQ5cFZtdlRzbldHZmQ4K2Y0Y2pxRlFUNGZLRFA5TmtrSmlZbTFVcnk5eGZheUg4MjhyVWxNM0pHQmZsK1lzT2s4UXJqZjNYM3pyOUdIZWEvaHVnSUVoRVJFUkVSRVJFUkVSRVIrVDltdU9NS1FVNXMxL3c1SEYyekVvRCs5ZzZaenV5UVJrVnhidWRXS2pkcEpoZzBmd1dKaVluc2RyQ25TYzgrUWszVTVhNVhGZHE4dkhPYnFXMmFDK3VMVDdzcTFSUHRXN3FJWU1RdFdLWXMzU2RPeFhYdkxxTEN3NVNjUUFEU0dNVklYVDBqUTZyYnRGUmJZRG9qNG1TeUh6b3VoZGlZR0M3dDI4T2xmWHNvbGp4ZTM3ZHZoZjNySnRwaGFHSkM0RWNmRXVManVYZitMQk9iTmNUK29JdUMzSXc2SkJLSklIVVY4UzIxQm1XZW9zWFExdEZSTUdoTHRMUkVhZTMvQUNrUjNZWW1wZ3FmNzgvZ3ZEaFZyckZzblhvcTIyVEptdXBnZVhiVFRWak9YYVFvNXRtekV4WWNUR2U3Q1VySEdabW1SdVlIK2ZxcTdEdHQxdHpyQi9lWnVIazdKRHNoNU92anBKQzJ5SHF4eWxVVW5FQWtmejl5Rml3a1BFTytmUHlvOHZ5NmV2cUt4Nm00cjJuSFdLbFJFNlZuWmxwRDZKZFBpdWY3OVBhdGtOV2dvNnRMVmhWeTQ1YTVjL1BWLzNOeSs5Y2FPWUpVY2Vmc2FSNWZ2WngwTGowOStzK2VuK0V4Q3RmeUN6NVhrYitUek1yZ3g4bGtPQTdxaTlkVEQvSVVMWVpOdjRFMDZkWG5sMmFhVnFqZmtPMVBYcUtycHk5a3JNaGlZM2wrOHdiM1hjOXpOMWwxQ2NCVWpReC9hSEF3bjk2OFZ0aFdvbXAxSGw2K2lPKzd0emlOSFNWc2wyaEoxRHBPTmNtWXlRenlkUm5WMW1SS1RHVDFtQkU4dVg2VnlMQlEyZzBicWJBN3dQdUQ4SndEY0Y3a1FNdUJnM0ZZZVJydmx5OFlWYmM2UlN0V3d2djVjNkZON2lKRmhXVnRIZmtzU1BYem52aTRPSllOSGFoVTh6b2xzRWprMXlQTzJrUkVSRVJFUkVSRVJFUkVSRVNVK0JHajhOWERCd2ovOW8xcXpYL01VYUlPaVVUQ29QbUwwbTJUMWtpYXQ1aXlkbjVVV0tydWY5MzJuVEN6dEtUTFdHV2paQXJ5R1VGSmRVMDFrMlZUaGYrSDk4enMySVlCOWc1S2tmcy9Ra3JoYWZrYVFTT1hyYVpValpyc1g3S0kvVXVUN2xmOXpsMnhURlBrWFJNQ2tvdEVBeFQ2aVFMVUl2OXU5UFJUaktEU0ROdHF3c2MzcjRYTUR3RHJmUG1WMm9RR0IvTllMdXNqSkRCUVdNNmVOeDg3bnJ4R0pwVXFPV2NBRWhMaWhXVnBkSlRTZmxUVS9xM2ZxWXVDbzBFVkVva0VMUzB0b1Y2U09sTHVGeW9LeWd2bjE2QjJpU1pPVkcwZEhiUzB0UVZuVDB4VXBNSitIYjNVOHlTcWtkcUtsOFdsdHNuZzJsUVI2T1BObFVQN09ieHFPUUJaYytSazNMcE42ZFlpVThXditGeEYvdHZNNjlrRmkreldCSDcwNGVYZDI4eHlQaVFFZnNnamswcUpsY1lJbWE0L2luRVdNNzRGQm5MZDVUQVBYTS9qY2UwcWNYRXliUG9OcEdhck5wemN0QjZTcy9WVThkVDl1c3J2WFlYNkRmRjk5NWFBTkZLSy93UWJwMHdRNnY2bElEOFhDdjhXSWtqU3lUdDIzajU2U0h4YzByTmgyNnhwbUZwa3BVVFZhcHpZdUE2UGExY1VudUVBNHpkc0ViSWZpMWV1d296ZCs1blZxYTBnOVVnYVI1Q3UzSE15VHU0WmxKWWQ5ak41OC9BQlRYcjI0ZEsrUFQ5MEQwUXloK2dJRWhFUkVSRVJFUkVSRVJFUkVma2xuTnF5RVIxZFhTbzFhdnpiengzNHlVZFl6bDI0aUZJa3JEUTZXc0d4bzA3elh4NTU3WDZMN05ZL25PVVVFeGtwMU1kWVl0dVBOdy92MDMvTy9GK2FOYVdPdk1WSy9OQjVQcjUrQ2NteUx2S1NjdXJZdjNTUld1a2JrWDh2SnVaSmRjQmtVaW5TNk9oMHBZUTBJVzJFL1BxSlkxay9jV3k2eDZTTnVOZlcwUkVjSlFrSkNUeS9lWU83NTg3dytzRjlCY2ttZGM0UENZb1pMcXF5WUZRZm1FbFpRelhuMThTSm5uYU1tcDFPOFh5NUN4ZEJWMThmbVZSS2ZGd2NJWUVCQ3RrWGlZbUpmUEZOTlFvWExsOEJWYVR0OThLZW5WdzdmQkJwZEJSeE1oa201aGFVcVZXSEdpMWIwN2hiVDQzcmxLWGxaejlYa2Y4MkR5NWVFSmI3ejVtdjBna0VzR0hTT0Y3ZXZjMzBYZnZJVjZKa3BzNGhpNDNsMWIwN1BMNTZtVWRYTHZIaCtUTkl6c3BwMnJzZm5jZU1JMXZPWEd5Wk1VVTR4aXlicGNxK2JoeExrcmhMNjBDdTBhb050OCtjb21EcE1vTDhZMVJZR0ZOYU55UFEyMXVvRzJob1lrcUIwcVdKaS8zeFRPSE9kdU9WSkd6bE16TE5yYkpUcW5wTkpYbE9lU1FTQ1ZsejVDUXFMSXlMZTNlcHpGd3VVS3FNd25xdVFvV1pmL1FrdzZxbjFqdzh1bVlsd3h5WG82dXZqN0hjL0VxYXhvR2R3b21ONjdoMzRSeUxUcDdIMU1KQ2RBVDlKa1JIa0lpSWlJaUlpSWlJaUlpSWlNaFA4L2pxWlQ2OWVVM1pPdlV5akw3L0ovQitrU3BSVXFGQkk2WDlZVitERmRaTnM2cVJUSkZEUHRMV01rOGVGZzNvVFhoSWlGSzdBTzhQR0p1YnE1V1FrY1ZLaVpQSmhJalpoNWRjeVZlOEJFMTc5VlY3N3BRc0FKS2xtSDQzSHRlVHNvd3FOMjZLaVpycmt1ZkJSVmU2anAvOFc1eGJJcjhPZWNuQTBPQ2duNjdCa1RaTFp2alNsYlRvUHlqVC9Yd0xET1RVbGcxYzN1K01oWFVPT3R1TnAvK2MrWnpZdUk3ZER2YVo2K3cvV3JmS3lEUUxqYnYzNHZ5dUpObTdXNmRPMEdid01HRy94N1VyaENYWGdDcGJ1eTVGeWxkVTJVOWF4MHU5RHAzb09XVUcycnE2R0ptWVltaGk4c3ZHL0VzL1Y1SC9MSmE1YzZ2Y2ZtYmJaaTd0M3d2QUpKdkcySzNkU0szV3lqVis1UG40K2hVZWJ0Znd1SHFaNTdkdkVoT1o2cGd3TkRhaGViOEJ0Qjh4bXF6V09ZVHR3Wi85aEdXTDdOWktmWVovQytIQkpWZksxS3BEbkN4V29TWll1VHIxMlBIME5kOENBK2xYSnVrM3YweXRPc3cvZXBKMUUreTRzSHNISk5mWm1udm9HS0hCd1N3ZmJrdk9nb1d3eXAwbkUzY0pwVnBiQUw3djNnakx2YWZONHNUR2RkajBHNWloQktTK29TRTFXN1hseHZHalNiS1VFZ2wrbnUvVXRrOTV0cVJ3MFhrM1lTRmZtYmJUR1dPejFHeXRrSUFBcFdPZjMzSW5ORGdZSjdjNzZCc2E0dnZ1clZJYmtYOEcwUkVrOHA4aVBqNWU2Y1VqUGk1TzFLNFdFUkg1UjBtSkFQcFZ1dW9pSWlJaUlpSi9Jd2VXT3dKUXVrYXQzMzd1K0xnNG50NjRMcXczNnQ1VHFVMWFZNFI4alJKMXlCdURDcGN0ei9DbEs1WGFQTHB5Q2Z0dUhRbi8vbzJxZzV2VGNaU2RSbzZUakpEWCtkZGtyTCtTa01BQVh0NjVoVVFpb2VlVTZSbTIveDRVaE5lVHg4VEZ4cUw5a3hrbElyK1hFbFdxQ2N1ZUhvOS8yaEZrYnFrWVBTOWZURnhUTGgvWXg2YXBFNGlKaktURkFGdUdPUzdYcUk3Ti95T0Q1aTBrOEtNUGo2OWU1dUJ5UndxWHEwQ3A2alh3ZnZtQ1RWTW5BcEMvVkdrbWJkNmh2cE0wamlBRFk1T2YvanRRaGZpNS92OXhhT1ZTUEs1ZDFhQ2xJZ2VYT1hKKzUzYWw3UW54OFpTVXEvMTNic2RXU3Rlb2habmNjK2Z6ZXkrZTMzTG5tZnNObnQ2NHpyY3ZnVXI5bUZsWjBYclFFRm9PSEt5eWprNmdkNm8wYXJaY3VaVDJYenR5Q0gxREk4YXQyOFN5WWFvZDNTYm01c3pjZTVCY2hZdVFKemtJSkNvOFhOaWZVb1BNek5LU2VZZVA0K1p5bUJYREIyTm1hWmx1a0VnS2tXRmh2TDUvRDUvWEwvbjA1alYxTzNUR09tOCtmRjRsWmZNYW01bFR1VWt6anF4ZXp0bnRXMmcxYUVpR2ZiWWNOQmd0YlczR3JGblBvdjY5MG5VRXZieDdXMm5iM1hObnVIcm9BTmx5cHQ2emxCcGw4cFNwVlljeXRlcGtPQjZSWDQ5b0hmK1hzTnZCbnBzbmoyT1IzUnJMM0hrWXZuUUZCc1ltU2s0TjE3MjdlSER4QWlXcVZxZEVsV29VcVZCUjQ4SmlLZnFOV1hQa0pIdStmSXhZdWdvOUF3TVNFaEl5YmJ6ODZ2OVo0WXY5cXdnSkRPREJ4UXU0bnppR25yNCtVN2J0UmxkZlg0TWo0ZjJ6cHl6bzI0T09vK3hvMnFzdmVnWUdKQ1ltTXIxZEM0SS9mNlppZzBaMEhEMVdiWUUyRVpFL3dac0g5OWs4ZlRJMVc3V2hadXUyU2dWQlUzQWMxSS9RNENBc3NsdGpuajA3N1lhTnpOVGtYSldUTkxONFBYdUN0cllPQlVxVi9xbCsvZzNFeHNUZ2NmMHFkODZjNHZXRGU4dzlkQXlySDlET1R5SHM2MWVtdG02R3RxNHVsUnMzcGMyUTRabU81dmxWdUt4ZGpXbldyR1ROYm8yRmRRNXlGeW42MHhJZkluODNWdzd1NStXZFc0eGE2ZlNuaC9LdklTbzhETjkzYnlsV1Nia3d2SWpJZjUzNCtIZzhrZ3QrcDdCdW9wMFE4UjNzNTZmbVNQWHNYN0lJWDg5M3ZMcDdCK0NQekJWdW56bEorTGVrWXNObGF0V2hhSVZLU20yQy9GSUxrR2ZKbGcxZERiSnN2bjVPTldDb2VtWjg5Zi9NeWxGREFaQkdSWEYwelVyOFA3eG5yTk5HSXNQRHlKSTFHem9hMUF0UnhmZWdWRDMvN0Q4eFQva1JEaTVmUW54Y0hCMUhqNlZ3T2RWeVVsOC9meGFpZUM4ZmNDWWhJWUVnUDEvQjRDWHlkNUMvVkdrc2MrVW0rTE1mcngvY28xYWJkaGtlSTE5ckptMDJTZG81OVp1SDl6TTFuaWR1MTFnelpqaUppWWxrejV1UHdRc2NNKzBzU0VqTWZDMGNOS3lobzRsc21TWnROQjVqQm4zcEd4blJjdUJnNG1ReWpMTmtZY1dJd1Vpakl0SFIxU05QMFdLMEhUcUNKajM3cEdzM1NqdmVINUZtUzNzOWFmdjRGWityeU45SDEzR1Q2RHB1a2tadDIxcWxaaEozbXppRmVoMDZaL3A4ejIrNU03MmQraHFGK1VxVXBPM1FFVFRvM0UzdGR5SXhNWkhQSDd5RTliUjJGMmxVRk1mWE96Rmg0OVowYlFpNit2cFVhOTVDWVZ1SW5GTWtSLzZDd3ZMWEFIODJUcGxJUWtJQ1RtTkhFUk1WUlp2Qnc0aVBpeVBZenhkLzd3OTg5dkpVa0lHYlpKT1UrVnpOcGlYOTU4d25UNUdpSEYyelVzZ21ibTA3RkYwOVBXcTJhc3YyT1RQSVhhUW9GZW8zVkR0ZWtnTjVTbGFyb1pHTitQa3RkMGpPcXFyUXNCRzNUNThFNE9iSlkxUnAwa3hvRi9qUlIyMGZJcjhmMFJIMGgzQWMxSThpNVN2UWF0QVFESXlOa1VaSDQvL2hQZjRmM2pOaDQxWU1qSXdaV0s0RTVlclZwMDY3amxScTJCaGRmWDArdkhqT25iT251WFAyTkRwNmVuU2ZPRVhqaDJwMFpBU2YzM3Z4K2IwWDluWXV3a1B2OEtwbHZMNTNsNGJkZWxEZHBsV0dCc05yaHcreXhtNEV2YWJOb3VNb3U1LzY4WTRJL2M2cmUzZDU1dTdHMHh0dWZIaitWR0hDTUw5M04yYnMzcStSRWZQazV2VUUrWDVpMDlTSkhGcXhsRTVqeHRGMjZBZ0d6bHZFSkp0R3VPN2R4YzJUeDFsOTdlWS9FdDBpSXZJalBMOTlrM2VQSC9MdThVTjJPOWhUcjJNWHhtL1lvdlRERytqamplZVR4d0RZT2l4V09SbFJwOVVjR3hQRDRNcGxxZHVoRXcyNmRGTXJDWkFld1ovOW1OK3pLMUhoWVl4YTZmUkRrN0kvemRjQWY1NWN2OFo5MTNNOHZIeFJJU1Y4WWI5ZU9KNXgxZGl4bmhaekt5c21iTnJHbEZiTk9MN2VpUXU3ZGpEMzhIRktWSzJtd2RGSnhNbGtSRWVFcTQ1STh2RW15TTlYbzZpWkE4c1dDOWRXcFdsekptemNLanFDL2srUlJrZXpic0lZUG50NVluL28ySjhlemgvbDQ1dlh2THA3bXpjUEgvRDIwUU44Mzc0aElTR0JJNSsrL1BEM1hrVGtiK1ROdy9zY1dybVVMbU1uS0d3ZnVXeTFVUGg3MS93NUhGMmpuUFdTSGgxR2ptSFR0SW5DdXU1di9sNGxKQ1Rnc25ZTkpOZXpHYkp3aWNwMjhzV1BzK2ZSN0gzQSs5VUxvZC9LY29ZTmdMQ1FFT1owN1VCb1VCQWtSL1dPV2IxZXFHc1E0T1BONUJaTktGYXBDamI5QjFLdVRyMU1YWmZ2MnlRbmk0bTVCZmsxZEs2RmYvL0dsWVA3aFhramdDU1RRWCtQcjE3bXd1NGQxTzNRbWI0ekZhV2E1SXZUbjkrMVhaQ2tTbUhWeUNFc3U1RDU2RytSUDRlV2xoWk5lL1ZsLzlKRjNEMTNoZ0gyRGhtKzR5c1krZE1ZL1BPVktFbk9nb1dFNzl2em16ZjRHdUN2VUxzbVBjN3QzQ2IwWDZaVzdSOXlwS1oxNkdqaTRFRkRCMGhLZ1hYa1ZBRXlPdjhQdDBsTVZEaUhxbU04bnp4bWlXMC9GcDg2VDlHS2xUUHNVNU94YUhxLzBndzJ6YXJpK3EvNFhFVkVNcUpNclRwVWJXYkRmZGZ6d2pZdExTMnFOTE9odGUzUURCMGhBSDVlbmdxMmdqeEZpeW5zUDcxdE0vMW0yU3M0TytUeGZQS1lqVk1tS085SVRPVHRvNGZDNnNtTjYzaDhMVFV3SjFmaDFLRDFXNmRPVUx0dGUyNmVQTTZXNlpOVm5xZDBqVnIwbVRGSG1ML0Z4c1J3THZrMzJkREVsTFpEaHdQUXFGdFBuQjBYc0xCZlR5WnQzcUcyOWxJS21qaUJRb09EOGJoMkJZQ212ZnZTZWN4NEhsNXlKVFltQmdNalkvSVVLeTUzUHp5RTVlZTMzTVZNb0QrTTZBajZRMVJ0WnNPcVVVTTV2M3NIQzQrZlVkaW5vNnVIcDhkanZuMEo1UHFSUXhpWm1GS29iRG1zY3VjaDZGTnFvYjlTMVd0cTdBUktpM0dXVkwzR2hMaDRIbDYreU1QTEZ6R3pzaUp2MGVMcEh2djI4VVBpWkRKMnpadk5xM3QzbUxScHUwYkZBcVZSVVhpL2ZJSFhzeWU4Zi9xRTF3L3U4ZW5ONjNRbld4N1hyakMvVjFkbTdUMlk3am44dkR5NWZ1U1FzSjZ2WkNtcU5HME9RUEhLVlNoUXVnemVMNTRUR1JiSzIwY1BGWXpvOXk5ZTRNeldUVXpjdkIwVE0vTU1yME5FNUZmeThzNHRZVGwvcWRKTTNMUXR3MlBTT29ITzc5ck9zWFZybUxuM0lIbUxxZjcrZnZzU3lNbE42em01YVQwRnk1UlZlQVlrSmlZU0ZSNG1yQnVaWmxGNitRdis3RWRJUUpLc3c3SWhBL0gwZUt6UlMrSS9UWFJFQkhvR0JpcmxINk1pd25sMTV6YVByMTNCNC9wVlByNStwYllmcjZjZXJKOW94OWkxbTM1NExFVXJWS0w5OEZFY1diMkM2TWdJbkIwWE1QL0lDYVYyYng0KzRQREtwWXhaczRFc2NyVUpvc0xDR0ZDK0JOV2F0NlJKejk1VWFOQUliVzF0d3I1K3hiNWJSd0o4dkJrd2R3RnRoMjVuRks0QUFDQUFTVVJCVkF6WGVFeU51L2RTK0t4Ri9uK0lpZ2huWHZmT0JQdC9ab1hydGYvNzM3Y3JCL2ZoNmZFWVA4OTNDdklFb25Tc3lQOERVcmw2SGNmWE85R2dTemZxdE91b1lJeVFOKzViNWM1RDVjWk5LVk83cm9MOFNub1lHQnZUckhkL0x1OTNCc0RyeVdPcUpzL0Zmd2V1ZTNiaTZmRUlBTnY1aXloUXVvektkaWxGb1FGeXFjbkNUb3VuUjVKRHBYeTlCcGhiV1FuYm84TERzTy9XVVpoZjFPdlloU0VMbHdoU0x3RDVTNVppL0lhdHpPclVCdmNUTHBTb1dvMVJLNXpVRnJjMnQ3TEN4TnlDYWpZdDhIenlXS2hQVkxseFU0MFZIRXpNelltT0NGY3dncGxacWk1MHJZbzNEeCt3Y3RSUStzK2VSL3NSbzVYMjU4bmdYVEZ2OFJJYW4wdmszME9yUVVNNHVYa0QvaC9lOCtUNlZaVTF0bEpJKy80dVg4c3FoUllEYk5rK08wbFNNRDR1amsxVEpqQnRwN1BLZDRmbnQyL3k1c0Y5T28wZUMwQ1FiMnJtbmlwSFMwS0M4dm1VMnFRWlUyS0NCZzZlTk1lb2MvTEluejlSVFZhUDh2bFZYTWNQdEZFMXBvMlR4eU9UU3NtcW9hTk5GZkZwN21sY2JHeW0rMGc3dHJSai94V2ZxNGlJSmd5Y3Q1REhWeTlqYkdaRzAxNTlhZDUzQU5iNThtdDgvRk8zYXdyckJkUE1LWnIwNkozdTcycVI4aFZaZHY2SzB2YUhsMXlaMnlNcG9OWThlM1phRHJCRlYwK2ZUbVBHcWUycllaZHU3Sm8zV3lFVHFFVFZhdlNZTkkyS0RSc3J0RDIwY2hsZmtyTnZCdGpQRndKTUxheXRhZFN0SjY1N2R1TFF1eHVkeG95ais4U3BQeFVNZC9Yd0FlSmtNblQxOVdrM2JDVG0yYk16ZGNkZVh0NjVSYXRCUXhUc3QrK2ZlaEFhSEl5SmhRV1BybHdTSFVGL0dQSHQ5dzlScDEwSE5rMlpRS0NQTjg2TEhUQk9ZNkI1ZnZzbUFGM0dUcVRQak5uQ2RuazVnM0oxTXhkUnBnbXRiWWZTYmJ4cWIzTUs4M3AyNGNIRkMwbGpxRk5QeVVFVEVmb2QvL2RlK0g5NHorZjNYdmg1ZXZMKzJSUDhQTjhwL2VCcmFXdGpZV21GaFhVT0xLeXRzY3FkQit2OEJjaFpzQkI1aWhiREtuY2VmRDNmWmhqRnRtdmViQ0V5eHpKWGJpYXMzNEo1OXV6Qy9wWURiSEYyWEVEaHN1VVZ2UFpCdnA5WU5YSUk0ZCsrTWJsRms1K1doeElSeVF6UzZHaWV1cnNKNjgxNjk4dDBIMjhlUG1EejlNbkV4Y1l5c1hrakptemNxcFIrbkpaWnpvY1VpZ3BHaEg2blo1RlU1OUkrejQ5S1J1UDdydWVaMzZzckpEdVN5OWV0LzhlZFFDUkhsS3dlTTV6YWJkcFRzM1Zid2tLKzh1YkJmVjdkdmNQNzUwOVZ2cGlTYlB5MXpKMkhIUGtMa0tkb3NTUUhta1JDUk9oM2xRYnpqNjlmc1d2K0hPcTA2MGoxRmkzVkZzRHVPTXFPRXh2WElaTktNYmUwVXRvZkdoeU00NkMrQlB2NU1yNXBmYWJ2ZEtaUTJYTENmcGxVeXMyVHg3anZlbzdDNVpOa1dPTGo0dkR6OGdSZzY0d3ArTC8zWXVqaVpUOTh6MFQrKzhUSlpNenYyWlczang2dzNQV2FnbEh5LzVYK3MrY0JjSERGRXB3WE9RamI1UjFCOXk5ZVlIN1BMaXFQN3pOak5sM0dUbFM1THkwaGdRRU1MRjlTcldGcytKSVZQM0FGdjVZTHUzY1FFaEJBa1lxVmZxdXhYdVQzYyt2VUNSN0p5Y0JaNXkvQU1NZmxBQlN0V0ltT284ZFN1WEZUQmNtemxnTUgwM0xnNEV5ZlMvNVo0K1p5aE80VHAvNzArRDJmUE00d2s5bnJxUWZia2czTzdVZU1wclZjb1hSNVpMR3hQSFZQclNHa2lYeGRXRWdJbjVOL2d6dU1IQ05zRC9EK3dNTCt2ZkIrOFp4Q1pjdGo2N0JJcldHalZQVWFESE5janRQWVVieStmNDl4VGVveGVlc3VxdHNvUzljNG5ya29MRytmTXdPU0kzUGx6NTBSRWlRMDZOeU4zUTV6Q2ZiekpWZWh3aFJUa1NYZzUrWEo0MnVYTWMyYUZadStBem15ZWdWQnZwOElDUXhndWVzMXRSSzNOVnEyWnN6cTlienplRVJzVERRQTJ0bzZtR2JOU3VGeUZhaVpRZEZ1a1g4bldiSmxvL2UwbVVucUdpdVhwZXNJa2ttbEN1dHhNcGxTbTdaRFIvRHdraXRQa2cycWQ4NmVabEgvWGd5d2R5Qm53VUtRSEwxK2FkOGVEcTFjeHNwTHFlOUUxdm55OCs1eGtxUDZ2dXNGL0QrOEoyZkJRaVFtSm5MUmVUZFhEdXdUMmliRXh5T05qa2JQd0lEd2tCRGhPWlRXV1pYV3lhTVNEUnhjcE0wSVV0Tkd5U21pd3ZHaDdGQlRiaU4vTGxYOVJJUitGNXo2TG10WDAzWGNKRXpNRmQ5bE5BbDZTWHNkTWxubUhVSEtmeGVLZmZ5S3oxVkVSQk55Rnk3Q3dIa0xxZGV4aTBMZ3BTYkVSRVp5WnR0bVlUMXZzZUpLaWgyWkNhNUlRUllieTg1NXFiYmR2alBzcWRpd0VZTXJsK1hSbFV0MEdUZVJjblhyS3dWOW1KaGJVS3ROTzY0ZFBrajVlZzNvTW5ZQzVlcldWK3IvK1MxM1hOYXVBcUJabi83WTlCdW9zTC9INUdtNEgzY2hLanlNSTZ0WDRPWnloTjdUWjFHM1ErZE1seEJJU0VqZzR0NWRBUFNaTVVld29WWnAwa3pCM2xxb2JIbmVQM3VTbkxXOWlzcU5teW80dEVUK0RLSWo2QStoWjJCQW9YTGxlWEg3SnJyNnlsNVlqK3RYNlRWdEp2cUdSbXllTmduYkJZNW9hV254NWRNbm9VMWFhWUsxNDhkUW9rbzFtdlRzcmRFWXp1N1lTdE9lZlg3cU9uS24wWCsrc0djbi91KzkwTkxXUVZ0SEJ4M2RwSG9pSmF0Vng5ak1qSVQ0QkdTeFVvcFhya3FXck5rd3M3SlNHZDEyZWI4em43MDh5VnVzZUlZdmYvZGR6M1BuN0dsaFBTRStubmx5aHB6b3lBZ2l3MEtSU0NSOGZQMUtRUzgwSmlvU1BRTkRzdVUwSkRvaWdzM1RKek5qOS82ZnVpY2lJcHJ5eE8yYUVLV3JxNitQWmE3Y2F2VnM1WXYwN1YwMG41T2IxZ1B3eGZjVCtnYUc2QnNrU1g4NWpSM0p2TU1uS0ZpbTdEODJibU16TTZYbno1OGs3T3RYenUzY3h1VUR6alR2T3dDSlJFTFpPbldwM0tRWitvYUdtSmliWTJxUmxTelpzZ24vbTFsYVpXckNFeWVUY2QvMVBQZGR6Nk9ycjArSkt0WFUxaS9UMXRGQkpwVVMrTkViKzI0ZEZmWUYrbmdUbk96US8vTFJoMmx0YkZoNjRRcjUwa1RQWnN1WkM4ZlRyc0wxOVM2UnBCOXNiR2Flb2JNK0xWRVI0Zmk5ZS92RFVoRWlmeC9iWjAvbnhlMmJkQnhsOTQ4K0MvNTIwa3FTVkczYUhPZTMzZ1IrOU9IMDFrMEtCb21Mem52b2JEZEJJd2Y0bFFQN2xBd3FUbTUzc0xET2tlbVgwWDhDbVZUS2xobFRpSTJKb1pYdFVORVI5Qi9uOGdGbllxT1RqUFU2ZW5wTTNySkRDR2FvMjc0VGRkdDMwcmd2K2I5clZkK0ZlRGxqc08rN3QzeDYrMFp0cHJJbVhEOTZpRldqaGpGMjdVYnFkK3Fxc2syQTl3Y2NlbmRISnBWaXU4QlJ5SnIxZXZhRW15ZU9vNnVuaDdHWkdYb0dCanh4dTBiWTE2L0NzV1Uxa0dtN2MvWVVpWW1KbEsxVGp3cjFHeElSK3AwanE1WnpadnNXcEZGUlZHblNqR28yTGZuNCtoVmVUNThnazBxUlNhWEVTbU9Jalk0bVZpcEZHaDFGYkV3TStrWkdTS09pa0VtbE9BN3F5OHBMYnVRdldVcmxlWU44UDNGMngxWUF1b3licEJBMFlwa3JOeWJtRmpUczBqM2RzVGZ0MVFjajB5dzA2dFpEWWM3eTFmOHpoMVl1dzNYUFR1TGo0aGk3ZGhPTnV2WEFQSHQydGt5ZlRLNUNoVWxNVEtSUW1YTGtMVjRjQytzY21HUXhFNEwvSkJJSlRYcjJWbnJuakkrUFJ4WVRRL2pYcitqbzZXSmlicEhoL1JYNWQ5RnEwQkNlM2J6QnJWTW5jRHQyUkswVWRGUlltTUs2TkRwS3FZMldsaGJUZGptemJyd2RONDRkZ1dSbjBOMXpaN0RNblFjREl5TysrSDdDMkRRTHMvWWR3c0xhV2ppMnc4alIzRDEvQnBsVVNtVG9kMGJYcTBIQk1tV1RBaGpLVjJEeGFWZEcxcTRpMUFUYlBHMFNVZUhoVkd6WVNBaXNrOCtFQlBqK0pSQ1pWSnB1L2VIb3lBaUY5YlNPRFpJZE0vS0d6RGlaak1URVJLVm5ZdHJ6cXpKK0tyV1JLcmVSTHl5UGlrd2RiVzBkSkJJSmlZbUpuTnE4Z1ZPYk55ajFvYVdsaGJHNU9RVktscVorNTY0MDZkbEh3UVlURlJHdWtLMERFQjRTUXBDZkwrYVdWaHJYYkk2T1VCeXJOQ3BhWWYxWGZLNGkvdzBDdkQvZzlmUUpScWFtR0dVeHc5REVoT2cwZit0YVdqOVgzN2kxN2RBTTIvaThlc25aSFZ2eDlIaU10bzQyK2tiR2ZIcjlpcERBQUtGTk5SVkJHLzlqNzY2am9scTdBQTcvWUdoUXdjTHVWaXhVN0M3czdzQnU3QTdzN3U2T2EzZTMyTjNkalFJS2dpQXg4LzBCSEdaa2dNSGlYci85ckhYWG1wa1Q4dzVYRG1mZS9lNjk0eW9rT0ppcEhkdnc0dDVkQUtxMzc2VDhEYTNXdGdPN0ZzM24xaGwzN0pMYms3ZFVHYklXZENSZDloeWt6WjZESkNsU1VyMXRSd3FXcjBqWkJvMzFudi9wclp1TWJkR0VrS0FncXJYdFFNY0pVNkxza3lSRlN0cU1Hc3U4UG1FTFN6Njhlc24wTGgxWU5kcU5pczFhVXFOOUo0TURYTWMzL2NPcmh3OXdLRkdLMnAyN1JidGZzUm8xZVhyckJnRGI1ODNtMktZTlZHM1ZOdHI5WTNOMjkwNmUzcjZGT2pRRVM1c0VXRmhiYzJGL1pJVXRLZmR0R0FrRXhZT1hEKzRURWhSRUE5ZmU1Q3hTbE1LVnE3SnYrUkpsKzRkWEx5bFRyeUdKa2labFFwc1doQVFGNGVQcGlZdmJhUHg5UGtQNGFyN01Edm1VWTQ2c1g4dWhOU3M1dEdZbHJ4ODlvUFdJMFRGT1ZqeTVlWjNGZy90ejkveTVhSnZULzRncUxWMEFXRDEySk5rS09sS3dRaVdkeWRadkFRRjBLcElmMjZUSmFENWt1TjdKaDBCL2Y1YVBITW9YYjI4eU9lU2phZjlCT0RsWDEvdCt2dDdlek8vWFMrZTFab09HNnR3bzdGbzBuNlhEd2xZa3BzdVJrK2xIVHVyc3YyZnBJdktYTFM5TlRjVWZkMlpYWk0rT0NrMmFVNng2VFlwVnI2bDMzejRWeXlpMTNsc01IazdSYWpYKzJEai9LOHl0ck9nd2J0SnZmeDhMS3lzR0xsdjlTODVsYktLS1U4a3VVM016bld4SFEvd3paU0pIMXE5bC9JNjkwWmJLRVgrUGV4Y3ZzSGZaNHJDZ1lkK0I4VDJjZnpWOTJjWUo3QktUd0M0eHFUTm53VmlsVWlhKzN6OS94bzFUSnd5cUszNTB3MXBNek15VXlScGpZK05vSjN2anc3MUxGNVFKS1JNcGpmZlg2enB0RnQxTE91SHY4NWtPNHlZWnRDamc5YU9IWER5NG44ZlhyK0hqK1JGTEd4dUNnNEowSmtuMVpjWnFUNXdRWHBZMkloRDA4ZlVyblczdm5qMVZ5cDdwOHkwd2dLWERCaEVhRXNLTXJoMEovaFlVSmZEdzZQcFZ4clVNQzNLTTJib0xoeEtsbEcyWkhmS1JObXQyTGgwNndNclJJL0I0OFZ6bjJOUlpzcExkc1JDeE9iTnJCOVlKRTlGOWVsai9JVE56Qy9hdFdLcE00RjQrY29qTFJ3N3BQVGFCblIyWjh1WW5hLzRDWkMzZ1NJc2hJeGhhdXhxZlBuZ1FFaFRFbHRuVDZidGdhWlRqZ29PQ21ObWpDMEVCQVRpM2FVK3pnVU4wdGc5ZnR5bktNZm8wN1Q5WTcrc0hWNjlrZjNpUUtVL3hrcFJ2M0JTQW1oMDZZMkpxeXVMQi9kbTVZRzZVNDR5TWpEQTFOOGM0L0x1ZFdxMUdFLzZmT2pSVXlWUW9WS2tLN2NkT2xFRFFmMVN2T1F2eCtmaVJSWVA2a2IxZ0llelRaMUMyZWIxN1M2L3lKZkh4OU5RNTV0akdEWnpldVoyeURac292eXNBVmpZSjZMOTRPVlZhdVhCczQzb2VYTHFJMS90M0JQajVrVEJ4RWhyM0dVRGxsaTVSRmtsa0xlREkxQVBIV0RkeExBK3VYaWJRMzUvZ2IwRTA2dDJQeWkxZE1ESXlZdGphVFN3Wk1vQ1hEKzV4NDlRSmFyVHZST1VXclhsdzVUSWpHOVdOY24xWk5jYU4xV05Ia3JWQVFiMDlyRnJsenNMbkR4OTBYanU1ZFJNWEQreWp4Nnk1bEt4ZGorbGRPM0JxMnhhZG9QaWJ4NCtvbnlZWmxacTFwTXVVR1J6OVp6MkxCL2VQRWhUcFZhNEVTVk9uWWVuVjI5R09jVjRmVjFhUEhjbk1vKzRrUzVPVzlnWHo4RUdyTlFEaEdiMm50bTZtOCtUcGxHdlVCRXNiRzZxNnRGTitwL1ZScTlWODhmYm0xaGwzYnAxeDUvcUo0d3hZdWhLQXdUV3Jja2VyVkhtRXE4ZU8wQzUvMkwxTHZlNDljWEViRSszNXorN2V5U3pYcmxFKzgreWVYVms2YkJBZHhrMmlRdFBtUC9YL1ZmeGQ3Tk5uSUNRa2hJc0g5ckZ0N2t5ZFJSb1JmaVRySnE3UzU4eEZsOG5UK2ZyRmx3WDkrM0J5cSs3ZlYxTno4eWlaTlhIMTl1a1RwbmRwejhPclY3Q3h0YVAxOEpGVWFkVkcyZDV5eUFqdVhiekFvMnRYd3RxRGJOM0V5YTJiS0YydklYVzd1NUlrUlVxeUZ5cE05a0tGOVo3LytvbGpUR3J2Z3BHeE1UM25MS1JDazJiUmpxVktTeGNlWGIzQ29mQnNIc0t6Q3Mwc0xEQldoWDB2T3JkM04rN2J0eElhRXN6ZDgrZDBmaFlBbnp3OFdERnlLS216WkdYQTBsVXh6anRYYWRtR2JiTm5LdmVQUGg4LzZyUWtpS3ZpTld2alZLMEdWNDhlWnRIZy9rb1p2QWlwTXYyNnVlMi9tWHo3aXdlWER4L2svZk5ueXZNSmJacnIzSFJjTzNHTUZPRTNYQldiaG4zaE1WYXBPTFZ0aTdMUFYxOGYrbFdOVE5kK2Z1ZTI4bmpiM0ZsWUowcEV3MTc5Mkxsd25sSUwzMU5ybGNmNnllTlJxOVdjMnJhWjVIR29sV2tvMitUMmpHbmVpRFJaczlGMTZreWxWSUs1cFNYVjIzVmt6YmhSakduV2tKWkQzYUkwcXoyNFppVmZ2TDBCZUhyckJudVdMaUpSMG1SUm1xNnIxV3BtZHUra1Urcy9ycTRjUGN5U0lRT3d0RWxBMzBYTFpGV3MrR08rK24zaDdKNWRFTDVDdDJIdnNKSkR6Ky9lTWFoVWliWUhseS94NXNsajVZdTgrTTJNalBTV0o5QzNHbENiMytkUGYzeFM1UFdqQit4WnNwQ1E0R0RjR3RWbHlvR2pVWHBNaWIvTHNoR0QwV2cwbEErZkhCQS9ScTFXazY5MFdXNmNPcUZNK0J4YXN5cldRTkRkOCtmdzhmSWlsMU14YnJxSExUeUphNVAyMyszbXFjZ0ZNZElqNmUrWEpFVksybytad0xhNU13MmV6RWlUTlp2U0dQbk1yaDFNN2RSV3B6eFJ1aHc1OVU3UWVMK1BEQVFaR1JsaC8xMVB6Z1NKRXl2MytEc1d6TUVxb2Y0eXF4RzBzNDlmUHJpbi9KM1ZhRFRzWGJhWXpUT21VcjE5UjJwMzdvNjVwV1dVNDgwc0xDaFJxdzVKVTZlaHY5YjNKaE16TTROS05MNjhmNDlicDA4eGNObHFwWlNWbVlVRkJjcFY0Rno0UFJ6aHdWNzc5Qm5Ja0NzM0dYTGxJVVB1UEdSeXlLdTNIMEdyWVNPWjVScVd0ZlQ5QkFiaGkrWm1kT3ZJODd1M2NaMDEzK0JLRDNIUnNIYy96dS9mdzh2Nzk2S3NHbloyYVVkMng4S3NHdVBHOVJQSGRFcFhhVFNhV0V1NnBNNmNoYUdyTjhpMTVUL013dG9hdDMrMk1xbGRLOGEyYk1LRVhmdVYrOWNrS1ZPeDV0N1RPSjh6YjhuUzVEVWdBMDlieGp3T0RGdTdNZHJ0T1lzNFJWbmdTWGgvNEExUFh1azlKaWFyN3p5T2RaOCs4NWZRWi82U0dQZXAwS1JaakJPeGNSbmowcXUzWTkwSG9OUEVxZmg5K3NTRHE1ZjU0dVZGNEZmL0dQc3duOTY1RGVjMjdYQW9VWW9KdXc5RXU1K2hpdGVzVGZHYXRRM2E5MGYvdjRxL2k1R1JFV215WkNWTjk1NlVhOWlFN3FXS0tKbGdoQWVCOUpVMC9WMnNFaVNrOCtScG5OdTNPektMMnRRVTExbno0dFJiU0p2bjJ6ZHNuVDJEZzJ0V1lwODJIYTJIajZKSzZ6WlJGb0dhVzFreGF2TjJwbmR1cnl3c3FkelNSU2VvcmsrQW54L3JKNC9ud0tybFZHemFnc1o5QmhpMFlMVEwxSm1FaG9Zb1BSMkhyRnluMDJ1b1dQV2E1Q3hTbEg1VnlpbEJHeE5UVTVLa1RFVlFZQ0FUMjdVa1pjWk1ERjM5VDZ6Qk90dGt5V2crZUppeU1CL2cxTGJOUDdWNFY2VlNVYmh5Vld5VEphTnY1Y2p2WlNhbXB0U01walN3MENWM2FQR2dYdmVleXVPM1Q1L29SR01CWHR5OWcwcWxvbWkxR3BScjFGUkpiMXM5ZGhTRVh6U25Ianl1ZkNGcG5DR1ZjbFB1NGpaRzUveUZLMWRWVnBwY08zNVVXYW5YeG0wczZYS0dOU2s5c1htamtrSjhjTlVLbmNhaStyeDUvRmdaaDZWTkFyMzdPTGR1eTdiWk0zajk2Q0hENjlmQ2JjTVdwYzV3NlhvTldETXU3TE9zbXpDR2NvMmFLUDFLZ29PQ2RGYWdOZWpaaDVaRDNmUk9ycTV3RzhxTlV5ZG9ObkFJTjA2ZVVGYXliSjg3aXhPYkkyOHV0QU5GSGk5ZjZKVGVldnZrTWVaV1ZxalZvVXp2MG9IUm03ZEwrU1R4UjV6ZXNVMVpUVnE2Ym4ybER2dXdlalZJbVRFVE5UdDJ3YWxLTldVQ1VmdG1QaVE0V1BtZC8vRHFKV05hTk1MWHk0c25ONi9UZHRRNCtmSnRvTkNRRURaTW5rQ05EcDExbWovLzBMbENReG5UdkJIZHA4L1c2YitrL1Y2dGNtY2xXd0ZIaWxhclFaR3ExVWlWS2ZNUHZkZWNYdDExbWwxL0wrTG1GZURvUCt2SmtDc3lDOGg5eHphbEVhLzQrenk2ZnBXSFZ5NERVUEVuUzcvKzM5Tm9TSmc0Q1lVcVZlSGlnWDBBbk4rL0IxOHZyeGpyMUI5WnY0YlM5UnJ3WGl2NzROOFVDTkpvTk54d2oyeUFhNnlTdnhmL0R5bzBiVTdCOGhWL3FMZGZpVnAxdUg3eU9BZFhyd0FnbDFNeHVzK1lvM2ZmVEE1NXNVK2ZnYSsrUHRSMzdhT1RTVkMvUnk5cWR1aU0rNDV0K0hwNXhxbm5qYmFRNEdEbTkrdEZtcXpaV0hEK1NyUTkrN1JsSytpSXVaVVZOb2xzeWVWVWpJYTkraHFVSWJ0NTVqVDZMMWtacFRLQlU5WHFCUGo1VWJwdUE5TG56RW02N0RtajlFeU5UdG1HalRtOGJqVVByMTZPY3AxKysvUUpxOGE0a2QyeE1LNno1aG4wMlJUaDM4dHlGeXNlNi8yRnFaa1pQZWNzNE9DcUZYb1hIMlZ5eU11b1Rkdng5bmpQdFdOSGVmWHdQaDR2WC9EMXl4ZStmZjFLU0VqVWZqQVJ5amRxS3ZlaGZ3RUxhMnVHcjkvTXhxbVRjR3RVRDdjTlc2Ukh5Ny9VbDAvZVRHN3Z3cWNQSGl3NGR3VlRNN01vKy9qNytuRDd6R2xtdVhiRjczUFlaUHZEcTFkMHNpaUZpQzkyOXZaVWFOcUNIZlBEN2kzUzVjaEpqNW56RFA2NytxdFlKMHhFeWd3WjhmZnhJYWRUTWVyMTZLbFRoU2ttUmhpUktHbFM4cFlxaTdGS3hkdytydmg5L2tTT3drNHhsb0dOWUpQSWxoRWJ0bkJoLzE3MnIxcE82YnJSbCsyTjZNOXo5ZmhSY2hjcndiS3JkK0owZlZhcFZMak9taytHWEhrNHZuR0RUaEFvZ20yeVpKU3NYWmR0YzJjQlVLZXJLK3JRVUtaMGJFUHVvaVZvTm5CSWxCTGIwYW5WcVN0ZnYvanl6NVNKcU5WcWdnSy9vVmFyOWJZSU1WYXBzRXR1VDg0aVJaWHM0K2hrTGVCSVl2c1VxRFZxY2prVm83NXJiN0xtTDJqd3orSC9tZHlseGJQVlkwZEdxU05mbzBObnRzeWF6cFdqaDlrMmR4WnUvMndsVmFiTVBMd2FOcm5qV0xHeVRvTkY3VElOS1RKazFEbVg5aGNCN1F0cG1xelpsRitTeTRjT0txOVhhZDFHcC8vRWtpRURlSFQ5S29tU0ppTjVtclM0akJ5TCsvYXQrUHY2NEZpaFVyUmZORXpOelNuWHVDbGJaODhnTkNTRVpXNURtWE15TEszUVBsMTZFcWRJaWZmN2Q2alZhdncrZlZJbVRnK3NXbzduMnpjWUd4dlRjY0tVYUJ2VmJwMDlBMzlmWCthNlh5Qmx4a3pjT1JlWnpseTNlODlvUzhQWnAwdlArSjM3ZE03bHZtTXJ1WW9XSjBtS2xIcmZTNGpmWWMvU1JjcmprMXMzNCtSY2cyTFZhNkxSYUhodytSSVBMbC9Db1VRcEpRWDMzYlBJMVhkYlprM255UG8xRUY3TE9pS1ZldmZpQlhpOWU4dWc1V3RpZk85SjdWcGhhaFpaNnprMFZMY0o2WmptalZCOU56bjQ1WlAzVDMzZWY1dmdvQ0NtZEhEaC9MNDluTjY1amRGYmR2NVVwb3hLcFNKTDN2ejBxMUtlOFR2M1JiazJlcng4UVVoUUVIY3ZuT1B1aFhNY1dMV2NidE5uLzlBWHNCNHpvNVpyMGRZb1Ewb0MvZjBCYUQxOEZDVnExWW56ZTRqL3BvaEZFRGEyZHRGT2NzN3AxWjNENjZLV05qUXlNcUpvdFJvTVhybU90MCtmNEZxbW1ONlYzL1Y2OU1KbHhHaG1kdS9Fc1kyNlBmVXk1TTdEN0JPNjVVV2UzTHJCNGJXcnVYWDZGSjV2M21CaVprcnl0T2twVXNXWmlzMWFLTTFGOWZGNi80N3plM2R6YnU5dXN1VExqNHZiR0VLQ2c5azRiVEtIMXF3azBOK2ZZalZxMG1YS1RKMXNnSmNQN3JONzhRSnVuM0huNDV2WDJDU3lwVkNsS2pUcGIzamplclZhVFVod0VKVmJ0RllDUVNGQlFSemJ1SjQ2WFh2b1BTYkF6NDh6dTNZd2RzY2UxazBZcS9PempZNUdvK0hjbmwyYzJyNkZKemR2OE9tREIrcVFrUEJNYUNmcTllZ1o0NWVhNTNmdmhIM1dzNmZ4ZXY4T2pWcU5YWEo3Y2hSMm9rejloaFNxVkFVakl5TXVIdHpQOGhGRCtQam10VTdQZ3kyenByRmwxalRsK2RyN3o2SjhtZlQxOXViNHBnMmMyYldkZDgrZkVlRG5SNUlVS1hFb1dacnFiVHRJSDZyL0NPMytHM0ZWcjN0UFN0V3RUN3BzT1dKY2Jab2hWMjZXWEw0WjdYWXpDNHRZVjhySEptS0ZibHdZR1JteCtjVjdBL2FNcEZhcnFkdk5WYWMzVDRSU2RlcFJ0bUZqdlpNWXNWR1ptREJ4ejBHOVdjVEowcVJsOElxMWNUNG53Smd0TytPMGYyYUhmTFFmT3pIR2ZSTGJwNkJDMCtZL05CN3gzMmRzYkV6VEFZTXA0bHd0eHVDZmlGOExCL1RseHFrVE5PNDdVRzhRaVBBSmJpZm42dFRxMUlYMWs4WURTR0JQL0t0VWJ0R2FISVdLa0Q1WDdsL2F1aUt1NXB3Ni8wUEhUZHdUT2FlcVZxdWpMZmNmR3lmbjZ0RzJ4WWhnYkd4TXNlcTFkTXJMeFpXUmtSRzFPM2VMc2V4aW9VcFZzRXlRZ1B5bHk1RzlVR0dlM0xwQjI5SGpmNmlsUnBOK2d5anFYSU5ySjQ2UnIzUlp2ZmRQYWJKbVk4ZjdUM3FQajg3U2EzY01Ea2lKU0JJSWlrZG5kdTNnN082ZG1KcWJreXB6Rmw3Y3ZRUGh3WnZPazZZeG8xdEgzajE3eXR6ZVBSaTdmUStQcjRmMUIybXFOWkh4NmJ0YTNDbS9Dd1FaSXFLZU0rRVhGVzFlNzk5eC85SkZBQVlzWFltcG1SbmxHemZsNnhmZldGZXBGYTdzek5iWk13RHdmdjlPWjF1MXR1MDV0SFkxUlNwWFZTYXJ2bnp5NXA4cEU3Qk5uaHpYV2ZNcEZFTXorbHFkdWhyY3REQW1OOTFQTXExemV4SW1TY0tBcGF2SVU2ekVUNTlUaU5qY2REK3BVODdSS21GQ3ZUY0x2ZWN2Vm9LazJqMkNtdlFicVBRSWVuSHZMajFLRjRYd20zelgyZk5qZmY5ZWN4ZVIyRDZGOHZ6ckYxL2E1TTJoUEIrd1pHV1UzKytyeDQ0d3FWMnJIL2kwZjA3QWx5OE1xVjJOMEpCZ1FvSkQ5SmFKaWVEdjY2TmsxYng5K29TQjFTc3phdk1PMG1YUEVlMHgycTRjUGN5RHk1ZDA2dmFYYTl5VVRUT21NS3BKZmFZY09LWlQ3L3pWZy9zNnh6Zm8yVmRXNFlsZjd0NkZzQzh2MlIwTFJSdDg2REZ6THUzR2pLZHR2bHhLdW4raFNsVVlzbXE5Y2lPZEtsTm10cno2d04wTDV4bFVJK3h2Y2FtNkRYQ2ROVS81dmVvMWR4RWRKMDVsLzRwbDdGNDBuK2xIVCtsY1Y0S0RnbGc5eG8xZGkrWmphbUZCaDNHVEtGVzNQb0grL215Yk01TU5VeWF3ZGU1TTJvMGVqN05MTzUweDdwZy9oek83ZC9Ed3ltVWxHOUxHMWhhTlJzT1VEaTZjMjd0YjJmZll4ZzFreXB0ZmFSQi9ZTlZ5RmczcXA1U3hza3FRRVBzTUdiaDM4VHk5SzVRaXQ0Ri81elZxRGFFaElUaFdyRXlTbEttVTdPSkRhMWRGR3dnNnZXczd5ZE9sSTJ2K2dqcjNWdEg1K3NXWGNTMmJjdXVNTzVXYXQySkdlQ21VRzZkT01yOWZUODdzMnM2Ri9YdHcrMmNyK1VxWGpYTDgwUTNybU5mWEZTTmpZMXpjeGxDa2NsWE1MYTE0ZXZzbUN3ZjI1ZFMyelVwZC85ekZpak5zN1ViOGZYem83eHk1OHE5bXh5NDZQMzlyVzkxeUZSZjI3MlZPNys1ODhmYW0yY0FoVkd2YmdhREFRUFlzWGNUVzJUTTR1bUV0YlVlUGwxSU1mN21VR1RNcGk5RCtYeGdiRytzTkFxRlZKLzluNkx0R1J6ZUorN3RJVTJWaENFTlh4SXY0Y2V1c093QW1wckZQN1ZtSGw2UXlzN1NrUU5ueXNlNHZ4SitpWFpMMnYrNUhGb25FMWE4SzVNWlVSanhQOFpKS2l3OSt3ZCtDRExuei9QSit4UklFK2pIL25sb1YvMmRlM0x2TG5GN2RTWlltTFdPMzdZbFNNN2Rjb3laa3pwc2Z3b005ajY1ZTRlc1hYNHhWS3V6VFJaWlplUDNvb2ZMWXhOU1VWRDhRUGRkdTFtVnNISDM2blpGUjJEK1g0S0FnaHRTdXpzclJJMktzUFpzeGR4NHk1bkhBV0tXaVlhOStPdHNlWHIxQzNwS2xzYlJKd0o0bEN3a05DV0hscUJFVXFWcU51YWN1S0VHZ2tHRDlxNDlpK2dLMmFmb1UrbFFzby95M1E2dlUzUHZuejNTMmpXdlZESFZvS0o4LzhxWFRTZ0FBSUFCSlJFRlVmTUN0WVIwbDYwcUkzMm5qOUNrRzdCVjN4aVlxclBTVWEveis5OVRDMmhwTEd4dmx2Ky9UcnMydHJIUzJXOXJZL0dzbkM3NXBsVUZMWUplWThUdjNNV3JURHZLWEtjZjRuZnVpL2E5U2M5MmdWcXJNV2ZCNis4Ymc5ODFmcGh3SFZpOW55ZENCeW11cE0yY2hmYzVjdkh2MmxJVUQrdWpzLy9MQlBlV3hpWmtaUmF2RnZOTEgyK005SXh2WFkyVGpla3p1NEtLekxUUTBsQU9ybGl0WlAwSVEvdS9pMloydzRHWnNaWUdzRWlUVStUZDQ1OXhadlgvUDcybzFENzU5eGozSzMxNHJtd1M4ZnZTQVlqVnI2d1NCQUdiMTZNTE9oZlBRYURTMEhUbVdLaTFkc0xKSlFHTDdGTFFmTzVGU2Rlb1RGQkRBZ3Y2OTJiVklONEJ0Wm1tSlE0bFN5b1FGZ04vbnoreGVzcEEzVHg3VFlzaHduZjBqZ2xPbmQyNW5mcjllU2hESXVVMTdWdHk4ejZROWg1aDM1aEtUOWg3V3VXK0tpVWFqSVNRNEdKVktSWVVta1N2aVh6OTZxTGVwTXVGbDRTSktQY1YwZnhSaDBhQiszRG9UTm9IalVLSVVOcloyMk5qYVVhSldIV3AzNlE3aDkwRXJSNDJJY3V6clJ3K1oxOWVWa09CZzZuVHBRYzBPbmJGUG53SGI1TWtwV0w0aXBlczFCSzJ5ZE5ZSkU1RW1hN1lvay9rSmt5UlJ2bnlueVpvTmxWWVpoak83ZGpDK2RUTjh2YnhvMUdjQWpmc09KSUZkWXBLa1RLVmtHNGFHaExCMDZFQ3VIRDFzME05VkNDR0VFTDlPUkFub0U1czM4dFh2UzdUN2ZYenptcDBMdzdJcFhVYU0xbHZLV2dnaHhOOVBNb0xpd2V0SER4blhxaW5sR3plbCtlQmhXQ2RNeE9tZDI1VHQxdUdOVTd2UG5NUFI5V3NwMDZBeGx3OGZKRkhTcEJTdFZwTnorM1pUcFdYWXhPQXJyUW1OelBueXg3Z0NYdHZEYTFjNHUyY243NTQ5MVNuOW9qSWdvcnBtM0NpZTNyckIwMXMzOEhyM2xsNXpGdXF0QlcxcFk4T3M0MmNJQ1E2T0VxbTlmUGlnVWhLdjIvVFpxRXhNcU8vYU84cmsxYlRPN1RHek1LZnJsSmtHMXdodDFLZC90S1hoVW1USXFMZjU0SWt0RzhtU3YrQVBwVGtLRVJlM3pyaHo2L1FwU3RTcXc1bGRPLzdJZXdZRkJ1ZzhOekg1ZTFaT2FBZERJaWFwTGF5dGVmbmdYclMxWndsdlVoakJXS1dpNSt6NU1aYUcwNkRSMlY5bFlvSlQxZXJzWHJ5QU5GbXpLU3ZxODVZcXc0dDdkem05Y3h0Vlhkb3FRZjZudHlKNytoU3FXRmxwdWhzZDIyVEo2YmQ0T1FCK256N1JzWERrQ2h5VlNzV3oyN2RZTTI0VUxpUEhVa2w2d1FqQTM4ZEhDWURFOXUrTDhBeWZpTkp1QVg1ZnVIWDZGQVhMVjlUWlJ6dno1dE1IRDI2ZlBhMnpjRVdqMFhEbDZHRUdMRm1wYzl5UjlXdVYzN0VFZG5aVTBsTjJvR0d2dnJqdjJBckFpcEhEeUZXMEdGbnlGUUNnV3B2MkFGdy9jWnpINGJYc2ZidzhPYngyRlNQV2J5WjUyblFrVDVPTy9hdVdrVFpiRHNvMWJFS0FueCtMQnZWVnp1OVFvbFNVWnZDcE1tVW11Mk5oWHQ2L1IydzBhclZ5bjFLcGVVczJ6NXlxQkhjT3JWbEo3cUxGZGZaLy9mZ1JqNjVlWWZDS2RjcnhNUW4wOStmVXRpM0s4MHg1ZFZmWlJTd0dBbmh5OHpxKzN0NDZXWWJITi8yakxKWkpsaVpObFBNWHJseVZUZE1uWTUwd1VheWZWWiszVDU4d3MwZG5OQm9OSm1abTFPN1NMY28reFdyVTRzeXVIV2cwR2piTm1JSmpoVW8vOUY1Q0NDR0UrREVkeGszQ3JWRmQzang1VE0reUphamV0Z09aOHViRE5ta3l2Z1VHOFBIVksyNmRQYzN4alJzd3Q3U2t6L3dsbEczWU9MNkhMWVFRSXA1SVJ0QWZGaFFZeU02Rjh4aTVjUnNkSjB6Qk9tRWlicDg3dy9sOWV5aFd2U1p6VDE4a2YzaWFibWFIZkhTY01JWHNqb1U0dTJjbjNhZlBvVkRGeXB6ZEhWa0Qrc0hsaThyam5FV0s2bjNQMEpBUUhseTV6QmZ2eUI0ZlM0Y09KQ2d3a0w0TGw1RWtaU3JsOVgzTGw5Q3Zhbm5sdjF1blR5bmIxb3diUmIrcTVibDc0UnpaSEF1UnpiRVE3NTgvNC9LUlF6Ris1dGpTOWV6VHBRYzlLNWczejV6S21WM2JPYjdwSC9vNVYrRHQweWN4bnVkSDNYUS95YXdlWGVoWHVSem45KzM1TGU4aEJPRXI5cGVQR0VyanZnTnBPZFR0ajczdjkzMCtUTXorbmtDUWRvODBHNjNzZ1ZTWk11dGNLN1U5dVhsZEtYa0pVTFJhalZqN0F3VUZSUDRNTGF5c0FaUkp6MlhEQi9QKytUTUFuZkpOdXhaRzlqQjRkanV5WjhMM3phSDFNVFkyeGlhUkxUYUpiUFdXNGF6djJodC9IeC9tOU96R25GN2REY28rRUg4M2Y1L1B5bU9yaExFM0dNOWZwaHlKa2laVm5sODh1RjluKzhjM3IvbncraVdGSzFkVlhqdTlZNXZPUGhIbEtuTjlGeFRadVNqeTMzNnVvc1gxbGp2S2tEdVBra1VVR2hLaWxKTFZwcjBBNU1YZE81U3NYVmY1WFMzYnNER1Q5aHlpKy9UWm1GbFljR0gvWG53OFBaWDlJekpxZmxSRVJoQ0FmZm9NNU5YNjNUNnpleWQrV2o5dndyT0JDbFdxZ20yeVpNcnhNVEd6dENSYlFVY0FpbFd2R2FVczVmY0JuSTl2WHVrODkvYUlMTGw3WU9YeUtIM2NzaFYwcE9lY2hiSFdHWS9PMXRreitQYjFLNFEzanRlK3ZrWkltRGl5TE1YOWl4ZDBlZzhKSVlRUTR2ZExteTA3ODA1ZnBNUDR5YVRObHAxZGl4Y3dya1VUZXBZcndhZ205Vmt6ZmpSK256N1JZZHdrRmwrNklVRWdJWVQ0UHljWlFYK1ltWVVGM2FiTjBubHQ5K0lGZkh6OUt1eS9OMi9vdDJnWnFUSmw1cE9IQjM0K253a05DYUYwM2ZvNE9WZkg2OTFiYnJxZnhPUEZjK3pUWjlBcFQvTDlTbDZ2ZDIrWjJiMHpENjVjaWxKQ3FPZWNoWlJ2M0JTQW9HK1JFNXd1Ym1Nb1hxT1c4bnhpMjViS1pHckxvVzR4TmgwL3VtRWQrMWN0aS9IemYvdjZGWTFHbzZ5eUJaamZyNWZlR3Bldkh6N0V3anBzd3RYanhYTkdOYW5QdE1NbjlFNUdhRHU4YnJWU2FnWGd6YU5IeW1PdnQyK1oxcVc5enY1WGp4MGhOQ1NFcjE5OG1lRFNuQTdqSjFPamZhY1kzME9JSDNGaDN4NXFkK2xHMlFhTkRRcHNMaHMrQkhPcnNDdy9qMWN2bE5kM0wxbkkrZjFoUVV0L0g1OVl6Nk5kUHMxWXBjSlNUL200LzZwQXJVQlFBcTNyU0xIcXRaamwyb1ZpTldycGxEb0MyRHA3cHZMWTJOaVlKdjFpYnlBZnJIV2RqTGd1WlhNc0JPR0J0dFZqUnpGZzZVcnlsQ2lKa1pFUkdvMkdheWVPOFMwZ0FIVm9LTytlUFFVZ2FlbzBPTWJRLzh4UXlkT21vMUNsS2x3OHVKL0Q2MWFUT2t0VzZuWHYrZFBuRmY5ZDJ1VWJEWm1RVjVtWVVLSldYZll0WHdMQXhRUDc2RHhwbXJMOTNON2RsS3hWbHl6NUNuRHAwSUh3MTNiUmFkSTA1WGZxeXBGREZLdGVTeWZ6N3ZXamgwclBROEpyZmtjbmRkWnNlSWYzT3J4ODVGQ1VMRDd0YkdOamxZb3FMYU52aXZwOUlDdFA4Wi9yK2FmUnFIV3llaXEzYU1XTms4Y0JDQW9JNE1UbWpjcTlRbWhvS0NjMi9VT1hxVE8xVHhEaitZMk5qWm0wOTNDMFBSZTE3NU1Bdm4zVnplelVMdkgyOVBaTnVwWW9USldXYlNoZHJ3SHBzdWZBeU1pSUNrMmF4ZlZqS3k0ZTNLYzgxaTVKckl3bklFQW5ZMHlqMGZENTR3ZVNwVW43dys4cGhCQkNpTGl6dExHaFpvZk8wcTlQQ0NGRXJDUVFGTTg4WGp6blFuZ1dTdEpVcVptNCt3Qm1GaFo0dm4zRDhIbzErZXpweVpCVjYyamNONndQUlpLVXFiQk5scHpOczZaVHFWbExQbi80b0J5YnQxUVpuWFBiMmFmZ3paUEhldnRJcE5icUpSU2tOVW1zcjd5SW9TbzBiVTZGcHMyajNYN2w2R0ZHTmFrZjVmVjhwY3VTUGtkT2F2eWlHNWNpVmFycEJLeVd1dzJsVWg0SDdKTGJZNXM4T1E0bFN1bjBPV2phZjdEeStOTUhEekxsMGQ4WVZvaWZWYnhtN1RqdFg3TmpGMlYxK1oxelo1V3N2a3JOVzVLdFlGZ1E0dDNUSjF6WXZ4Y0FVMVA5VFlhRGRQcm8yUDJSQm9aL1NvQmY1UFV0UmZySXljb2NoWXNRL08wYjIrYk0wT2xSOXVES1pjN3MycTQ4cjlpc0pSbHk1WTcxZllLMEp0WXR3ck1VRXR1blVKckluOXU3aTg4ZlBtQ2JQRGxKVXFiQzgrMGJncjk5NCsyVHh3VDQreXZaQVZWYXRvNFNtUHBSVHM3VmxjbnZMYk9tVTZ0VFYybVkrSDlNZTVIRTk5a3EwU2xkdDRFU0NQSjgrNFluTjY4ckpjbk83ZGxGeTZGdXBNMldEWldKQ2FFaElmaDRlbkxML2FTU3VYejV5Q0ZhRFJ1cGMwNlBseTkwbm10bmpYeFBlOXUzcjEvNStQcVZraVhNZDgzVVUyYklpRzN5NU5HZTY4UHJsOHBqY3lzcnZjR1Z1RkNyMVRwWlBVV3IxU1Joa2lUNGVua0JjR2p0S2lVUWRPWElJVUxWb1VwL3c0ampEYUU5emhmMzduSiszMjZ1bnpnZXRjNy9kNEdsQ2sxYnNIM3ViUHg5d3hZRCtIejh5S2JwazlrMGZUS3BNbVdtWXJPV1ZHdlhRVy9mdU5qNGVubnBaRmU1YjkrQysvWXRNUjVqWkdTRXRXM01DM1dFRUVJSUlZUVFRc1FmQ1FURmd5VkRCdkRnNm1VQVh0Mi9yMHdXMk5qWk1hUk9OUUErZVhqdzhYVllHUkMzUm5VWnVHdzFUbFhEdGhXcVZJV2pHOWJxbEFFcDI3QkpsTWxkWTJOanlqWm96SlpaMDhoWHBod2ZYcjVRVnFWcmkxaU5hMnhzVExKVXNRZUNRb0tEdWVsK01rb0dVa3lDdjMxajhlRCtlcmNWcTE2VEpVTUhrakpqcGg5ZUtXOXVhVW1TbEtrb1VMWThWVnUzSVlGZFpCMTk3WDVFbFZ1MHBscmJEbm9ud285dVdNZUtVY01Zc1g2ek1za3V4SjltYkd4TWlnd1pxZExTaFp4Rm5KU0pVRit0U2JrcytRb29wUlJOVEUwcFdxMEdtUnp5Umx0eUxEQzh2QTlBU0hBSVEycFgwOWtlR2hxaTgzeE04MGFvVkxwL0hyNHZPL1J2b1YwZUtXMjI3RHJicXJadXk5b0pZOGhWdERpNWl4WW5ORFNVUllQNktaTzd0c21URzF5aVR6dVlacGZjWG5tY3RVQkJ2TjY5SlRRa2hKdW5UMUs2WGtPU3BrNk41OXMzeWo0UkpUeE5URTMxOWtyNVVibUxSV1k4K0gzK2hOZTd0enFUNk9ML2k3bVZGWGJKN2ZuMHdRTWZ6NDhHSFpQVHFTakowcVJWN2pjdTdOOUg1cno1OGZIMHhPdmRXK1VhbEs5TU9hNGVQUXlBKzQ1dDVDOWJIbDh2THo2K2VxWHo3NUR3SUlJMkV6MWw0U0tZV1pqclBOZk9Yb3hDS3lpa2ovYjcva2p3STRydkFpK21abWFVYTloRWFiVDgvTTV0SGw2OVRMYUNoVGl5ZmczbEdqYlJ5V0JTZjNkZGpVNVFZQ0JIMXE5aC84cGxmUEgycG03M25neGV0WjUzVDUvUTM3bEN0TWNsU1pHU2tSdTNNYVZUV3o1OEYzeDcrL1FKcThlT1pOL3lKUXhmdDRtTWVSemk5TkVEditvdUlDcFZwejc5bDZ5STB6bUVFRUlJSVlRUVF2eTcvRDNMd3Y5RE9veWZ6TlFEeHhpNGRCWEJ3VUVBcE0rWml4bEgzWmw2NEJoVER4d2prME5rVmtyMXRoM0lYNmFjOHJ4NGpWcUVCQWR6YnM4dUNGOU5XcXRUVjczdlZiNXhVNW9QR3NxWUxUdEpvTlZrV0p2WHU3Q0oxTlJac3RLbGVDRm11M2JsN29YemV2Y05EUTFsV3VkMmpHeGNqL245ZWhsY0QzN3p6R2xLRU9yN1NTRmpsWXJxN1RveXJsVlRUbTdkWk5ENXZqZHM3VVpXM0x5UDYrejVPa0dnN3hXcVZFVnZFT2pEcTVjc0dUb1FYeTh2aHRhdHdmWHc4aTlDL0drcmJ6MWs4YVViZlAzeWhaQ2dzT3VEcjVlWDBndkgzTXBLcHlSUThyVHBHTEpxUFUzNkRTSnBxdFI2ejZrZGxDaFd2U2JqZCs3VCtXLzRPdDNmdStIck5rWFo1L3RWLy84V2J4NUhsbjdNV2NSSloxdTF0dTJ4dExaaGJJc21QTGw1blgrbVRPVHg5YXZLZHRkWjgzVjZwTVRrNjVmSTFmbmF3UmJ0bi9tNzhENUJFYVgzRWlWTlNwcHMyYmwvNlFJQVpSbzBVbnFpL0FyYTUwcVlKSWxPdnpmeC95bDdvY0lBUEw1K3phRDlqWXlNS0ZVM01sUDM0b0d3Y21EbjkrK2haTzI2U2lDNmROMEd5ajduOSswbUpEaVlLMGNQNCtSY1BVcUcyL2VsWGlPdVkvb0VCZXJlUTlqRmtQRVRHKzNnVDlBdjZGV2pMNk9uY2tzWG5lZUgxcXppODhlUFhENThrSXBOVytoc0MvMnV0SnMrajY1ZG9WdkpJaXdjMkJjTGEydm1ucmxJN2M3ZFNCak4vZHIzc2hjcXpJS3psK2t6ZnduNXlwVFRDVVFSZnUyZjByR04wdXNJQTNvWEFTUktta3pudWRlN3R3YU5Sd2doaEJCQ0NDSEV2NWRrQk1XakRaTW5LQk1rTG01amxNbVV6eDgrY09YSUlRQXNyVzFvMUtjLzVwYVd5bkY1UzVYQnh0WU92OCtmQUdqWXU1OVNQdXA3YWJKbVU4cks2Uk1VR0lqMys3QkFVSjRTcFRpNGVnVkhOcXpseUlhMVpNbFhBTUt6RHdodkhMeDE5Z3hlUHJnSHdJRlZ5M2w0OVFyamR1eUowdFJZMjVVamg5ZzBmVEtFcjRnZnVIUVZFOXEwMEtsL1g3bEZhL2F2V01xMHp1MjVlK0U4YlVlTzFXa1MvYjFqR3pkd2NFMzBxMU0vZVhnbzVWSzAzMmVXYTFmK21USVJjMnZkY3djSGZzUE8zaDQ3KzdDVi91c25qU09YVXpHZG5ndEMvQWtSRTNrNWlqZ3h1MmMzWEdmUDUvcXB5TUJrN21JbG9rejJ4ZWJEcThpU1NSRVR4WCtMTjQ4ZkEyQmphMGZtOEd0VkJLc0VDV25VcHo4clJnNWpXTDFhQkdpVldtclNiNUJPR2FmWWVMNTlyVHpPbkMrLzh0akcxazU1Ykc0WmRsM3BObTBXQjFldnhNbTVHcVptWnR5L2RCRmpZMlBxdS9iNXdVK3BuNFcxTlFPV3J1TEMvcjA0dDJrdlplRUVqaFVyYzM3ZkhsNDl1SSsvcjArTWY1c2psSzdiZ0cxenducmJQTDE5azQrdlgzRnV6eTVjM01Zbyt4U3RYZ096ZmhZRUJRYnk1ZE1uYnB3OHp1VWpoNmpVUEdvVzR2ZFphVDVlbmxIMmllQ3J0YzNTSmtHVWhSeUdsbGNEU0p3eUpVOXYzd1RBMytkenRMMTNES1V2WUpJMlczWnlGbkhpM3NXdzRLNzc5cTBrU1ptS1RBNTVTWmNqcCs3WVEyTWV1NCtuSnlPYjFPZUx0emRHUmtiMG5MTXcxaDZJK3BpYW0xTzJZV1BLTm15TXI3YzN4emR0WVBQTXFVcUcxT3RIRDdsNy9xeFNQbGhqd00vVTNOSlNwd3plczl1M0NBb01sSHNpSVlRUS83Zm05T3BPN21JbGxEN0xRZ2doeEgrUkJJTGl5Wk5iTnppMmNUMkU5N0xJbXI4Z29hR2hxRlFxTms2ZnJLemVyT2ZhSzhyRWlNZkxGd1FIUmE1MnpWUHN4eHNpdjdoM1J3bVVGSFd1enNIVlljRVZZNVdLNlVkTzZqMm1TekZIWlJWKzB3R0RZNXhvZXZ2MENWTTd0MGV0Vm1OaWFrcS94U3R3Y3E0ZVpUOHpDd3Y2TGx4R3Y2cmwyYjlpS1ZlUEhhSGwwQkdVcWxOZnAwZEFoUEtObTBaN0UvYjAxazBHMTNMV21mU040T3pTbGpPN2R0Q2sveUNLVnFzUjdiaUZpRytGSzFWaDg0d3BES250clBNNzlpUE52MTg5dkEvaHEvOExWNjc2UzhkSitNcjNFUTFxWTJsamcyT0ZTcFNzWFRmR3pMeGY1Zm1kMjBwQXZIUzlCbnF6L1dwMTdvYjc5cTA4dmhHWklWR3BlU3VhRFJ3U3AvZjYrRG95RVBSOUthd0krVXVYaGZBc3JaWkRSd0R3L3ZrelBuM3dvRVN0T3FUSmt0WGc5L044KzRZK0ZjTW1icjh2M2FldFpPMjZsS3hkMStEemlyOWI2Ym9OV0Q1OENBSCtmbHpZdjgrZ3lZcE1EbmxKbXkwN3J4NCtBT0Q0NW4vNC9QR2pUdThzSzVzRUZLN3NyUFRYT3JsdE0wOXZYc2RoL3VJbzUwdVROWnZPK2JTejlyNm52YTJFbmg1cTJrR0wyQUlZK1VxWDVmTGhnOHJ6ZXhjdjRGaWhVb3pIeENTNjk2dmN3a1VKQkFYNCs3RnB4aFE2VHBnU1pUL3RSU2o2Z2tydU83WXFmZCtTcGs0VHArc0R3STRGYzNsMDdTcDlGeTVWcm4wSkV5ZW1kdWR1Rks5UmkrNmxpaXIzUWRwOW13ekpDQUp3cWxxZHcrdFdLNS96NHNIOWNxMFJRZ2p4ZjZ2TnlER01iRnlQbTZkUDBuWEtURmtjSVlRUTRqOUpTc1BGRTE5UFQ0cFdyNG1OclIzM0wxMmtSWTZNTkVpVGpDNUZDeXJCbU95RkN0T2daMStkNDlScU5iTjZkT2FiVnMrUE1TMGE4ZXoyclI4YXg5TmJZYXRuazZaS2pVUEowbkUrWHJzNSsvYyt2bjdGcUNiMThmZjVUTEkwYVptdzZ3REZhOVNLZHY5TURubHBGZDZ2dytQRmM2WjJiRXZQY2lVNHVHWWxnZjcrMFI2bjdmM3paNHh1MWxDWi9QZytxeWhid1VKVWI5ZVI4YTJiMGJOY0NRNnNXczduajRiMVVoRGlUK3M5YnpFdjc5M2o2ckVqQUdUSW5ZY1N0ZUkrRVhjdnZOUmp2akxsZm1scHNnZ3FsWXBCeTFmajhmSUZDL3IzcGsyK25Ld2VPOHJnMHBFLzZ2cXBFOHBqWjVkMmV2ZDVkdnNtSDkrODBubnQ1dWxUSE51NElVN1pCazl1M29EdzYzS3kxSkc5MUdwMzZVYURubjNvdTNBcEdYTG5pWExjbmZQbk1ESXlvbUd2ZmdhL0YrSFg1T2xIVGpMOXlFbkdiTmtWcDJQRi95OUxHeHRxaHBlS1BiaDZ1Y0hIbGE0WFdmcHQ4OHhwbEtnVk5TaFR0a0VqNWZHcHJadGp6RTZzM3E2ajh2anUrYk1FNnlrUDkvek83Y2dlaFNvVjFkcDFpTEpQYk1FVWJTVnIxOFhVUExMbjBPNGxDMlBjUHpiUkJZSksxcTZyazJta01qSFJLYThYT2Q2WWcxaWViMTdIdUQyMjBuSzN6N2pqdm4wTEwrN2VpYkl0V1pxMDVDaGNKUEs1MWpYTDlMdStUTUdCK3EvVFZWdTMwUW11cnh3MUhEK2Z6M3IzL2Z6aEE3Tjdkb3R4dkVJSUljUi9tWTJ0SFNQV2IrSDJtZE80TmFwTGdKOWZmQTlKQ0NHRWlETUpCTVdUQXVVcU1HajVHdGJjZjhxd3RSdHhyRkFKalZyTm15ZVBsV3lnUUg5LzNqMTlvblBjc3VHRHVYZnhBcGJXTnVRTDd4dms2K1hGb0JwVk9MOXZUNXpIY2ZYNFVRRHFkSFA5cFdXRlhqOSt4TUFhVlhqMzdDbEZxOVZnNWpGM2cwcFMxZW5hZzZZREJpdlBuOSs1emJ3K3JyVE1sWm14TFp2dy9NN3RhSTk5ZVBVeS9hdFZWRXJkNVhJcXh1d1Raekgrcm45QnJVNWRhZHAvTU05dTMySit2MTY0T0dSamFKM3E3Rm02aUJmMzdzWnBjbGlJM3lscDZqU2t5cHhGZWY3cXdYMUdOS2pON2lVTGVYTHJoazdmaCtoNGU3em5iZmgxcElGcjc5ODIxZ1IyaVJteGJoTTJ0bllFQlFTd1pkWTArbGV0d0pkUDNyL3RQU1A2bVpScDBJajBPWE5GMlg3OTVIR0cxcW1CajZjblpoWVdTbWFWeDR2bnpPemVpWTZGODdGeDJpUSthazNJNmhNVUdNakwrM2Nodkl5bE51dUVpV2cxYkNSbDZqZlNlK3hOOXhPVWJkaFlwKy9icnNVTGZ2am5rakJ4RWdQMkV2L1BHdmJzUS9LMDZiaDM4UUszenJnYmRFd3ByUjVBMzc1KzFla0pGTUd4WW1VUzJJV1ZRbFNyMVpTb1ZTZmE4em0zYVUraFNsVUErUExwRTRmWHJvcXl6K2FaMDVUSHpRWU9VY3JRYXRNUUdmeUpMVENTSkdVcW12UWJwRHkvZXZRd0N3ZjIxVms0OC9UV1RXNmZQUjNqZVpUM2ppYndaRzVsUlpuNkRaWG5SYXZWMUZ2U1RSMUxObE55clJKNm5tL2ZjSGIzVHVYNTNmUG5XRFZtaE03K0VYM2lmRHpEeXVsRjlFRzZjKzVNbEhNSEJ3VXAyVmFwczJRbFQ0bFN5amFiUkxiWWF2Vml1blhtbERKV3IvZnZlSGsvclB4djFnS09OTzRYV1ZyNHc2dVhES3hlbVR2bnowWitMbzJHcThlTzBNKzVRb3ovSG9RUVFvaS9RY0lrU1JpOGNpMzNMMTFnYkl2R0JuMFhFMElJSWY1TnBEUmNQRk9wVkJTcDRreTJBbzRNclZlRFZ3L3VLOXRlM0x2TCtOYk5tSC8yTW9SUG11eGV2SUJFeVpMaHRtRUxLVEprcEd2eFFueis4SUVBZnovR3QyNUdwZWF0YUROeWpFN2ZpZ2pxa01oSkZDTmpJNElDQTdsMi9DaXBNMmVoeW5jTmtIL0duZk5ubWRpbUJRbVRKTVZ0d3hZYzQ5Q0hBNkJwLzhIWTJOcXhkT2hBWlNKR3BUS2hVck9XZWxmY0F4eFp2NVpGZy92eDdldFg3Tk5ub0ZIdmZsUm8ya0p2cVNqQ1M5b2xUcG1TUllQNkVSSVV4SzB6N3NxRW1hVzFEUm55NUtIRHVFbDZKNmFFK0JOQ2dvT1oyYTBUVDI1ZUowSGl4SVFHaC9EMWl5ODMzVTl5MHoyc2JLT3B1VGxwczJZbldkcTBKRXVkaGtSSmsySnVaVTNxTEZrcEhENEplMkx6UmdCSzFxNm45SWd3UkhCUUVIdVdMRVJsWW9KMUlsdWR5Y2Jvc2dDU3BVbEx1OUhqbWVYYUJjTDdqVXpwMkpiUm0zZjgxTTlDbjVmMzczSDc3R21zRTluU2J0UjRuVzJob2FGc25EcUpUZE1ubzFhcnlWMnNCRDFtemtVZEdzcVk1bzE0OSt3cEFCOWV2bURkeEhHc256U2VqSG55NGxpaEVnNGxTcEsxb0tOT09iN3JKNDhURWh4TTJtelpLZDg0YnFYNTdsKzZ5TGdkZTVYbjE0NGZaZW5RZ1J4YXM1SlJtM2VRSkVYS1dNOWhibWxKODhIRFNKYzlwMDVmSTcvUG4zaDgvUnJXdHJaWUpVaUloYlUxQVg1K09wbFlSdEZjQThYZnk5ektpb0hMVmpHb1psVVdEKzdQekdPblkrMHJsaXBUWnJJV2NPVFJ0U3ZrS0Z3RWV6M1p2aWFtcHBTb1ZaY0RxNWFUd000dXh1dUprWkVSQTVhc1pPSEFQaHpidUlIbGJrTXhWcWtvV2FjZWdmNytiSjg3Qy9jZFd6RXhOYVhsVURmcWRPMFI1UnloSVNFRWY0dk1KQW9PRE9Uemh3ODZRWXp2MVhmdHplY1BIa28yMEw3bFN6aXhlU1BwYytYQyszMVk5cEZEaVZMS05VQWRHc3JwbmR0SW5DSVZ1WnlLQXZEMWl5K2ViOS9pOWY0ZC9yNCtQTDl6bXlTcFV1bVV1NnpVb2hYN1Z5NERvR0xUNWpwakNQNzJqVThmUEFnS0NGQmVVNnZWdkgzNkJMdms5bGphMkVCNGh0VzJPVE9WSG02VDJyVWlZMjRIMUJvMUlVRkJqTnEwblZtdVhaWHIvWmFaMDdoejdnemU3OS9SYSs0aXBYZmtpYTJieUpBN0R5a3paa0tqMGZEbThTTzJ6SjdCaDFjdlNaNDJIVU5YYjRpeTBNZlpwUjBiSmsrQThCSjZQY3VWSUZucU5OeS9kSkYraTVZcC9ZNmE5QnVFcVprNTZ5YU9KVFFraEZjUDdqTzRabFVTSlUyS2JiTGtlTDkvUjRDL1A5Mm16ZjZwTW54Q0NDSEVmMFhtdlBtcDBhRXpPeGZNWllYYlVEcU1ueHpmUXhKQ0NDRU1Kak5FL3dJUHJvUmxzcngrK0FEbk51MFp2WGtIeWRPbWcvQVZtTjhDQWxnNmJCQnJ4bzJpVUtVcXpENStsaXo1Q21DVHlKYStDNWJxWkx3Y1hyZWFEb1h5Y1hwbldCMy9QVXNYTWJ4K0xicVZMTUtUbTllVi9XeHM3Ymh3WUMvQjM3N1JaOEVTWlVMaFp3Ui8rOGJLVWNOWjBMODNMUVlQWi9hSnMzRU9Ba1dvMmFFekUzWWRVQUkvSGNaUDF0dGJ5T3Y5TzBZM2E4anNubDFKa3lVYlBXYk9aZUg1cTFScTNpcmFJRkNFS2kxZG1IM2lMQTVhSzJVSmI4RGVmZm9jQ1FLSmVPUHQ4WjdoOVd2aHZtTXJCY3RYWlBiSmM4dy9kemxLejZ6Z2I5OTRldnNtRi9idlpjL1NSYXliT0k0bk42NlQzVEVzKzA2ajBYQjB3MXJzMDJlZzA4U3BjUnFEcVprWk5UdDJ3VHBoSWhZUDdzK1I5V3VVYlRGTnhKWnYwa3duTytmNmlXTzh1SGMzamorQjJPMWR0aGdUTXpNR3IxaWpNNTduZCs4d3BMWXovMHlkaUgzNkRQU2V0NWp4Ty9lUktsTm0wbVROeHBRRHh5alRRRGQ3UjZQUjhQVFdEVGJQbk1xSWhuVVlYTXRaNlFFQ2NHcmJGb3hWS2pwUG5oN3JoTHEyWjdkdlVhcHVBNUttU2cyQXY2OFBjM3FIVFhpL3ZIK1BRVFdxNFBIaWVlUUJSa1pZSjB4RXhqd09PajJNeksyc2FOeG5BTVdxMTlRcGZXV1ZNQkZKVXFYbTd2bHpESzVWbFRZTzJlbGF6SkhRa01pZVFnbVRTQWJSLzZPc0JSenB1MkFwcng4OVpPV280UVlkRTFFZXJuUzlodEh1RS9HNzQxUzFlcXkvQ3hiVzF2U2F1NGp4dS9aVHFtNTlkaTZjUjl0OE9YRXRVNXpiNTg1UXIwY3Y1cDYrU04xdXJsRjZBVTVxMTRyNmFaTHgrUHBWNWJWUEh6eG9sVHNMalRLazFNbWUwV1pzYkV5SDhaTVp0V2s3aFN0WEpYR0tsQVFIZmNQWDA1TlNkZW96Ni9ocGNqa1ZVL1lQRFFsaGNuc1hodFIyQm1EbnduazB5WlNHN2lXTGNHN1BMcDdkdm9WcjJlSTB6NWFCSlVNR0tNZGx5VmVBVEE3NVNKbzZEWG5EZTRNQm5OdTdtL3Bwa3RHK1lCNGwyQlNoczFNQkdtZE14YUpCWVdVaXJSSWtaT3JCNHppM2FVL3lkT2t4TVRQanE5OFhDbFdzekxSREowaVdKaTE5Rml5aFNCVm5MSzF0ZVBud1ByN2UzblNlTkIyQVFTdldNblQxQmxKbXlNU2NYdDNwNUZTQURvNE9UTzdnUWtoUUVHMUhqMmZPcWZPa3lab3R5cytwY2QrQmRKa3lnNHg1SExDd3RzYjczVnVNakl3WXVUSHNiMDRFSXlNakd2VHN3eHozQzlUcjBZdU1lUnhIN2lFOEFBQVlia2xFUVZTd3NiWGpXMEFBNnRCUVN0ZHZ4T3lUNTM2b2Q1MFFRZ2p4WDlWMHdHQ3NFOW15WitraTdsKzZHTi9ERVVJSUlRd21HVUh4eU5mYm04MHpwN0o3OFFMeWxTNUwzd1ZMbFpydVV3OGVaOXZjbWFUT2twVnhyWnJ5NGVVTCtpMWFGbVdDSmwvcHNuU2RPcE41ZlZ6UmFEVFlKazlPOStsemxKSXNOZHAzb256anB2UW9YVXpKcmttV0ppMzI2VE13dWIwTDNhZlBJV3NCeHloalU0ZUcwcTlxZWIzai92ajZsZDdYZHk5WlNONVNaV2c5WW5TVVNaMGZrYXRvTVdZY2RlZlFtcFU2WlZnQVBuLzh5TGE1TTdsNTZpVDV5cFNsOWZCUmVrdER4U1pOMW15TTI3R1hjM3QzczIvNUVtNjZuNlR0NkhHa3paYjlwOGN2UkZ3RkJRYXliOFZTTmsyZlF0WUNCUm0zWTY5T29MTC9raFUwSHp5TWZjdVhjSHJITnFXL1JvU3NCUnpwUFgreEVnUTl2dWtmdm56K3hNVGRCMG1VTkdtY3gyTmlha3FGcHMzNThQcWxzbm9jb0ZUdGV0RWVZMlJrUk9PK0E1bmNQcktFMnBmUG4rTDgzakY1ZHZzV1J6ZXVwL2U4UlVwV2dvK25KeHVtVE9EZzZoVmt5VitBbm5NV1VyWmhZMVRmbFlaTW1EZ3hmUmNzcFdMVEZxd1pQNXFIVnk3cmJLL2VyaVB0eDAxU2p2UDJlTStGQTN0cE4yWUNPUW83TWFKaEhVTDA5RHVKeVpEYTFaVEhLZEpuME9tdGRtTHJKaHIzR2FDTWJjTVQvZGRYZll5TmpVbWJMWHQ0cGxKVGVwWXJxZE4zSkVIaXhHU1ZnUGIvcmVJMWF6Tm94VnFtZDI1UDJ1dzVvcFExL0Y3dHp0Mm8zVG5tUGkrNWl4Wm4xMGZmT0kwalQ3RVM1Q2xXSWs3SERGeTJPazc3ZjY5QXVRb1VLRmRCNzdhS3pWcFFzVmtMdmRzTStSbEVtSGtzYXRtOVl0VnJ4dW5uWTVzc0dWMG1UNDkyZTJMN0ZBeGJ1MUh2TnBWS2haTnpkYjJMWkdKamJHeU1zMHU3YUh1cmZTOU5scXk0akJpTnk0alJjWDR2SVlRUTRtOWpaWk9BY2cwYnMyZnBJcGFOR015VS9VZmplMGhDQ0NHRVFTUVFGQTllUFh6QW9UVXJ1WFB1TFBuTGxtUFc4VE5SZ2hnSmt5UWhlZHAwWE5pM2gzSU5tMUM2ZnNNb0U1b1JLcmRvamFtWk9mUDZ1dEovOFlvb0dTNVdDUkpTcUZJVkRxMVpTWjRTcFdnM2FoeFBibHlqYnJjZWV2dGFHS3RVNUM5VGpwRWJ0K2w5djI0bEN2UFo4eU5aOGhVZ1VaTEl5ZVY2M1hzYS9ETXdWcWxJbkNJbGpoVXFrY2toWDdUN3FWUXF2Uk1WajI5Y28zcmJEclFkTmM2Zzk3Sk5tb3ljVHNYSW1NZEI3ejdGcXRla1dQV2F2SDM2UkZtOUw4VHZabUptUnVvc1dhbmFxZzE3bGl6azJaM2JaTXlkaDdtbkw1RFlQb1hlWTFKbHlrejdzUk5wUDNZaXoyN2Y0b2I3U1o3ZXVzSHp1M2VvMmFHekVnUUs5UGZuM041ZFREOTgwcUIvMDhiR3h0Z210NmRVM2ZvNmpkQUpuL3kxU3BDUWpIa2NxTmlzWmF5cnYwdlVxa1A1SnMwNHZYTTcrVXFWSVdkaHB6ajlYR0lTR2hySytzbmpHYjE1SjdtY2l2THl3WDMyTGx2TXkvdjN5Rk84SkhOUFh5UzFWbCtsNk9RclhaWjhwY3R5Kyt4cDlpNWJ3cVZEKzdGUG4wRW5DQVN3WWZJRVdnd2VUczBPblFGK1M1bTdYeUdCWFdKcXRPK2taSCtrenB5RkhyUG1ZMjVsRmQ5REUvSElxV28xcGh3NHl0VE83ZEJvTkwrMERLd1FRZ2doeFArcmlzMWFzbWZwSWg1Y3ZzU1RXemZJSE1PY2hoQkNDUEZ2SVlHZ2VQREo0ejExdS9lazNaZ0owZTdqOC9FakJjdFhwRWI3VGdhZHMxeWpKbVJ6TEJUdEJHaXJZVzUwR0RkSnAwNTh0b0tGb3V5MytOSU5iSk1seDh6Q0l0cjNtbmZta2tGamlzbTJONTQvZFh5aE9KU2NpOHQ3cGNxVStRZEhKRVRjcE1xVSthZC9EekxtY1lnMnVHbGhiYzNBWmF1ajlJYlF4eWFSTFRzOFBrZTczYUZrYWY1NStqcmE3ZDh6TWpLaTE1eUY5SnF6ME9CakRCVWNHRWkzYWJPeFRaWU1nSSt2WHRKcW1KdE9UNSs0eUZPOEpIbUtsOFRmMXdmdjkrK2pCTnpMTldxcTlBNzV0eXRadXk3SjA2WWxYWTVjcE11ZUk3NkhJLzRsMHVYSXliUkRKN2h6OW5SOEQwVUlJWVFRNG8vejlualArWDE3T0xkbkY1a2M4dEptWkZqdnV3T3Jsbk44OHorOGV2QUFJeU1qOHBRb2ljdUkwWHJMcW40dm9seXEzK2RQbk55eVNRSkJRZ2doL2hNa0VCUVBER25ZYm1kdmp4MzJjVHB2VEt2Z0RaMGtqZWhOSklUNDd6TWtDR1NJWDFIcThWZXhzTGJHd3RwYWVmNmpmY2krWjUwd2tkN3I1SDhsQ0VUNDlWdXU0VUlmVXpNejhwZlZYKzVWQ0NHRUVPSnZ0R3Z4QXM3czJzNzlpeGVVTXZubVZsWjR2WHZMbU9hTmVYcnJCaVptWmtyWjU0c0g5bkgzL0RsbUhuT1A5WjdheU1pSTdJNkZ1SEwwTUhmUG4vMGpuMGNJSVlUNFdjYnhQUUFoaEJCQ0NDR0VFRUlJSVg0VkUxTlRjaGN0am5VaVcrVzFONDhmTWFwcEE1eXFWbVBWN1Vkc2VmVUJ0dzFiTURVM0I4RHY4eWMyelpocTBQbFRac3dFd05OYk4xR3IxYi9wVXdnaGhCQy9qbVFFQ1NHRUVFSUlJWVFRUW9pL1JyVTI3UUc0ZnVJNGp6OS9BdUNUaHdmamR1d2hjOTc4eW42T0ZTdFRwRW8xenV6YUhyNy9NWVBPYjJOckIwQkljREJmZlgyVTUwSUlJY1MvbFdRRUNTR0VFRUlJSVlRUVFvaS9qcm1WbGZMWXp0NWVKd2dVUWJ2TS9zZlhyd3pLOExGT0ZGbFcydTl6OVAxV2hSQkNpSDhMQ1FRSklZUVFRZ2doaEJCQ2lMK095aVQyUWppbUZ1YktZNDFHUTFCQVFLekhCQVVHYWgxdjhSTWpGRUlJSWY0TUNRUUpJWVFRUWdnaGhCQkNpTCtPa1pGUm5JL1JhRFN4N3VQdkU1a0ZsRURLd2draGhQZ1BrRUNRRUVJSUlZUVFRZ2doaEJBRzh2SHlCQ0J4aXBTWVNVYVFFRUtJL3dBSkJBa2hoQkJDQ0NHRUVFSUlZYUJIMTY0Q2tMT0lVM3dQUlFnaGhEQ0lCSUtFRUVMOEZ2MnFsbWRZdlpyTWN1M0Mra25qOGZaNEgrc3gyclcyby9QczlpM0d0V3FLMS90M3YyaWtRb2ovSjhGQlFReXZYNHNIVnk3SDkxQ0VFRUlJOFp1cDFlcllkektnRkp3MmYxOGZYajk4QUVEQkNwVitkR2hDQ0NIRUh5V0JJQ0dFRUwvRnUyZFB1ZWwra3FNYjFtRmtiRVJpK3hReDdyOXk5QWo2Vmk3TG15ZVBZOXd2WXg0SGlsV3ZSZCtLWmJoOTl2UXZIclVRNG05bmFtWkdtNUZqbWRDNkdYdVdMSXp2NFFnaGhCRGlOOUlZRUFnS0RRblZQVVlUOHpIbjkrMUZyVlpqYVpPQVVyWHIvZlFZaFJCQ2lEOUJBa0ZDQ0NGK3V3UjJpV1Bjdm1IS0JMYk5tY21MZTNmcFU3RU1aM2Z2akhILzhvMmJVck5UVjBZMHFNM1pQYnQrOFdpRkVIKzdUQTU1R2JCc05jdmRockpzeEpENEhvNFFRZ2doZmhOMWFHU1FKN3Fna1BZK0dKQkZkR0RWTWdCcWRlcUtoYlgxTHhtbkVFSUk4YnRKSUVnSUlVUzgwV2cwckJnNWpBMlRKeWl2QmZoOVlmWFlrZHc0ZFNMR1krdjM2RVhoS3M1TTZlRENsU09IL3NCb2hSQi9rMXhPUldrN2FodzdGOHhsN2ZneDhUMGNJWVFRUXZ3R0dpTEx2a1VYNEFrTkRkRjVyZzZOUGhCMDQ5UUpIbHkrUlBLMDZXamcydnNYamxRSUlZVDR2U1FRSklRUUlsNEVmL3ZHMUU3dDJENXZ0dkthbVlVRkxZZTZNZS9zWmZLVkxodnJPVHBPbUlLWmhTWFR1blRnL2ZObnYzbkVRb2kvVGJWMkhjbVN2eUNiWmt5UjdFSWhoQkRpTHhNYUVrTHd0eURsZVVoUVVKUmdrRWFqSWREZlgrZTE0S0J2ZXM4WEVoek00c0g5TWJPd1lPRHkxWmhiV2YybWtRc2hoQkMvbmdTQ2hCQkMvSEZlNzk4eHVMWXo3dHUzS0s4VnFlTE1YUGNMTk96VkY1VktaZEI1a3FSSVNiM3Vydmg5L3NUQ2dYMS80NGlGRUg4alkyTmoybzBaRDhDQ0FiM3g5L1dKN3lFSklZUVE0aGVZMUs0VjlkTWs0L0gxcThwcm5tL2YwQ0J0Y3BZTUhRakEvcFhMYUpqT25yM0xGdXNjMnk1ZlRycVhjb3B5enVVamh2RHUyVlA2TGx4RzF2d0YvOENuRUVJSUlYNGRrL2dlZ0JCQ2lQOHYxMDhjWTBhM1RuejY0QUZBemlKT3RCenFScDdpSlgvb2ZGVmF0bUhqdE1sY1BYYUVxOGVPVUxCOHhWODhZaUhFM3l4MzBlS2t6NVdiRjNmdnNIWDJERm9OR3huZlF4SkNDQ0hFVHhxNGJIV3Mremk3dE1QWnBaMUI1enU0ZWdWSC8xblA0RlhyS1Z5cHlpOFlvUkJDQ1BGblNVYVFFRUtJUHlMNDJ6ZVdEaHVFVzZPNmZQcmdRZDVTWlJpOVpTZVQ5aDcrNFNBUWdHM3k1RGhXckF6QXZoVkxmK0dJaFJEL0x5bzFhd25BNFhXckNRNEtpblYvSVlRUVF2ei9PTGhtSmZ0V0xHWEtnYU1TQkJKQ0NQR2ZKUmxCUWdnaGZydFhEKzdUcDFJWnZEM2VVNk5EWjZxMGRDRmRqcHd4SGhQODdSdW01dVlHbmQraFJDa3U3Ti9MNWNNSDhmUDVqRTBpMjE4MGNpSEU3L2JWN3d0WGp4N20zSjdkZUh1OFo4S3UvUUNjM0xxSlRkT240UEh5QlZueUZhRFgzSVVjV0xXY1BVc1hFUlFZR09VOENaTWtZZG5WTzVoYldYRm0xdzVtdTNZbHdOOVAyVzVoYmMyNEhYdjFsbktKQ0ViN2VIcHkvY1F4Q2xldStscy9zeEJDQ0NIK08relRwbVBhb1JPWW1Kckc5MUNFRUVLSUh5YUJJQ0dFRUwvZG8ydFhhZGk3SDhXcTFUUW91Qk1hRXNLdytqWEpVYWdJcllhUGlyVm5VSTdDUlFCUWg0Ynk0TkpGSlVOSUNQSHZkZUhBUGc2dFdjbjFrOGNKL2hiV2xEbEI0c1FBN0ZvMG42WERCaW43M3Ixd2p1VnVReG15YWowdWJtTndMVnVjNTNkdUEyQnFiczZLbXc5SUdINHNRSWxhZFNoUnF3NitYbDYwZDh4RDF5a3pLZHV3Y2JSalNaOHJONWJXTmdUNCszSG4vRmtKQkFraGhCQkNrYjlzK2ZnZWdoQkNDUEhUcERTY0VFS0kzNjU4azJhVXJ0dkE0QXlmVldQY3VIZmhQTnZueldaY2k4WUUrUG5GdUgvS2pKbVV4NDl2WFB2cDhRb2hmajlqbFlvcytRcVFLbk1XNVRWL0h4OGUzN2pHUDFNbjBYSENGS3dTSkZTMm1WdGFLWStydG1xalBBNys5bzByUnc3cGZZK0gxNjVnWW1wR2lWcDFZaHlMU3FVaWVmcjBBRHkrTHRjUUlZUVFRZ2doaEJCL0Y4a0lFa0lJOGRNbXRXdk54emV2ZEY3NzZ1dXJQTjZ4WUM0bnRteU0zS2pSZ0pHUi9wTnBORHk1ZVFQajhDeWdxOGVQTXJON0p3YXZYQmZ0KzFzbnNzWEl5QWlOUm9Pdmw5ZFBmeDRoeE85WHVGSVZDbGVxUW9DL0h5L3Uzb0h3ckw3MUU4ZmhPbXNlUmF2VklMdGpJZGFNSDRPcG1Sbk5CdzFWamkzYnFBbXJScnNwcGQrT2IvNkhjbzJhUkhtUDB6dTNVYXB1ZllPQzBCRWxKWDI5NVJvaWhCQkNDQ0dFRU9MdklvRWdJWVFRUDIzZ3NsVlJYbXVlUFFOZnZMMEJxTk9sT3pYYWR3SkFyVll6dDNjUFhHZk4rMlh2YjJ4c2pLVk5BcjUrOGNYUDUvTXZPNjhRNHZlenNMTFdlUjRjRkVUUmFqVUF5RnJBa2RHYmQwUTV4c29tQWFYck4rVGc2aFVBM0hRL2liZkhleExicDlBNXo0WDkreGkxYVp0QjQ3Qk9sQWdBdjg5eURSRkNDQ0dFRUVJSThYZVIwbkJDQ0NIK0tHTmpZMHpOemJsOTdzd3ZQVzl3VUZpUEVWTnppMTk2WGlIRTc2VXkwZTBCVnJWMVc0T09jM1pwcHp4V2g0WnlhdXRtbmUzWFR4d2pzYjA5MlFvV011aDhFWDJLekF3c1lTbUVFRUlJSVlRUVF2eFhTQ0JJQ0NIRUgxZThSaTJXanhoS2NGRFFMem5mdDY5Zkk1dk4yOW45a25NS0lmNlE3OHBFNW5RcWF0QmhtUnp5a3MweE1zaHpZdk5HbmUybmQyNmpmT05tQmc4akloUElScTRoUWdnaGhCQkNDQ0grTWhJSUVrSUk4Y2M1bEN4TmdOOFg1dmZyK1V2TzUrUGxxVHhPa1NIakx6bW5FQ0orR0JGTi96QTluRnRIWmdVOXZYMlRsL2Z2UVhoWnVNdUhEMUsyWVdPRHp4VnhIVW1aSVZPY3hpdUVFRUlJSVlRUVF2emJTU0JJQ0NIRUgyZHNiRXpqUGdNNHVtRWRHNlpNK09uelBicDJWWG1jczdEVFQ1OVBDUEhmVUxKT1BXeHNJek40am0vK0I0Q3J4NDZRSlg5QmtxUk1aZEI1ZkwyOCtQRHlCUUE1Q2hmNVRhTVZRZ2doaEJCQ0NDSGlod1NDaEJCQ3hJdFM5UnFRTmx0Mk5reWV3TXp1blpUU2JqL2kvdVdMQUNSUG00NjAyWFA4d2xFS0lYNDNqVnI5dzhlYVcxcFNybEVUNWZuSnJadlJhRFNjMmJXZENrME1Md3NYY1EweE1qS2lZUG1LUHp3ZUlZUVFRZ2doaEJEaTMwZ0NRVUlJSWVLRlNxV2kxN3hGbUppYWNtempCZ2JXcU1LVFd6ZmlmQjZOUnNPRi9Yc0JxTlM4SlVaR2hwZVZFa0xFUDQxYW8vTmNyWWxiWU1qWkpiSThuT2ViMTF3OWRvVGJaOC9nNUZ6RDRIT2MyN3NMd3N0V3Bzd29wZUdFRUVJSUlZUVFRdnhkSkJBa2hCRGlqL1AxOXNaOXgxWlVLaE5hRG5VRDRQSDFxL1N0VkpaRmcvcngrZU5IZzg5MTdmaFIzajkvaG8ydEhjNHU3WC9qcUlVUXYwTm9hS2pPODdobUNQMnZ2WHNOMHFxdTR3RCtZMW1RbTVkaWhzUzR4Q0tYdUk1TUZMUlJnVVNZemlwT0ZLQVNnVUJja2dpS1JZbWhRYVVzRkVFVFRNWjBvc3RvRkZMYVJLV09sYzQwSmIzWWZZT2pDelppYTNLSjIxN2M1L1NtZG1ZbFljbG5uN1BQNGZONXRlZnMrWi96TzIrK3M3UGYrVDlQbjBHRFkyVDVoT2JqcmF0V3hKaUpWOFlGWGJ1MmF2M3hvMGZpdVYvc2pJaUl6eTFmZVU3UEJnQUFnR0tnQ0FJZzcwNGVQeGFuamgxclBzNDFOVVgxQzgvSER6ZmNIbC85MUNkajd1aWhjYmkyTnNwR2pvcHBTMjZKYTI1ZTJIemRyN1kvR1BPdUdCWmJ2ckkwYXFxcnp2cXN4elp0aklpSUcxZXZpWXQ2OW16RHR3TGFSUEsySFVGdks0WmFZK3FjdWMwLy8yTi9UVXlhY1VPcjErNTY0UDVvT0hVcXlpdW14YWdKbnpqblp3TUFBRUI3VjVyMkFBQmt5N0hEaCtMdVJmUGpyY2JHNW5QYnY3RTZrdi84czdmUG9NSHg3U2YzeE1DUm81dC92MkREZDZKRGh3NngrL3RiSXlLaXNiNCs5dXg0TlBic2VEVDZmM0JZZk96YWFYSHRsNVpHbCs3ZFd6enJtY2QrR2xYUC96SEtLNjZMejh5ZFg3QjNCUElqU1pLb1AzV3l4YmwvdnZaYTlMenMvZEd4WThkVzMyZjgxUlZ4U2E5ZWNhUzJObm9QS0l0aEh4blhxblVIWDNrNWR0NjNLWG9QS0lzbGQ5OTd6dk1EQUFCQU1iQWpDSUM4S3UzVU9WN2ZYOVBpWEpJa1VWSlNFaFVMRjhjOXYzdXVSUW4wWC9QdnZDdVdiZGw2V3RuVHVVdlhHRkUrSVM3bzFxM0YrWU92dkJ3UDN2cjFHRDYrUEpadGZxQ04zZ1pvSzA5cysxNU03L2UrMkxYMS9oYm5LNitaRXRQNzlvcnRhMjl0OWIxS08zV0t5VE52aW9pSVNUTm10V3BOUTExZGZIZmh2TGp3UGUrTnRUOStQSHBjZk1rNXZnRUFBQUFVQnp1Q0FNaXJyajE2eEtxSEhvbVZVeWRGUTExZFJFVDBIVHdrbG16Y0hNUEdqVC9qMml0bnpJb2hIeG9iMnlwWHh0K2VmVHA2RHlpTDlUdWZpRzQ5TG14eDNmRWpoK09PMlROajZOZ1B4NnFISGptdEpBTGF2NHFGaTZOaTRlSzgzZS9UcytmRXppMzN4TVRwTTg1NmJaSWtzV1g1MGpoeDlFamN1ZXZKdUt4c1lON21BQUFBZ1BaR0VRUkEzbjFnK0lpWXQzNURiS3RjR1RPL1ZoblhmM2w1ZE9yY3VWVnIrMXcrS05ZL3ZpdisvSnRmUjVJa3A1VkEvM3J6emZqbXpNOUdlY1YxOGZrVnE2S2t4T1pXSUtMMjFRTXhadExrNk5XMzN4bXZ5K1Z5c2ZtV1JkRlFWeGNiOXp3VDNTKzZ1R0F6QWdBQVFCb1VRUUMwaWF2bXpJditRNGVkZFJmUU94azdaZXIvUE4vWTJCQkxOdDRiWlNOSHZjc0pnU3o1MlpaTlViRmcwVm12UzNLNStQajEwMlBNcE1rRm1Rc0FBQURTcGdnQ29NMzh2eVhRbWZTOHRIZjB2TFIzM3U4TEZJZXFGLzRVKy83Nmw3ajhpakV4WW54NVJFVHNmZmJwcUQ5NXNsWGxUc2ZTVWlVUUFBQUE1eFZGRUFBQVJlRVB1MzRlZDkzOGhlYmpHeXB2aThtemJvcHRsU3RqOVE5MnBEb2JBQUFBdEZlK1dBRUFnS0p3NlBXRExZNTNmT3VPV0RGbFlueHgzZTNSYjhqUTFPWUNBQUNBOXN5T0lBQUFpc0xWOHhiRWtUZHE0L2MvK1ZHY1BINHNoby83YU54NDI5b1lPSEowMnFNQkFBQkF1NlVJQWdDZ0tIUXNMWTNaYTliRjdEWHIwaDRGQUFBQWlvYVBoZ01BQUFBQUFNZ29SUkFBQUFBQUFFQkdLWUlBQUFBQUFBQXlTaEVFQUFBQUFBQ1FVWW9nQUFBQUFBQ0FqRklFQVFBQUFBQUFaSlFpQ0FBQUFBQUFJS01VUVFBQUFBQUFBQm1sQ0FJQUFBQUFBTWdvUlJBQUFBQUFBRUJHS1lJQUFBQUFBQUF5U2hFRUFBQUFBQUNRVVlvZ0FBQUFBQUNBakZJRUFRQUFBQUFBWkpRaUNBQUFBQUFBSUtNVVFRQUFBQUFBQUJtbENBSUFBQUFBQU1nb1JSQUFBQUFBQUVCR0tZSUFBQUFBQUFBeVNoRUVBQUFBQUFDUVVZb2dBQUFBQUFDQWpGSUVBUUFBQUFBQVpKUWlDQUFBQUFBQUlLTVVRUUFBQUFBQUFCbWxDQUlBQUFBQUFNZ29SUkFBQUFBQUFFQkdLWUlBQUFBQUFBQXlxalR0QWM3a3BSZGZqS2ZTSGdJeTV1Lzc5a1d1cVNudE1kcU5tdXJxZU9yaGg5TWVBektucHFvcWtsd3U3VEhhbFB5QXRwSEYvSkFYMERacXFxb2lWK1I1SVIrZ2JXVHg3NGwzUzk1QTJ5aVd2R25mUmREZXZmSFMzcjFwandGazJQN3E2dGhmWFozMkdFQVJraDlBYThrTDRKM0lCNkJRNUEyYzM5cmRSOE1sU2ZKcWtzVFJ0T2VBekV1UytzZ2xCMnBxYXVyU0hxWFFjcEVjVENJNWxQWWNjRDVJa2ppVk5EVWRpS2h1U0h1V2ZKQWZVRGpGbmgveUFncW4yUEpDUGtEaEZGcys1SnU4Z2NKcDczblQ3bllFMVRlZDJOMmx0RWN1U2FKLzJyTkFsaVc1NUkzR3B0enV0T2RJUSs3RVc3K043cVhMU2pyRXdMUm5nZXhyT3BqclVQckx0S2ZJRi9rQmhWVGMrU0V2b0pDS0t5L2tBeFJTY2VWRHZza2JLS1R6TzI4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DQVRQazNHUEJZTUwxa1d0Z0FBQUFBU1VWT1JLNUNZSUk9IiwKCSJUaGVtZSIgOiAiIiwKCSJUeXBlIiA6ICJmbG93IiwKCSJVc2VySWQiIDogIjUyMTI2MzU0MiIsCgkiVmVyc2lvbiIgOiAiMTgiCn0K"/>
    </extobj>
    <extobj name="ECB019B1-382A-4266-B25C-5B523AA43C14-5">
      <extobjdata type="ECB019B1-382A-4266-B25C-5B523AA43C14" data="ewoJIkZpbGVJZCIgOiAiNDk1Mjg5Njc2MzY3IiwKCSJHcm91cElkIiA6ICI2NzkxOTgzNjEiLAoJIkltYWdlIiA6ICJpVkJPUncwS0dnb0FBQUFOU1VoRVVnQUFBN29BQUFPZENBWUFBQUNyclI3akFBQUFBWE5TUjBJQXJzNGM2UUFBSUFCSlJFRlVlSnpzM1hsOFZPVzlQL0RQOXpsblpyTHZJU0VFQ1JBSkJMS3hpaWlMdU85TEMxcVh0dXAxWC9xcjJtcnJ0YmVMdGIxZXRiYlYxaTdYYTIrOUxyVzBWbXRkYWtWQlZCVElBbUV4U0lRQUNTUWgrekl6NTN4L2YyUVNnNmlBQWlmTDUvMTY1WldUbVRNem40a3ltZTg4ei9OOUFD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tpZ1V1OERrQkVSRFEwVGZObFpOVDR1d0lqL0FGTC9UN0wrQXpjZ0dYRUZ4YjFDK0EzQXI4UnNWM1ZzS3NJS2hDMFZZS09xeUZIRVF5N0NIWTdMY0dvN3FSZ1haMHZDS3dLZWYyc2lJaUlCZ01XdWtSRVJKOUx2ajlySERKdG4zKzBVWGUwQ2taRDVDaFJIUTNJU0JHSkF0U29pSUdxRVlpbEFnTlZBeEVqVUtNS0F4RURoUXJVVlJFSHFpNUVYQUZjVlhVZzRvcXFDNGlyMEc2STdsQ1ZiVkRkS29JYTE1VnQ0WEJvNjQ0UFVBdFVCcjMrclJBUkVRMEVMSFNKaUlqMlptZGtGQVo4UGlkZzIrcVhnSjBJSU0rRkZnSm1nakhJVVpVeElzZ0NZSC9XSFJrUmlERVFFWWhJNUdlQmlPazVqbnlwS2xRVmJ1UzdxZ3QxOS83WmRYVi91Y01LM2FrdVBnUlFEV0NUd0MwUFFqYjR1a0l0am1PNlF5R3J1NjZ1dkJ0QStKRCt4b2lJaUFZWUZycEVSRFI4WldkSFp3Y1NSOWsrTTBxQlVWQnJsSWhtS3pCS0JObWlHQVhCQ0VEOC9XOW1qRUY4WEJ6aTQrTVFIeCtQK1BnNEpNUjlkQndmRndmYnRoRVZDTURucytIeitlRHorZUQzK2VEeisrQ3pmWDJYMjdhTmNEaU1VRGlNVURDRVVEaUVVQ2lNVUNpSVlDaU1VQ2lFVUNpRTd1NXVoRUpodExXMW9iV3REUzJ0cldodGJVTnJhK1M0clIydHJhMXdYZmZqenpJRTFUb0Z0Z3RRNHdJN1JLVkd4YWx4d3JvRHJyUGQ3V3Jldm1QSGpvNGorcnNuSWlJNmpGam9FaEhSc0RKbXpLU1I0dmZOaDRWVEJESlZnVmdJWWtRbEJvS1lqNC9TcHFlbFlsSmVIaVpPbklBSnVlTXdJajBkcVNrcEh4V3d0ZzNiMTFPNCtuMitubVBiaGpIbWtHZDNYYmVuS0E3MUZzT2huZ0k1VWd5SFFtRTA3R25FN3QwTmVMOXFNOVp2M0lUMUd6WmkxKzc2ajk5VkdJb09GZTJBb2tPQURnQmxqb3VYWEhUK3EyYlRwdTJIUER3UkVkRVJ4RUtYaUlpR0tpc2xOemMyM3VlTGhWcGpvWEtxaURrVGtFSVJXQUFnSXZENWZBajQvZkQ3L1lpS2pzSzRuREVvbUp5UG9vSXBLSmd5Q1prWkdWNC9qeTlFVmJGcmR6M1dWcTVIV2ZsYVZLeXJ4T1lQdHFDenF3dkI3aUM2ZzBHRVFpR29hdVI4T0lDdUZkSG53MDc0SllpenVkMXgyaHFycWpvNDVabUlpQVlMRnJwRVJEU1VXTm5qSjQrMWZMNlpCanBOZ2NrQ1RGWWdTMFFNQVBoOFBvd2VOUXA1ZWJuSUhUY08yYU95a0RVeXMrOHJFQWg0L1J3T3UyQXdpQjA3YS91K2FyYnZ3T1l0VzdCeDQvdll1cTBHd1ZCUGMyZFZkUUhzQkxBT3FwVXUzRlZobUhkM2JDeXZBdUI0L1R5SWlJZytEUXRkSWlJYTlKTEhqVXRNdE9KT2g1RkZNRklnaW5TRnhvdUlBRURBNzhmay9JbVlQL2M0ekp3K0RTTXpNNUNZRUkvWTJGaFlsdVYxZk04NWpvdjJqblkwTjdlZ2J0Y3V2UHZlR3J6MnhqSlVyRnVQN3U1dW9LZm9WWUcwS3JRZXdEcFg4WFJyeUg1dXp3ZXJtcjNPVDBSRTlIRXNkSW1JYU5ESnpzNk9EdnFTRXZ3QmU1SUZ2ZEpBem9RZ0VaRkdVVEhSMFVoT1RrSlJ3UlNjZU1JOHpEbG1GbEpUVTd5T1BlanMyZE9FRmUrc3hDdXZMa1ZwV1FVYW01clEwZEhSMS9CSzFXMEY4SGRYOVBkV2wxYUVRazB0TlRVMW5WN25KaUlpWXFGTFJFU0RoUmx6OUpROFdOWkNnYzRHNUJnUkdkZDdaV3BLTW9vTEMxRlVNQm1GQlpOUk1DVWZTWW1KaUF6cTBoZWdxbWhwYVVYRnVrcVVyMTJIc29wMVdGTldqdnI2aHY3blZBUHlsZ3Q5QzJIOGEydFYyWG9BKzdTQUppSWlPaEw0MTUrSWlBYThyTno4RXA5bFh5ZkdMSURxS0JHSjZyMXV6dXhaT092MFV6R3RwQWdwS2NsSWlJL25kT1REeUhWZHRMUzJvckZ4RDFhWFZlRDVGMTdFOGhWdjl4dmwxUzRBTzFUeHVndm40VzBiMTc3bmRXWWlJaHArV09nU0VkRkFaR2RObUpCa3VkRlRMUnUzaThnQ1JLWWx4OFhHSWpzN0MyZWRkaXJPUC9jc3BLZWxlcDExMk50ZDM0Qy9QZjhDL3ZiM0YvSGh0bTFvYTJ2dlA3MzVEWFgxSjkxdTUzdTFWVlY3MkxtWmlJaU9CQmE2UkVRMGNPVG4rOGVxbWFldWRTSkVUaEhCWkFDMmlLQ3dZRExtemprV2MyYlBSRkhCbEdIUkhYbXc2UTRHVWJGMkhkNThheVhlZUhNRnlzclg5aGE4WVZWVUt2Q3lDLzNudHE3bTExRmQzZVYxWGlJaUdycFk2QklSa2VmUzh2TGk0OFIvQWNSY0s0b2NpS1FBc1AwK0g0NC83bGg4N2RLTE1INXNEbEpUVStHemJhL2owbjZFdzJFME5EU2k2b010K044bm5zYlNONVlqR0F4Q0ZZNUFHeFdvVnRWSFdrSnR6K3o1NEFOMmJTWWlva09PaFM0UkVYbEZjbktLRStGMzVvc3gvd21Sb3hIWjV6WXhNUUZ6anpzV1g3L2tLOGlmbE1lR1VvT1lxbUxqcGlyOHp4K2Z3R3V2TDBOelN3dUN3V0R2ZFZ0YzFXK2hVMS9kdXJXaW1jMnJpSWpvVU9FN0J5SWlPdUt5c3llbjJMSFdZZ2dXaTVoNUFCQUlCSERzTVRPeGNNRThIRGQ3Rm80YW5lMTFURHJFYXJidndKdHZ2WTFYWDNzRHkxZThqYTdJSHIyQUxuY1ZUemx0NGYrcnFWblg2SEZNSWlJYUFsam9FaEhSa1pPYkd4Z2owUmVJWlc2RllBSVVNU0lpaFZNbTQ5cXJyOENNcVNWSVR1S1dRRU9acXFLcHVSbHJ5aXJ3OENPL3g1cXljcml1cXhCMHFHS0x1bnJ2MW1ETDAxekRTMFJFWHdUZlNSQVIwV0dYa1ZFWWF5YzZ1VDVqM3c5Z3ZvZ1l2OStQMGRsWnVPYmZMc2M1WjV3R20ydHZoNTF3T0l5L3YvZ3lIbnJrOTloV3N4M2QzZDFRVlJmUTVjR3dmQ1BVSEhwLzkrN0tOcTl6RWhIUjRNTkNsNGlJRHFzeEV3cE9FOHQ4SFlxelJDVEs3L2RqeHJRU25IWDZxVGhoL3ZGSVMrWDJRTU5kNDU0OWVPMzFaWGp1aFpmdzlzcjNldGZ3aGxUMU9SZDRkT3VHc3VlOXpraEVSSU1MQzEwaUlqb3Nrc2VOUzB6eXhmMFlJbDlTSUUxRVRQNmtpYmorNmlzd1kxb0pVbE5TT0VXWitxZ3FHdmZzd2VvMVpYajROLytOc29xMVVGVlhJQTB1M0w4MmQ3VjhxNm02dXNucm5FUkVORGp3SFFZUkVSMXF2dXdKK1NXMjhUME1ZS294UnBLVGtuREpSVi9HZFZkZENiL2Y1M1UrR3VCQ29SQWUrZDMvNEgvKytBU2FtcHJncWtMVkxYZlZ1VzdyeHFpVndLcVExeG1KaUdoZ1k2RkxSRVNIekZHNVJaUEZ4aFVpK0twQVV2eCtQODQ3Nnd4OFpmR1hNRGwvSW93eFhrZWtRYVJ5L1FiODM5Ti94ak4vK1Z2UFByelFQYXA0M0ZIbnR6VWIxNVo3blkrSWlBWXVGcnBFUkhSSWpKbFFkSjVZK0JGVThrUmdUY3c3R3QvNTFqZFJYRkNBMk5nWVRsT21nNmFxNk9qb3dOcktEZmpSVC80TDY5WnZnS29xZ0kyaStONldqV1ZQZTUyUmlJZ0dKcjdySUNLaUwwTFM4dkpHeGtuZ3h5TG1xd0FRSHhlSFUwOWFpRy9kY2hOU1UxSzh6a2REUkZOVE0rNzkyUy93L0Q5ZVFtdHJUeU5taFQ0VmRqcHZxZG0wYVFjQTlUb2pFUkVOSEN4MGlZam9jeHVUVjNpQ0dMa0hpdW1CUU1DY01POTRmR1h4bHpEN21KbXdPRTJaRGpISGNmRHVxalg0dnlmL2hIKys5anE2dXJ1aDBEVmhWNzlUczdIOFJhL3pFUkhSd0dGNUhZQ0lpQWFubkx6Q2I0aVkrd0RraVlpNTZ6dTM0YnFycnNEUnVlTzVGcGNPQzJNTXNrZGxZYzdzWTVDVk5SS3ZMbjBEVUdRYUl5Y2xwSTR3elEyNzN2UTZJeEVSRFF3YzBTVWlvb09TUFhseWl1Vllkd2pNL3pOR3JKd3hSK0hCLzdvSFUvSW5lUjJOaHBuTkgyekJOVGZkZ2kzVkg4SjFYVUQxb1c2Mzh6OTJiTnBVNzNVMklpTHlGa2QwaVlqb2dJM0pMWmh0eExyZmlMbEVCUGJaWjV5R0gvM0hkNUYzZEM2YlRkRVJsNUtjakhuSEhZdVdsbGFzMzdnSkVKbHFHYXNvSVhWa2RYTkQ3VGF2OHhFUmtYZFk2QklSMFlFd295Y1VMVEsyK2JVQU13S0JnUFh2dDkrS3E2LzhHckl5TTFua2ttY1NFeEl3ZStZTWpCa3pHc3RYdkczQ1lTZFhSRTZMVDB0dmJLbmZWY0VtVlVSRXd4TUxYU0lpK215NXVZRXhJMFpmWXdrZUZKRVJXU016NVh2ZitUYStmUDQ1aUk2Tzlqb2REWE1pZ2tBZ2dDbjVrekIrWEE3S0t0WkthMXRidklpY2xKaVcyZFdjRkw4YWpZMk8xem1KaU9qSVlxRkxSRVNmS2p0N2NrcXlQK3JIeHNpZFlrejB5UXNYNEs0N2JzUDh1WFBZY0lvR25QSGp4bUxHMUJMc2FXN0dsdW9QL1lBdVNMTDhHVkZKOFN2Ykdoczd2TTVIUkVSSERndGRJaUw2UkNtNXVRbFJVVkUvTUVhdU5jYllYejcvSE54MXg3Y3dibXdPcHlyVGdDUWl5TWdZZ2VPUFBRYnQ3UjFZVjduZWNsMmRhbG4rdFBpTXRPVXR1M2QzZXAyUmlJaU9EQmE2UkVTMGorenM3T2lvcU1RZkNIQ1RaVm5XYVNlZmlPOTk5MXRJVGtyeU9oclJma1ZGQlRDdHBBaTdkOWRqNC90Vm9xNFdpWnI0V0wrMXRMVzFOZVIxUGlJaU92eFk2QklSMFY2eUp4U05zdnd4L3ltQzY2S2lBdWJ5eXk3R0hiZjlQeVRFeDNzZGplaUFCUUlCeko0MUV3cEZ4ZHBLY1J4bnV2SEhqb2xOU24rdmRjK3VGcS96RVJIUjRjVkNsNGlJK21UbTVxYjdiUCs5UnVTU1FNQnZYZkhWUzNEVDlWY2pOaWJHNjJoRUI4M3Y5MlBHMUJLb0tzb3Exb3JqdUZPTWhaejRsTXczV3hycVdyM09SMFJFaHc4TFhTSWlBaUpyY21QdHVBZU15R1cyYlp1TEZuMEp0OTU4QTZLaW9yeU9SdlM1V1phRmtxSkNkSFIwb256dE9xT3ErY1pndEVtS2Y2bXpzYkhiNjN4RVJIUjRzTkFsSWlLTW5EUnBUS3dWOVJzUldSd2ZGNGVyci9nYXZubmpkUWdFL0Y1SEkvckNiTnZHekJuVEVCMFZoWXExbFFnR2c1TURsbDJVbUpyeFZuTkRYWlBYK1lpSTZOQmpvVXRFTk15bDVlWEZSNnYvUDR5WUMyTmlvczFOMTE2Tnk3OTJDWXRjR2xKc3kwSlJ3UlFreE1kajFacFNkSGNIeDRzZ09TbHU1TkttcHRvdXIvTVJFZEdoeFVLWGlHaDRreEZwb3k0M0l0OFJZM3lYWHJRSU4xNzdiL0Q3V2VUUzBHTlpGcWJrVDBKN2V3ZFdyeWtUUUNhcjBZYm1ocnEzdmM1R1JFU0hGZ3RkSXFKaGJQU2t3Z3N0eU0vRm1KZ0x6ajBiMy8zMk4xbmswcEJtak1IVTRrSTBOVFZqYmVWNkM4RHN4TFQwRDV2cmQxVjRuWTJJaUE0ZEZycEVSTVBVbUx6Q0V5ekl3eEJKUCttRStianJqdHVRa0pEZ2RTeWl3ODduODJGYVNUR3F0MjdGNWcrMkJBUnlmRkphWmtWVGZkMW1yN01SRWRHaHdVS1hpR2dZR3AxWGttVkVIaFNSd3ZIanh1TGZiNzhOWTNQR2VCMkw2SWlKaWdwZy9OZ2NyQzR0UjMxRFk2d0lKaVNtWnJ6SzVsUkVSRU1EQzEwaW9tRW1QVDAvTGhCamZnbmc5S1RFUkxubkIzZGh4clFTaUlqWDBZaU9xTlRVRkl3NWFqVCt0WFFadXJxNnM4U1lVUUZMWDJodmJ3OTVuWTJJaUw0WUZycEVSTU9MbFQ0NjZ5RVJ1VGdxS3NyNnlZKytoNFh6NThJWTQzVXVvaU5PUkpBOUtndTU0OGJobFgrOUp1R3dNOUVYSFh0VVUzM2Q4d0Jjci9NUkVkSG54MEtYaUdqNGtKeUpCWmNaSTdmNWJEdnF1cXV1d09Jdm53L2J0cjNPUmVRWkVVSE9tTkd3YlJzcjMxdHRWTjFKU1drajZwcnFkNjMyT2hzUkVYMStMSFNKaUlhSjdBbEZveXd4OTBGazdMeTV4K0hXYjl5SXVOaFlyMk1SZWM0WWc5enhZMUZkdlJYdmIvN0FBSklUbjVUK2NrdmpyajFlWnlNaW9zK0hjOVdJaUlZSjIrQUdCYVpHUjBYaHU5KytCU25KU1Y1SElob3drcE9TY09zM2JrQk1USXdBa205czYxcXZNeEVSMGVmSEVWMGlvbUVnZTBMK1RDUDJmOXUyWmQxNXgyMllkOXl4WGtjaUduQ1NrNU9RbnBhS3BXOHNOK3JxclBpRXRCZGE5dXphNFhVdUlpSTZlQnpSSlNJYTRqSW5Uc3l4amYrM0lyQVdMcGlMYzg0OHpldElSQVBXT1dlZWhsTlBXZ2dSV0piZit1T1l2TUt4WG1jaUlxS0R4MEtYaUdob3MvMElYQzJDU1NuSlNiajBLNHU1THBmb00vajlmbHgyOFdKa2pFZ0hJTGxpY0JNd3plZDFMaUlpT2pnc2RJbUlockN4RXlaUE5vS3ZBL0F0WERBUHMyZk80SDY1Uko5QlJEQ3RwQmduTFZ3QUVWZ0N1V2hNYm5DNjE3bUlpT2pnY0kwdUVkRlFsWnNiU0xJRHZ4V1k0dnhKZWJqdkp6OUVURXlNMTZtSUJqd1JRV0hCWkt4NGF5VjIxemZFd2Nqb3B2cjRQd0dOanRmWmlJam93SEJFbDRob2lNcXhvNzhHTlNmSHhFVGpQNzc3YmFRa0ozc2RpV2pRU0UxSndUMC91QXN4TWRFQVpPSFlpYkgvNW5VbUlpSTZjQnpSSlNJYWdySW1URWl6eFArRWlDUis2ZHh6OEtYenpvSFBaM3NkaTJoUVNVNU9SbE56TTByTEs0d0NNd0tKY1krMTc5blQ3blV1SWlMYVA0N29FaEVOUGNabnhTd1dJQzB4SVFFbm43Z0FVVkVCcnpNUkRUcTJiZUdVRXhjZ0xUVUZJcEljWThkK2xZTUVSRVNEQXd0ZElxSWhac3lZU1JuaTZtSUYvTG5qeDJIbTlLbHNRRVgwT1lnSUNxWk14dVQ4U1ZCVlMwVXV5SmxZUE5yclhFUkV0SDhzZEltSWhoaU44aDhQd1hIR0dMbnk2NWNpT2pyYTYwaEVnMVowVkJRdXVXZ1JqREVDWUlhNjdvbGVaeUlpb3Yxam9VdEVOS1RrQm96Z0xoR1JtZE9uWXVIOHVWNEhJaHIwNWg4L0I3Tm56WUNJR0JGOEU0RGY2MHhFUlBUWldPZ1NFUTBoMlVkSFh3QmdrbTFiK01ZTjE4SzIyWUNLNkl1eUxBdmYvdWJOc0N3TEVKbDRWRjdSSXE4ekVSSFJaMk9oUzBRMFpPVDdiZHZjSmlKbXhyU3BtRFJ4Z3RlQmlJYU1DVWVQeDV6WnN5QWlZZ1RmQmZJNXFrdEVOSUN4MENVaUdpSnk4dXdUUkdWY2RGUVVUanZsUk1URnhub2RpV2pJOFB2OU9QTzBVeEFiR3dNQmNrYm4yYWQ2blltSWlENGRDMTBpb2lFaDM2K0NoUXFOeTh6TXdJa0w1c01ZdnNRVEhTb2lncm5ISFl1eFk4WkFnWUFObklMY1hPN2JSVVEwUVBGZEVCSFJFSkE5d1pjdUtuTkZ4Q3ljUHhlWkdTTzhqa1EwNUl4SVQ4UGM0NDZGaUlnYU9XWTBvcks5emtSRVJKK01oUzRSMFJEZ001Z3NnaUlBT1Blc003eU9RelJrblhIYXlRQUFVVXcyUHF2UTZ6eEVSUFRKV09nU0VRMEJEbkFSUkFJVEp4eU52QW01WHNjaEdySW01STd2K1RjbUVnQndudGQ1aUlqb2s3SFFKU0lhN0xLeVlneXdHQURPT2Z1TW5pMVFpT2l3c0N3TGl5NDRGK2g1RTNVZXNyT2p2YzVFUkVUN1lxRkxSRFRJSFJXWDltVVJpWTZMaThWSkMrWjVIWWRveUR2OWxKTVFGeGNIUU9KeVlwTXY5RG9QRVJIdGk0VXVFZEVnSjRKRkFKQS9NUStwcVNsZXh5RWE4aElURWxFNEpSOEFvREFYZTUySGlJajJ4VUtYaUdnUUd6dDJTb2FJS1JZQVJZVUYzRHVYNkFqdyszMllOV01hUkFSR1pFYldoQWxwWG1jaUlxSzlzZEFsSWhyRTNDaDd1Z0J4OFFueEtDa3E0UHBjb2lQQUdJTXArZmxJVGs0Q29BRWZvby8zT2hNUkVlMk5oUzRSMGVBbGNOMWloY2FsSkNlanVMREE2enhFdzBiK3BBbklIREVDQ3ZqRTZBd0E0blVtSWlMNkNBdGRJcUpCS2lVM04xN0U1SXVJS1pnOENaa1pJN3lPUkRSc1pJd1lnYndKdVJBUkE4akVvNDRxU1BJNkV4RVJmWVNGTGhIUklCV05tQVJBOHdEZ21Ka3p2STVETk94ODlPOU94cmwybU90MGlZZ0dFQmE2UkVTRGxBVkpGR0FDQUV6T24raDFIS0poSjIvQzBRQUFnZWJZbG84dHo0bUlCaEFXdWtSRWc1U0lrd2VSZU11eWtIZDBydGR4aUlhZHZLTnpleHJBaVNTNlJvNzJPZzhSRVgyRWhTNFIwU0FseHN3RGdFbDVFeEFJQkx5T1F6VHNCQUorVEpxWUJ3QXdSbzcxT2c4UkVYMkVoUzRSMFdBbG1Ba0FoUVdUdlU1Q05HeE5MU3JzT1ZBdDhUb0xFUkY5aElVdUVkSGdKQkNaQ0FCRkJWTzh6a0kwYkUwdGlSUzY0TlJsSXFLQmhJVXVFZEVnbERabVVxWkFrb3d4bURKNWt0ZHhpSWF0NHFKQ0dHTWdndFFSWTZka2VKMkhpSWg2c05BbElocUVZZ0srZkFCSVNVNUdTakszN3lUeVNrcHlFdEpTZXhvdVI5bFM0SFVlSWlMcVlYc2RnSWlJRHA3QVRBU0FVVm1aQ1BqWmlBb0ExcTVkaTl6Y1hFUkZSZlZkdG1YTEZyenh4aHM0NDR3emtKYTI3emFudi8vOTd6RnYzanprNWc2TXJ0V1ZsWlZvYW1yQ3hJa1RrWkt5LzkxcWxpeFpnbTNidGlFOVBSMXBhV21ZTVdNR2twT1Q5M3U3RjE5OEVSVVZGVWhMUzBOcWFpcm16cDJMcEtTRCs4Q2tycTRPRFEwTlNFOVBSMHBLU2svMzRXSElzaXdjTlRvYnUzYlhBMFltQS9pbjE1bUlpSWdqdWtSRWc1UFJpUUNRbVprQnY5L25kWm9CWWRXcVZWaXdZQUcrLy8zdlk5ZXVYUUNBTVdQR1lNbVNKVGo3N0xQeDJHT1A3WFgrbWpWcjhQREREMlB4NHNXNCtPS0w4ZVNUVDhKMTNjT2FzYUtpQWkrODhNS25Yajl5NUVqODlLYy94Y2tubjR4cnJya0daV1ZsbjNsL3ExZXZ4aC8rOEFmY2Q5OTllTzIxMStEMyt3OG9SMVZWRlo1ODhrbjg4cGUveEpvMWE3QnQyelk4L1BERGVQYlpaN0Y3OSs0RHVvOWx5NWJoMGtzdnhhbW5ub3F6eno0YjY5ZXZQNkRiRFRXV1pXSFVxQ3dBZ0JISjl6b1BFUkgxWUtGTFJEUUlDWkFGQUhHeHNjTjJKTzNqTHI3NFltUm1adUp2Zi9zYkxycm9JbXpac2dYR0dKeDU1cG5vN3U3R3ozLytjL3poRDMvb08zL0praVY5eC9IeDhaZ3padzZNT1h4L0Z0ZXZYNDhiYnJnQi8vN3YvNzVYanY2U2s1TngvLzMzdytmejRkMTMzOFdWVjE2SmYvempId2QwLzhYRnhZaU5qVDJnYzIzN293bGRreVpOd3BRcFU5RFEwSUFmL09BSE9QUE1NL0hrazAvdWRmN1RUeitOSlV1VzRMWFhYc1BhdFd2M3ViOFRUendSa3lZTno3WGlSZ1FKY2ZFOVA0aG1lNTJIaUloNmNPb3lFZEVnSkVBR0FFUkhSeC9XNG13d1VGV0lDR3pieHFXWFhvcTc3NzRiVFUxTitQblBmNDRISG5nQXMyZlB4cTkvL1dzQXdEUFBQSVBMTHJzTXUzZnZ4c3N2dnd3QVdMQmdBZTYrKys3UDNJdDQ2ZEtsZU9hWlo3NVF6cnE2T3JTMXRRRUFIbnp3UVhSMWRlR3FxNjdhNTd6eDQ4Zmp4aHR2eEgzMzNRZlhkZkdUbi93RUo1MTAwbDdGNlJmVi83NWMxNFdJNEk0NzdrQmxaU1UyYmRxRSsrKy9IK2VlZTI3Zk5QREhIbnNNdGJXMWlJMk54ZmUrOXoxTW1jSk8zNzFFQkRFeGtlbnlLaU85emtORVJEMVk2QklSRFRZNU9WRUFFZ0FnT2lwcTJCZTZiNzc1SmtRRWMrYk13Y2tubjR5Nzc3NGJBUHFLeXFPT09xcnYzQkVqUmdBQUhuLzhjWVREWVZ4KytlVzQ5dHByWVl4QlRVME5Ta3RMY2VhWlorN3pHUFBuejhmOCtmTy9VTTRsUzViMFpTc3NMTVNpUllzKzlkeEZpeGJocWFlZVFrMU5EVG83T3hFTUJnOXBvUnNkSGQxMzdEZ09FQ2wrYjd6eFJ0eDQ0NDBZTzNic0owNkRqbytQeDhLRkN3OVpqcUZBUkJBVEhkUDdZd3FRN3djcWc5Nm1JaUlpRnJwRVJFZkF4SWtUVXkzTFNsNjNibDNWRjcydkRDc2hRUUdmQUlpT1pxSGIyTmlJbFN0WFlzNmNPWWlMaThQMTExK1Bzckl5WEh2dHRRQ0FoSVFFUFBUUVExaTNiaDNPT2VjYzFOZlg0NldYWHNLRER6Nkk0NDQ3RGdCUVUxT0RxNjY2Q25WMWRhaXZyOGZYdnZhMVQzeXNjRGpjZDN5d2hXZFhWMWZmY1dabTVtYzJmN0p0RzNmZWVTZWVldW9wekpzM0R6RXhNWjk2N3VmUnYyRlZhMnRyMy9HeHh4NkxmLzd6bjNqNTVaZng0SU1QNHJycnJ2dk1rVzdxS1hUN2ZYQmdaNHkzaytvMlk1ZTNxWWlJaUlVdUVkRVJFQWdFSmhsalhpNHBLU2xWMWFjY3gvbVhiZHUxYTlhc2FRVGdITXg5K2VBa0FMYmZHSU9vUUJSRTVQQUZId1JlZXVrbHJGNjlHaDBkSFgyWFdaYUYzL3ptTi91Y3UyN2RPaUN5TG5YSmtpVjk2M1EvL1BCRDFOWFZBUUIrOFl0Zm9MbTVHVGZmZlBNK3QzLzU1WmZ4eTEvK0VuVjFkWWlOamNYSWtTTXhmdng0VEo4K0hRc1hMa1JpWXVLbjV1enM3T3c3N3Q4WitwTnMyclFKZDk5OU4rNjg4MDVNbno3OWdINFBCNk4vUitmbTV1YTlybk1jQnc4Ly9ERGEydHF3WXNVSy9QU25QejNranorVWlBZ0NVUUVZWStDNGptVnJNQWxnb1V0RTVEVVd1a1JFUjRDSUtBQkxSR1lET01hMjdYb1JXVjFTVXJKU1JGWjJkM2V2V0xkdVhlTUIzWmZmaW9LS3NTMEwwZEdmWFRBTmRVOC8vVFRlZnZ0dHBLV2w0Zjc3N3orbzI3YTF0U0UyTmhZaWdtdXV1UWJWMWRVQWdKTk9PZ256NXMzN3hOdWNmdnJwT09ta2svRE1NOC9nMTcvK05hcXFxbEJWVllXWFhub0o5OTEzSHk2NjZDSmNmZlhWOFBuMjdZVGR2OUR0UDNVWUFKNTg4a204K3VxcmZUOXYyclFKYlcxdHVQNzY2L0dkNzN3SDU1eHp6a0U5dDNBNGpIZmVlUWR6NXN6NXhPdjdGN3FWbFpYNHpXOStnNTA3ZDJMMzd0M283T3pFcEVtVGtKV1ZoVkdqUmczN0dRTUhJaW9RZ005bncrMXlER3dyK2dCdVFrUkVoeGtMWFNLaUkwZlJVL1FLZ0hRQXB3QTRDVUM3Mys5dkxpNHVYZ3JnRDZXbHBhOEJDSC9hblpoUTJDYyt2N0hzNFYzby92YTN2KzFyTXBXVmxYVlF0NjJ1cnNiTk45K01nb0lDWEhubGxYanZ2ZmRRVWxLQ2E2NjVacjhqcUQ2ZkR4ZGRkQkZPUHZsay9PeG5QK3ZiTHFpcnF3dVBQdm9vTm16WWdBY2ZmSENmYnRqOVI1dy9QaFg1d2dzdnhJVVhYdGozODZtbm5vcTJ0amFFdytFRDJoZjM0eDU3N0RFOC9QRER1TzIyMi9ydTk1VlhYc0Z6enoyM3p4WktUVTFObURGakJyS3lzcENlbm82Ly9lMXZtRGx6NWtIL1RvZXpxRUFBdG0yakcwRXhJdHp2aTRob0FHQ2hTMFIwWkdoa1ZCZXEydjl5bzZyeEFPS05NWmNBdUtTa3BLUUd3Rk1Bbm5NY1ozTkxTMHQ5ZFhWMTN3SlAxL2h0bzJvc3k5cnZGTmloN1BISEgrODdQdi84ODdGczJiSlAzYmJuNDNwSFRHdHFhdkRXVzIvaG9ZY2V3cXhac3c3cThWTlRVL0hESC82d3IydHpVMU1UQU9DdHQ5N0MwcVZMOTJuYTFON2UzbmQ4b0d0dWpUR1lPM2N1d3VFd2dzRjkreHYxTnBJQ2dGQW9oSTZPRHV6WXNRTy8rOTN2QUFEMzNuc3Znc0VnTHJ2c01zeWJOdzhMRnk3c0c2RmRzR0FCV2xwYTBOVFVoSktTRWdCQVEwTURmdlNqSDBGVk1XUEdERngrK2VXWU9YUG1RZjFlaHFOQVZLQjN6VFlMWFNLaUFZS0ZMaEhSd2ZQbDVPUllNVEV4ZGtkSGgrMzMrMjIvMzI5WmxtVUhnMEhidG0zTHNpekxkVjJqcW1MYnRuRmRkNXlxU3U5NjJ2N3JhbnNMMzM0RmNMYUkzQUxnZXR1MjMwOU9UbDZUbEpTME5oUUt2Ynh1M2JweVk4SStoUjJadWp4OFowbmVmUFBOZVBiWlozSEtLYWZnckxQT0FnQWNmL3p4KzczZEk0ODhndFdyVi9mOW5KT1RzMWZCZUxCT09PRUVGQllXNHZiYmI4ZWFOV3VBVDFqM2luNWRvQUVnTGk3dW9CNWp5NVl0K05XdmZyWFA1ZXZYcis4N2Z2NzU1L3VlMSt6WnMvc3VyNnlzUkZ0YjJ6NlBPVzdjT0pTV2xxS3RyUTIxdGJYSXpNekUwcVZMKy80L0hEVnFGUEx6OHc4cTUzQVZGUWpBWjl0dzRScWZ1Sk9MaW9yaWpUR3U0eml1TWNZVkVkZDFYVmVhVVZmNkFBQWdBRWxFUVZSRVhCSFIzc3Q3enhFUkRZZkRyakhHdFN6TDdUME9oOE91WlZtTzY3cmhVQ2prQkFLQnNLcUdPanM3blk2T2p2Q09IVHZDQUVLOXMwV0lpT2dqTEhTSmFLaXl4bzBiRnhjVEU1TmdXVmFDcXNZWll4SlVOVjVFNG8weDhhb2FwNm9KSWhJdkluR3U2OGFLU0FDQUQwQkFWZjBBL0FEOEl1SUgwRHNNSjcwVmExUlVsS2lxOUd4dEM0bU9qdTZ0WU1VWWc4aDFNTWI0SXZlMWo5Nml0LzlJYjJSdjJDZ0FCUUNtaUVqSTcvZmZXbHhjdkNuazZJcjJzR3NzeTBMME1CN1JQZSs4ODNEZWVlY2QxRzMrK2M5LzlqV3BPdWFZWTNENTVaZGoyclJwWHpoTFdsb2FmdldyWCtHUlJ4NkIzKy92Szd4N05UVTFZZWZPblgwL3g4ZkhIOVQ5SDMzMDBaKzRCdm5PTysvRVAvN3hEeUR5KzFpOGVQRUIzK2VrU1pOUVdsb0tSQXJtek14TXZQTEtLMzNYWDNycHBRZGRrQTlYZ2NqVVpWR1ltQ2pmcFVha0FEMU4wZnIrVWZjNzF0Nk8zYXFxa1JGMmphenJWa1M2Ym91SVJxYS9xNnFxeitmcnUzMUNRb0ltSkNSb1JrYUdSbTZqQUpvQnRLcHFLNEEyRVdsVjFWWVJhVlBWRmdEdHF0b2lJcTNHbUZiWGRWc2R4MmsxeHJTMnQ3ZTNWbFZWdFFGd1FVUTBSTERRSlNJdm1kemNYSjlsV1g0UjZmM3lHV044MGpQOXoyZmJkbHhrUFd1NmlDUzRydHRibUNhb2FsemtlM3h2QVFzZ0hrQzhpT3gzYnFpSTdEV3krdkdtTy92cFp1ejB2Z0VGNEVhbUpXdmtNamR5Ky83VGxUK3pvOC9IcGpOLzBtVXFJdDJxR2xMVnp6LzhPQXk5OWRaYmFHcHFndXU2K1BHUGY0eHp6ejBYbDE1NktYSnljZzdwNC9oOFB0eHd3dzE5UDIvYXRBbkxseS9Ic21YTFVGZFh0OWZVNWMvYVd1aElLU29xd2hOUFBBRUFXTFpzR2NhT0hZdDMzMzBYQUhEY2NjY2Q4dC9QVUdhTTZYbTlFQ2dVRGdTOTg4eWwzL2YreCtqM0FSbjZmM2pXLzdMZWN5TFhTZVIxcFBkMkpuTGRYcTh0L1YrM1Bta0dTZi9NdmE5NUNRa0ptRHAxS2xTMUxWSVk5eStVVzFXMXQxamVBNkJlVlJ1TU1iM2ZXeU9qeXFHdXJxNGdnS0NJQkMzTDZpNHZMdzlHcmlNaU91Slk2QkxSNFdRbVRweVk3UGY3MDR3eHFjYVlWTmQxVXdBa2kwZ0tnR1FBQ1pGaU5TRlNwTVlCaUkxOGo0dU1wSDUwaC8ySzBmNXY0ajZsS08xUzFVNEF2VjlkSXRJRm9GTlZ1d0IwaWtpWHFuYXBhcWVJZEl0SUdFQllWY09SWWpha3FrN2s4djVGWnUvbGpxbzZ4aGluLzg4aTBqY2xNVklBVHpERy9BREFYa093bjFUZzludHVqcXB1QXJCVVZWZUh3K0YzS2lvcUtuTnlDMmZBbHNzY3gwRm52NzFaNlpQOS9lOS83eHYxTENrcHdmWFhYNzlYMStGZVAvemhENUdYbDRkRml4Wjlyc2RwYjIvSHlwVXJzV0xGQ2l4ZnZoeTdkdTFDVWxJU0xydnNNaXhldkhpdlVkN1Ayb2JvU0prK2ZUcU1NWEJkRjh1V0xkdHJYK0Fycjd6UzAyeURUVmQzTjhMaE1CVFFqczd3by9HeHZpcFZOYW9xcHVkRlN4ekhNWlpsaWFwSzczV1daWm5lbjEzWEZXT002UzF1ZXdaN2piaXVheGxqTE5kMUxSR3hSS1Qvc2UyNnJoVXBmR01qczBDaVJTUktWYU0rOWowYVFKU0lSS3RxMU1lT1l5SWZOUGErN2dJSDhCb2J1U3lzcW0wQTJnT0JRQXVBWmhGcGNWMjNxYVNrcENWU09OZXBhb09JTktwcWcrTTREYlp0Tit6WnM2ZXhmLzhCSXFKRGlZVXVFWDFodWJtNWdkalkyRnpMc3NhcDZ0R3FPbDVFeHFucVdCR0pGUkU3TWgzWWpoemJJbUtycXVrZHhmaTAwVk5WN1Fhd083SXY1UjRBemFyYVlveHBWdFdXeUNoRE00Q20zaWw2cnVzMlc1YlYydDNkcmJadHU1Wmx1ZDNkM2E1dDI2N1A1M083dXJwY244L250clcxdVpabGFTQVFjQnNiRzkyb3FDalg3L2NyZXJaLzBWV3JWdldmRnFoZlpCM2MxS2xUajRrVXdMM1BhNTl6K3YwT3VselhmUWJBSDRMQllFVkhSMGZUWHMyb2JBMVpJbTdZY2REVnlmZUlCNk93c1BBVGk5em5ubnNPZi8zclg0SElldGhiYjcxMW42N0pINmVxMkxCaEE5NSsrMjJzV0xFQzVlWGxDSWQ3bW1VbkpTWGgrdXV2eDRVWFhvaVltQmlFdzJIczJiT243N2FmbE9GSVMwNU9SbEZSRWRhc1dZUEd4a2I4NVM5L0FTSk5xZ29LQ3J5T042aDBkM1VoRkE3RHdMZ2hvMVZyMXF4NXk0TVlCb0RKejg4M0hSMGRKaGdNbXJTME5PbnU3amFoVU1qRXhzYWFVQ2hrb3FPamplTTRFZzZIVFNBUU1JN2ptTWl4QklQQkpOdTI0M3RuenhoajRqODJreVpOUkRKYzEwMEhrRzZNeVk2OG5pY0JTQUl3cWkvTTNqTmtnc2FZY0tTYmZOaTI3VENBY0VwS1NqZ2xKYVZCVmJlcDZqWUExYTdyYm5KZGQ5M2F0V3VyRDNhUGNTS2kvbGpvRXRFbnNjYU5HeGVYbUpnWXE2cXhJaEtqcXJHUmRhMFRBSXdSa2RHcW1nTWdSMFJHOU42dy95Zi9JZ0pWRGFwcVIyVGt0RVZFdWlNanF0MlJFZGVkcWxwcmpLbFYxVnBWYlZEVjNhN3Ixb3RJWFhsNWVmdG5CUjBzd3VId1h1djEraFc4R3BrYVdLT3FsYXI2bDdhMnR1ZXJxcXBhUHUyK0hOY05XNWJsT282THJ1N2hXK2orL3ZlL1IzbDUrWDdQMjdoeFk5L3hxNisraXMyYk4rOXp6bnZ2dmRkMy9QVFRUOE8yYmR4eXl5MzduTGRqeHc2c1hMa1M3N3p6RGxhdVhOblhhYmxYZW5vNkxybmtFbHh3d1FWN05RcXJxNnZiNjhPTjFOVFVBM3lXaDllcHA1N2ExMERMZFYwRUFnRjg0eHZmOERyV29OTTdvZ3RBRmRpM1BmYVI0UUp3S3lzcit5N1lzV1BId2Q3SGh3ZDdnL3o4L0RnQUtUNmZMMVZFc2dDTWpIenZQVTZKekdTSkFoRGQrejB5ZWh3QWNKU0lsUFMrSnZZV3lDVWxKUjBpOG9HcWJsYlZUY2FZS2xYOUFFQlRPQnh1NjdlMitGTmZLNGxvZUdPaFMwUW9LQ2hJTnNia0FCZ2IrVDVHUkRJamEyTlRSQ1JGUkZJajA5djZidGZ2MklsTVM5dWxxblVBNmxSMWw0alV1YTdiYUl4cGRCeW5SVldiYmR0dWNSeW5wYXVycTJYanhvMXR3NmhiYU45NjNYN1QvU3BGNURWVmZjZDEzVlZsWldWVkI5SU14bklSVXFQcU9BNDZodkdJN2hWWFhIRkE1L1Z2MkxSdzRVTGNkTk5OQi8xWXYvdmQ3L0Rzczg5K2F1RXdmdng0WEhMSkpUajk5TlAzbWdMY2ErdldyWDNIYVdscGlEUWVPbWd0TFMySWlZbjV4TWY0UEU0NzdUUTgrT0NEZlh2OFhuYlpaY2pPenU2N1Bod09vNzYrL3BBODFsRFczZFdOY0NnTVFOWDFydEQxUkdWbFpSdUFOZ0JiQWF6NStQWDUrZm4rUUNDUTJOM2RuV2haVm9LSUpJcElvcW9tUnBhdHBFYit2cVFDU0l1TUNvOFNrY1JJSTc0cC9UNDhkUURzc1cxN0Y0QmRjWEZ4dTZaT25ib2o4aUZwamVNNDIwUmtXMGRIeDQ2cXFxcHVMMzRmUkRSd3NOQWxHbjU4UlVWRlU0d3h4NmpxVEFBempER2pWZFdLVEVHeklzZjdUQ2xXMVc1VmZWOUVOZ0hZQ0dDRDR6Z2JmVDdmaHZiMmRqY1FDTGd0TFMxT1RFeU1XMWxaNlVTS3R1RlN5QjZvVmdELzI5M2QvUnZMc3FyS3k4dTdEbnA2bnBndWlEaU80NkNMYTNTUGlQSGp4Mzlpa1R0NzlteGNmUEhGZTIzbjgwbjZqeUtQSGozNm9COS82OWF0ZU9LSkp4QUtoWERISFhjYzlPMC9qYy9uUTJwcWFsK2h1M1RwVWx4NTVaVjloZlFMTDd5QTNOemN2dk1Id3RyaWdhaXJ1eHVoY0JncWNCRjBPNzNPTTVCVVZsWUdJOHRQZG4vS0tSS1pjbTExZEhTWWhJUUVxNjJ0elk2TGk4dTBMR3VLcWhZQUtCYVJRaEU1Q2tDYWlLUUJ5UDlZQWV6NGZENEhRRGcrUHI2N3BLUmtIWUMzVmZYdDF0YldGWnMzYjk1MVJKODRFWG1PaFM3UkVKU1RreE1WSFIyZEhCMGRuZVM2YmpLQW8wVmttb2lVcUdwQjVKUHl2VVprQWJRQXFPOWQ3d3JnQXdCVmp1TnNGWkVQd3VIdzFyVnIxMjd6OUlrTllxRlFhS3N4NXNLMnRyWlh2K2hJUTFpNlcveUlDVHFPZzg3T3J0NnRpQTVkV05ySGdnVUxVRkpTZ2pWcjFpQTJOaFpubkhFR0xyendRb3daTSthQWJ0KzdqUTk2MXJUdjkveGdzR2RRVUZWeDg4MDNZL255NVRqdHROUHcvZTkvZjc5cmh3L0d2ZmZlaTIzYlB2cG4vZjc3NytOblAvc1picjMxVnJpdWk4Y2Vld3lQUHZvb2JycnBKaVFrSkdENjlPbUg3TEdIQ2xWRmQzY1FqdU5BRk9Hd2RPKzdpVEo5RmdYZ1JENGM3YTg1OG9IcW4zc3Z5TTdPams1T1RzNzErWHo1QUhJalMybHlJdXVIKzNmZlR4R1JlUURtaVFnU0V4TlJVbEpTQzZBVXdEckhjY3FOTVpzZHgya1FrVWFmejdkbjFhcFY3QTVOTk1TdzBDVWFHcXppNHVKeEFDWkh2c2FMeUdnQW8wVWtXMFJpZTArTXJKdHRFcEV0cXJvRlFMV0lmQUNnRnNBTzEzVjNOalUxMWJJVDVxRzFmdjM2blFCMkhzQ3ArN1ZqVTN4enpzUndFQ0xvN3U1bW9YdUUzSExMTFhqNjZhZHgyMjIzSVNabXY3dFg5V2xvYU1CYmIzM1VtMmp5NU1tZmVxN2pPSGpzc2NmUTNOeFRLNmtxbGk5Zmp2UFBQeDkzM0hISFBsdGdmUkYvL09NZnNXVEpFc3lZTVFNelo4N0VRdzg5QkFCNDRva25FQmNYaC9UMGREUTBOQ0FoSVFHbm5ITEtJWHZjb1VaVjBkSFpNeUt1UUxpMnFxcHB2emVpejZXbXBxYXpwcWFtQWtCRnY0dXRvcUtpVEFBakxNdktVTlVSQUVhcTZsZ0FPUURHUm9yaFRBQ25BamcxMGkraDNiYnQzZ1pZSDVhVWxGU3A2dnB3T0x4eDdkcTFXN2luTU5IZ3gwS1hhSkFxS1NsSlY5WDVJbktxaU15UC9ISDNSYm9hOXczNVJBcmIzYXE2UFBMMXBxcHU4dnY5M1YxZFhlSElwK2pzYkRtb3JBb0J4YzBBME5uVkJjZDFEMmtCTkppOSsrNjcyTE5uRCtMaTRoQVRFNE5BSUlEdDI3ZjNYZjlGUmtNblRacUU3MzN2ZTU5NXp1Yk5tL0hYdi80VnpjM05TRXhNaEczYldMcDBhZDhVY3hINXpHbk9Jb0lWSzFic2RkbmxsMStPNjYrLy9uUG4vaVIvL3ZPZjhjQUREK0M4ODg3RHQ3LzliZGkyalhmZWVhZXZLZGR2Zi90YklQS2NlOVhYMTZPaG9RR3hzYkdJaVlsQlhWM2RYcm1IcTU1Q3QrZS9yd0tOM0RmMmlIUEt5c3EyQTlqZTd6SUJZT1hrNU5nSkNRbVdxdnB0Mnk1VTFaa2lNaFBBck1nNjRFa0FKa1dhQWpvaUV2YjcvYUdTa3BKbUVmbUg2N3AvcjYrdmY3bW1wb2JUMFlrR0lSYTZSQU9mUFdYS2xGUmpUSHFrV2RUeElqSWZRSkV4eG85STUxNEE3WkZSMlFaVjNlNjY3aG9BcGFwYVdsNWVYczIxc2tPTW9BNEF1anE3NERvdVg4MGpwazJiaHMyYk4yUEpraVY0NXBsbjRMcDdEOHFrcGFVZDFzY2ZQMzQ4YnJubEZtemN1QkYzM25rblB2amdnNzJ1bno5Ly9tZG1NTWJnKzkvL1BoWXZYb3hRS0lUdmZ2ZTdPUHZzc3c5cHhsLy8rdGY0MDUvK2hIdnV1UWNubjN4eTMrWDMzSE1QdnZyVnIrNjFGbm5idG0xb2FXbEJRa0lDb3FPanNYMzdkanowMEVPb3JxN2U2ejRURWhJT2FjYkJSRlhSMmRGVEI1bEROR3VEdmpBRkVLNnVyZzVIZm00SDhIcmtDd0Jrd29RSldURXhNZE5GWkJhQUlsWE5FcEVVVlUySk5NVDZOMlBNdjZXbnA0ZlMwdEpXQTNoZFZaZUpTSTJxN201dmI2OW53eXVpZ1kxdmpZZ0dvT3pzN09pVWxKUWlZOHd4SWxJTVlKeUk1QUFZMmZ2dk50SVlxaHhBR1lCU0VYbmZjWnlhOXZiMm1xcXFxazlyK2tGRGhPdTYyeTFqME5iZURzZmxnSHd2WXd5T1B2cG9mUHZiMzhhb1VhUHd3QU1QOUYwWEZSV0Z1WFBuSHBFY2VYbDV1UDMyMjNIVlZWZjFYWmFkblkzYmI3OTl2N2NkTldvVXZ2bk5iNktycSt1Z2l0ejlqYW8yTlRYaHh6LytNZExTMHZDWHYveGxuK0kwSlNVRnYvakZMM0RkZGRmMWpkYTJ0YlhoeFJkZnhLSkZpeEFiRzRzVFRqZ0JNMmJNd0Jsbm5JSDI5bzkyL3BvMWE5WUI1eHhxVkJVdHJUMDczS2pJMXYzZWdBWUMzYlJwVSs4bzhMTUFyQ2xUcHFTSlNMWnQyNk1BNUxpdU8xTkVwb3JJaEVneFBFdFZid093eXhoVG5aQ1E4T0hVcVZQTFZYWFpuajE3Vm5LNUQ5SEF3MEtYYUFBcEtDaVk2UFA1cmxIVjh5UE5OUHlxYWt2a0hheXFkZ0o0UlVUKzZqak9Dd0QyaE1QaFVHVmxaWWdqdHNPTEFwc0FvTFp1RjRMQklHTDY3ZGxLUGM0NTV4dzg4TUFEOFBsOG1ERmpCcTYrK21xTUhEbnlpRDMreElrVDRmZjdNWExrU015Yk53OWYvL3JYRDNqazgvenp6eitnODBRRVNVbEptRHQzTGhZdVhQaVo1MjdZc0FHMzNub3JSb3dZOGFubjVPVGs0UEhISDhkUGYvcFR2UHJxcXdDQXVMaTR2YzZKajQvSDlPblQ4ZnJycjJQa3lKRzQ2cXFyUG5QZDhWRG5PQTYyNytnWnlIVmRkNFBYZWVoemNkYXVYVnNIb0E3QUtnQ1NuNS92czIzYkZ3cUYwcUtpb2s0SGNBNkErU0tTQVNBak12MzVmQkVKSmljbnR5VW5Kei92dXU0Znk4cktYdWY2WHFLQllmZ3VxaUh5MkxScDAzeWhVQ2pER0RNR3dIeGp6SGtBcHFHbm9IVUJORWYycGQycHFpdEZaR2wzZC9leXlKNkZOTXhsNTA2WjcvUFpyMldNU01lelR6K09FU1BTdlk0MElOWFcxbUxFaUJGY3cvdzV0TFcxSVJ3T0l5a3BhWi9yYW1wcVlOczJNak16UGNrMmtMUzF0K1BrTTg5SGJkMHV1SzY3OE1PTjVmL3lPaE1kSHJtNXVZSDQrUGhqQU13RE1CdkE2TWhNcStSK0gwanZVdFVYVlBVNUFCdGQxOTFSVVZIUnhBK2ppWTQ4RnJwRVI5aVVLVk15Yk5zK1VVUVdBQ2dVa1lrQTR0SHpCN0lwc2c3b05WVmRMeUpiMnRyYXRuSWRFSDFjWm01dWVyUXZicGN4QnMvLytRbE16SnZnZFNTaVlXbHJ6WGFjY09yWmNGMFh3WmF1dE8zYk56UjRuWW1PQ0ZOY1hIeFVaUHUrU2FvNlIwU09BekF5VXZTR1ZiVkdSRGFxYXFucnV2OEtoVUlyK0dFMTBaSERRcGZvQ0preVpjb2t2OS8vLzFUMVhBQUprUTdKSnZMSDhCMEFqelkwTkN3eHhuUldWMWQzODlOZjJwK3hFNHQzUTVCMjc0OS9nQXZPUGN2ck9FVEQwbk12dklTYmI3MGRxcnE3ZWtQWnA4OExwNkZNY25Oei9aWmwrUU9Cd0h6THNxNFFrVk1BUkVVNk9yc0FncXJhQ09Bdm9WRG9QN2t2UGRIaHh6VzZSSWVITldYS2xDeGp6TkdXWmMwSGNMYUlGS0ZuVFYybnFuNEFvTkoxM1g4QmVLRzB0TFI2LzNkSjlER2lHd0E1cnJTOGdvVXVrVWRXcnlrRmVqNlpmTi9yTE9RWmpjeTg2Z2J3SElEbjh2THlzbUppWWs0VWtaTUE1QVBJRlpGUkFHN3crWHpYbFpTVUxGZlZKYXI2bHV1NjcxZFVWT3p4K2trUURUVXNkSWtPc2VMaTRtTUJuQ01peDRqSVpGVk5FUkZSMVRvQUw3bXUrNHJqT09XTmpZMVZPM2JzNlBBNkx3MWVyb04zaklYajFwU1ZleDJGYU5oNmQ5V2Ezc05WM2lhaGdXVGp4bzA3QVB3QndQOU5uVG8xeDNYZHlRQ09OY2FjRGlCZlJPWUNPRTVFdGhsanlvdUxpNWQxZFhVOXUySERoazFlWnljYUtqaDFtZWpRc0lxS2loWWFZKzRXa2VuOUxuZFU5VTFWZmFDMHRQU3ZIdWFqSVdqTTBVWG5HMXYrYk5zMkt0NTlFNEdBMyt0SVJNTktaMmNYaW1ZZGozQTRETWZWUzdkdUxQdWoxNWxvNENzc0xEekd0dTF2QVRnTlFGVC82MVQxcFhBNC9OMktpb3JWWE1KRTlNVndSSmZvYzVvMmJWcU1xazV5SEdldVpWbVhxbXBSWk0xdHJhcFdBUGlYNjdyUGxaV1ZWZktQRlIwT3F1RU5VTHM1SEE0bnJ0K3dFY1ZGQlY1SElocFdObFZWSVJ3T0E2cXR4dEVxci9QUTRGQmVYdjQyZ0FzS0N3dHpMTXM2SDhDSkFDWUNPRXBFVHJGdGUwRkpTY2t5QUk4NWpyT3l2THk4Q2dBM1RDYzZTQ3gwaVE1U1RrNU9WR0ppNG1tdTYzNVpSR1pabGpXbXA5ZUVWTHV1KzJjUmVhbXpzN04wd3daMjNxVER5NEhWWWtIZUJ6QzlmRzBsQzEyaUk2eHkvVVlBZ0lwc0RtdTQzdXM4Tktob2VYbjVGZ0QzNWVYbC9TWTZPcnBBUkdhcjZpSVJLUUd3VUZXUHMyMjdzcmk0ZUFXQUp5ekxXcmxxMWFxUTE4R0pCZ3NXdWtRSG9iQ3c4SGpidG4rbXFpWDk5c3o3RU1CZGpZMk5UMWRYVjNkNW5aR0dqMDUwdFBnUVd5V1E2Vyt2ZkJlWFhielk2MGhFdzhycU5XVzloeCtpRzQzZXBxSEJhdVBHamEwQVZrUytIaWdwS1RrZXdEMGlNaHRBaVRHbVJGV3ZWZFYzQ3dvSzdxeW9xUGluMTVtSkJnTVd1a1Q3VVZoWW1HMk1tU3NpVndCWUVOa3FZQnVBZHh6SGViSzV1ZmtGRnJqa2hjYXFxdGE0Q1VYcmpWRjN3NmIzemM3YU9vek16UEE2RnRHd1VMZHJGOVp2MmdSVlZTZzIxdFNzWTlkY09oVGNOV3ZXdkE3ZzJJS0Nncm1XWlYxc2pEa1d3QVFBczN3KzN5c2xKU1ZMQVR6UzFkWDErdnIxNjNkNkhaaG9vR0toUy9RcENnc0x4MXFXOVRVQXA0dklaQURScWxxbnFyOEQ4TmZXMXRhS3lIWUNSRjVSc1dTVnFMWTNOdTZKWDFOV3dVS1g2QWhadDM0RGFtdnJJRURRZGZFT2V6SFFvVlpSVWZFR2dCVlRwMDdOVWRVNUFLNFNrVmtpTWw5VlowUkhSNjh0TGk1K29xdXI2NDljTGtXMEx4YTZSSitndUxqNE9tUE05d0drb1dkNmNydXEzaHNNQm45UVdWblo1blUrb2w2TzAxRXFKcWExdGEwdHZtTHRPcHh5NGdKWWx1VjFMS0loelhWZHJOK3dDWHVhbWdFZ0dGWmQ2WFVtR3JMQ3ExZXZyZ0pRQmVCL0N3c0x6N2NzNndFUnlRWXd5eGd6S3pvNitzYmk0dUpidWJzRDBkNzRib2dvb3FDZ0lIbmt5SkduWldWbC9iY3g1bXBWdFVSa2crdTYvd2ZneXRMUzBxZDI3OTRkOURvblVYOHREUTJ0U1drWlp3SVk2L1BaT09YRUV4QUlCTHlPUlRTa2RRZURlT1IzLzRNUHQyNkRRdGRzMjFUK2dOZVphRmpRdXJxNnlxaW9xRWY5ZnY5MkVZa0RrQ29pbVNKeVlXWm01akVqUm94b3NDeHJSMnRySzV0VzBiREhFVjBpd0pvNmRlcnBxbnFUaU14VTFYaFZyVkxWQjRMQjRNdnIxcTNiekNscE5KQ3A0bzhpV0xDMmNqMGE5dXhCUWtLODE1R0loclRtNWhhVWxsVUFBRnhISC9VNkR3MHYxZFhWVFFCK1dWSlM4bFJrU3ZQWEFad0s0QlRidHFlUEdESGl6UkVqUnZ5c3RMVDBkYjUvb2VHTUk3bzByT1hsNVdVZGRkUlJqNHJJWFNLU3E2cVdxdjYrdnI3K25FMmJOcjIxZS9kdWR0R2tBYys0c1I4RVl2M2ZDSVZDOXRneFI2RzRrTnNNRVIxT2YzditIM2p4bFZlaFFFZkxycmJMdTdyMnNGOERIWEcxdGJVZHRiVzFHMnByYTUvTXlNaDQweGl6RU1CSUVaa0k0S0xNek14RTI3YVh0N1MwaEwzT1N1UUZGcm8wSEVsUlVkR0VyS3lzbTN3KzMzK0x5RFFBcmFyNnRLcmVVRnBhK2toTFN3dW4vTkNnMGRXMXB6c3BMU05mUkFyMjdHbkNvZ3ZPUldUM0t5STZ4RnpYeFYwL3VnZDF1M1lEcmk2cHJkbnd1TmVaaU9ycTZxb1RFeFAvWUZsV0E0QjBBS09NTVhOaVltSXVIRGx5cEthbHBlM2N0V3RYaTljNWlZNGs0M1VBb2lPdHFLam9YR1BNL3dLNEUwQ2k2N292TzQ1elNYZDM5L1dscGFVckFMaGVaeVE2V0FMM01haDJsNjlkaC9jM2YrQjFIS0loNjRNdDFTaXZXQWRWN1ZMRlUxN25JZXExWWNPR2h0TFMwdnRFNUN1dTY5NmxxcnRGWkR5QWUzMCszeCtMaTR2UDhEb2owWkhFRVYwYU5qSXlNbUx6OHZKK1k0eTVSMFJHb2FlYjh1MmxwYVUzMWRYVmJXQ2pLUnJNWXBNeXV5MGo4eUV5S2lVNUdiTm56ZkE2RXRHUTlNU2Yvb3kzM25rWEVLeDF3dUZmdHV6aEVoY2FVSFRuenAzMWRYVjFiNlNtcHY3ZHNxeHBJcElqSW1ORTVDc1pHUmxKY1hGeFN4c2JHeDJ2Z3hJZGJoelJwU0V2UHovZlgxSlNja0ZXVnRZYnF2cFZWVzEzWGZjdmp1TVVscGFXL2hjQXJsMmhRVzk3VlhtZEs3cFVWZldsZjc2S3hzWTlYa2NpR25LYW1wdng2dEkzb0tvSzRPMGE2ZDdtZFNhaVQ3TnUzYnJLTld2V3pGSFZLd0dzVlZYWEdITmpmSHo4YzBWRlJTZXpLUzBOZFJ6UnBTRXRQejgvTXhBSTNDY2l0NGhJTG9EZHF2cE5FYm0vckt5czJ1dDhSSWVRbTVnK1FnM01PUjJkWFZHanNrWmlTdjRrcnRVbE9rUlVGUysrOGlxVy9QVTVoSUxCYm5XY0h6VlhiVmp2ZFM2aS9kRGEydHF5a1NOSExsZlZhQkVwRXBGY0VWbVltWm1aa1pTVXRMcSt2cjdUNjVCRWh3TUxYUnF5Q2dvS0p2cjkvbWNBbkE3QUQrQXZyYTJ0SjFaV1ZyNVRXMXZiNFhVK29rT3RPUzVtUjVJZE9EY2NEbWM1am9NVEY4eUQzKy8zT2hiUmtCQU1oZkRMWC8wVzZ6ZHVnb3ErTDkydHR6YzFOWEZHRUEwR3VuUG56cnJhMnRwblI0d1lzVnBFNWthNk14L3I4L2xtcEtXbHZjWkdWVFFVY2VveURUbFpXVmt4UlVWRmkyemJmajdTVVhtWHF2NUhSMGZINVZWVlZYd2hwNkdydXJyTGdkNm5xdTViNzZ6RTVpMmN0RUIwcU5UVWJNZS9YbDhHVlZYWGxSOVhWMWQzZVoySjZHQ1ZsWlU5cjZwbkFYaEtSTHBGNUFTZnovZHFjWEh4T1RrNU9WRmU1eU02bERpaVMwUEtoQWtUMHBLU2t1NDJ4dHdGSUFQQTI0N2pmTDJzck96cGhvWUd2aW1oSWErbHZtNWpVdnJJczEzSHphelp2Z1BubkhrYWpPRm5ta1JmaE9QOGYvYnVPenl1NmxvYitMdjJPVlBVdXpScWxpekxrcTB1R3d5MndUYVlYa0lJWExpUSt0MGt0QVJDQ0NVQkFpUVFRaG9KQ1pCd0NhUmMwa2doOUdLTWpSdmRWcmNseTVZc3lkS01OT3AxWnM0NTYvdERzakVrb1ZvKzBtajlubWNlejR4R3d5czlhR2F2Mlh1dmJlTHJOOXlFMW4xdEFGQzNyN0g2S3VuUUwyWXJyOWZyVFV4TWZGN1R0SDFFdEpLSXNnR2M0bmE3bzl4dTl6WlpxU0RDaFJTNkltd1VGeGNuUmtSRS9FMHBkUUVSYVFEV1QweE1YRlJmWDc4TEFOdWRUNGdqeElwSlNCMGl3cm43Tzd1b3Nyd1V1VG56N000a3hLeTI5WlhYY2UrdkhvUmxzY25NTncvMit0NjBPNU1RSDBkUFQwL1E2L1h1U0U1T3JsTktuUUFnUlNtMXl1VnlGVVJHUnE3cjcrOFAySjFSaUk5TFB1WVg0VUNycUtoWTZYUTZ0eERSR21idVpPWWZqNDJObmJkejU4NHV1OE1KY2FRcFBiU1JDZHRNMCtSZlB2Z2JCSUp5Y3BZUUgxVXdHTVJ2SC9ralROTmtFTDhGNENXN013bHh1TlRXMWo0TDRHUUFUd0tZVUVwZEVCOGYvM3hsWmVWeUFOTE5VTXhxTXFNclpyMktpb296bEZJUEFGaElSRTNNL05XcXFxci9sYVhLWXE0YTlQdkhFcEk4VGlLY05EbzJwcGVYRmlNN0sxTTZNQXZ4SVRFenRsZlY0TGYvOXdlTWowK1l6TGhuWDJQTmM3SktTSVFUcjlmYms1S1M4andSalJQUmNtYWVCMkMxeCtONXkrdjF5aEZhWXRhU0dWMHhtNm5LeXNyVlNxbEhtVG1QbWZzQlhGQlZWZlVNQURrSVhjeGwxbGpRZkl5QnJzR2hJYXg3YVNNQ0FWbUZKc1NIWlpvbTFtOTRHYjE5L1dEbS9yR0owQjlrYjY0SVI3VzF0ZjFWVlZYZnN5enJLaUlLQU1oWFNxMHZMUzFkSmZXQ21LMWtSbGZNU2tWRlJkRlpXVm1YQUhpRWlIUUFMMW1XZFg1VlZWV0QzZG1FbUFsR0I3cEhFNUk5RmpPZnVxZWxoVllkdHdLZXREUzdZd2t4cSt6WjI0SnYzMzRuQW9HQUJjdTZwWE5QL1l0Mlp4SmlPbm05M3UycHFhblZTcWtsekp5bWxEckw0L0gwWldabTFuWjFkY21IUEdKV2tVSlh6RXBaV1ZrM0EvZ21FVVZabHZXTVlSaFgxdGJXN3JZN2x4QXp5VUIwUkUyOHc3VTBGRElXMXRUVjQ1UzFKeUFxTXRMdVdFTE1DbjE5L2JqaWE5OUF4LzR1QUhpeHRYSHNHcUJQVmd1SnNPZnorZmFrcHFiV0VkRXBBTktVVWlzQURIZDFkYjFoZHpZaFBnd3BkTVZzbzFkVVZOeWhsTHFKaUJ5V1piM3M5L3ZQYlc1dTdyWTdtQkF6enNDQUVadWMya2hRWi9sN2UyTkdSOFp3d3VyalpLK3VFTy9Ec2l6Yy9mUDc4ZnlMR3dCR2oybGFYeDNxMjdYWDdseENIQ0hzOC9sYVUxTlRuMVpLblFjZ2xZak9URTlQOTNkMWRXMlhQZXBpdHBCQ1Y4d2FaV1ZsVVI2UDV6cE4wMjRCTUdaWjFxK3JxcW91SGhvYWtwYXlRdndIZy83dW5yZ2tUeG9SbG5WNnZhcTh0QmlaR1JsUzdBcnhIekF6cW1wcWNjOTlEMkI0Wk1RQzQ1RzJKc2VEZ0N6YkZIT0x6K2ZyVFU5UGZ3NUFNWUI1QUZha3AwbWtNZEVBQUNBQVNVUkJWS2YzZUwzZVd0bXJMbVlEMlZ3dVpnMGl1a0FwZFMwbUJ5Si9tNWlZdUZXYVRnbnh2b3dBVGR6SHpQVjlmZjE0NkhkL3dNaklpTjJaaEppeGdzRWdIdjdkSCtEMWRRTkVMWlpsL1FoNEsyUjNMaUhzc0dQSGpwMmhVT2hyQU5vQXhBTzR2YlMwZEkzZHVZVDRJS1RRRmJPQlZsRlJjYkpTNnBkRUZNM002NGVIaHkvWnRXdFhyOTNCaEpnTnZMdDJ0Um93cjJabWE5UG1yWGppNmVmc2ppVEVqUFg0MDg5aDNVc2J3UXpUTXExTDIzYlh5cEpsTVpkeFhWMWRqV21hcHdIb0JPRFJkZjJKaW9xS0ZWSkhpSmxPbGk2TG1VNHJMeTgvVHluMXA2azl1VTlhbG5YQnpwMDd4KzBPSnNSc011VHZibzFQU2tzd0xXdlp0dGRlcDdQUE9BM3hjWEYyeHhKaVJtbHRhOGVYcjdnS2dVREFJdVlIOWpYVjNHdDNKaUZtQXAvUDE1dWFtdnFHVXVwWUFPbEtxVFVlajZmSzYvVzIyWjFOaVA5RUNsMHhvNVdWbFIyajYvcURSSlRNekpzdHkvcHlUVTJOek9RSzhSRkV4cWMwYUpwYVk1cFcrcDY5TFRodXhYTHB3aXpFbEw2K2Z0ejhuZStoZWM5ZUVGQm5tTmJWUTMzZC9YYm5FbUttOFBsOEhSNlBwNG1JemdiZ0FiQWtPVG41c2U3dTdsRzdzd254NzBpaEsyYXNwVXVYUmhMUmI0aW9qSms3RGNQNFpHMXQ3VDY3Y3dreFd3MzNkNC9FSjNzQW9oTzZ1cnpPeUFnM0tzdkxvV255VmlEbU50TTA4Y2lmSHNXai8zZ01wbWtHVGVZZnRPK3VmVUc2eXdyeER1ejFldmVtcDZmdkFYQTJFV1VycFhLam82T2Y2T3VUbzdmRXpDT2pHekVqRlJVVlJldTZmamNSbmNmTWJWTkZib1BkdVlTWTVYakE3NnVKVDBvcnN5eHJjVlZOTFpVVUwwYnV2SG5TaFZuTVdjeU1iYSsramh0dnZSMkJRTkFDOE95K3hwcHJwZG1oRVArZTErdHQ4SGc4QmhHdEpLSnlwOU1aU0V4TWZMV25wMGYrWnNTTUlvV3VtSWxVUmtiR2pVUjA5ZFF4UXRmVTFOUThiM2NvSWNLRXBSSmlubmNwWjU1aG1NV2J0NzVDaXdvWEltZGV0aFM3WXM1aFpteDk1VFZjZWMwTkdCMGRaUUNQai9nblBqczIxanRoZHpZaFpySzR1TGdhaDhPUkNhQUNRS1dtYWZ1OFhtK2QzYm1FT0pRVXVtTEdLUzh2UDFNcDlWMGlpaUdpdi9yOS9oOE1EUTBaZHVjU0lseU05L1VGNHBMU3RwT2lGWUZBSUxOcDl4NHNxU2hEU25LeTNkR0VPS0thOTdUZ08zZitBRzN0SFFDd1BSVEU1Yjc5OVYxMjV4SmlwdXZ0N1EybXBLVFVLYVhPSXFKTUlpcElTVWw1eWVmelNSOFZNV05Jb1N0bWxLVkxsOFlSMGUrSUtKK1ozekJOODh1N2QrL3VzenVYRU9GbXNOYzNFSmVRMGtWRUovbDcrNklHQjRldzRwaGxjTHZkZGtjVDRvZ1lIUjNEajM3MmM3eThlU3NZUEdDeWRVMUhjODAydTNNSk1WdDBkM2YzcDZhbTFoUFI2VVNVQjJDK3J1dVB5ZVNFbUNtazBCVXppc2ZqZVJEQUtRQzZKaVltVHF1dnIyKzNPNU1RNFdxd3IzdDNiSkxIUzRSVG0vZTBPQWNHaDNEY2ltT2g2N3JkMFlTWVZvRkFFRC80eVQxNDlPLy9CSmhITFBCVjdZMjFmN0U3bHhDempjL25hMGxQVC9jQk9JT0lDaU1qSXdlOVhxOThZQ1JtQkNsMHhZeFJYbDUrbGxMcUxpSUtNUE0xZFhWMUw5dWRTWWh3TjlqcnE0dE44UmdFWHIycmNiZW1LWVZsUnkyUi9ib2liSm1XaFlkKy93Z2VlT2kzc0N6THNBaDN0dTJxdVZjNkxBdngwVVJHUnU2TGlJaVlENkNVaUJZbEp5ZS8xTjNkN2JNN2x4QlM2SW9ab2FLaUlsZlR0SjhBbUdkWjFwTkVkTGZYNngyek81Y1Fjd0NyMktnNmwrYk10aXlVN056VnBCSVRFN0NvWUNHVVVuWm5FK0t3TWswVGp6LzlMTzcrK1gwWUd4dTN3UGlIZ2NCdHczNi92TjhJOFJIMTkvY0hVbEpTOW11YWRob1JaU3FsWEhGeGNSdDZlM3VEZG1jVGM1c1V1bUltME5MVDB5OEI4QmtpMHBqNVMxVlZWWTEyaHhKaXJwam83dy9FSnFUV0tFWDVnV0N3NEswZFZWQkVLQzh0aGFaSnNTdkNReWdVd3UvLzhHZjgrR2YzWW5Cd0NBQTJHb1p4OWY3ZE8vZmJuVTJJMmM3bjgzblQwOU1qQUp4RVJBdVZVcS81Zkw1bXUzT0p1VTBLWFdHN2twS1NSWnFtUFV4RUVhWnAvckM2dXZxM2RtY1NZcTRaN092dWQ4V2xyZGNWRlFZQ2djSzN0bGZCdEV3Y1ZWa0JUWk8zQ2pHN2hVSUdIbmpvZDdqbi9sOWhaSFFVRER6REZQeENlMU5EbTkzWmhBZ1QzTlhWdGMzajhaeEJSUE9KYUhsY1hOeHZaRlpYMkVsR0w4SlcrZm41cm9pSWlFZUpxTkN5ckcyOXZiMWZrbTU5UXRoanROODNHaGVWOERKMGZhRmhtUGsxZGZYSzZYU2d2TFJFaWwweGE1bW1pVWYrL0NqdXVlOEJqSStQVzJCK05tVHdwZTFOOVoxMlp4TWl6SEJhV2xvekVaMUdSTm1hcG8zN2ZMNU5kb2NTYzVlTVhJU3Rzck96THlLaXJ3RVlCSEJOVTFOVGc5MlpoSmpMQmdmOUk1R3hpZHMwVFNVWWhsR3hvN3FHRE1OQVJWa0pIQTZIM2ZHRStGREd4c2Z4d0s5L2cxL2MveURHeHNhWUdYOEtoWXhyT3ZmVVNVZC9JYVpCVEV4TWw4UGh5Q0NpWlVTVW5aS1NzcTY3dTl0dmR5NHhOMG1oSzJ5emFOR2lKS2ZUZVFlQVBBRHJKaVltN3ZQNy9lTjI1eEppcmh2dTd4bWsyS2lOYnQyVkVBb1pTM1pVMWREQTRCQ1dIYlVFVHFjVXUySjJHQjhmeDA5Ly9rczgrSnZmWXlJUXNCajgwRkJvNU9xZXZVM2RkbWNUSWx6MTlmV1phV2xwbzBxcDB3QmtFRkhQMUhGRDB0VmNISEZTNkFyYlpHZG5ud25nVWlJaXk3SnVyNit2ZjhQdVRFS0lTUlA5L1lIWXlOUnQ1S0EwMCtLeWhsMjdWQ0FZd0pLS01qaWRUcnZqQ2ZHZUppWW04TXNISDhiRHYzc0VvVkNJQWY2emdlQzEzYnQzOTl1ZFRZaHdsNVNVNU5VMHJVd3BWUWtnS1NFaDRSbS8zejlvZHk0eDkwaWhLMnlSbTV2cmpvaUl1QXRBQ1RPL3B1djZON3U2dWl5N2N3a2gzalk0MkQwUmxaeXdSWWNXYlRFdnFhNnRWeTJ0YlppWG5ZV1VsR1E1YTFmTU9NeU1obDJOK05GUGY0NC8vdVh2TUV6RFlQRERJV3ZpdXM3R3hsNjc4d2t4Ri9UMDlKZ0pDUW5iZFYzL0NnQ1BVc3JuOC9tMjJwMUx6RDFTNkFwYjVPYm1Ia2RFM3lXaW9HbWEvMVZWVlNYSE93Z3hBdzM3L2VNdUxXMlRjbUdFWVMxdjNyUFgrY1piMjVHZTdrRmVibzRVdTJKR2VYbnpWdHh5KzUzWTl1cnJzTmdhWmN1NmMyS0Fidk8yTmNoc2toQkhrTi92SDB4UFQwOEZzRXdwVlptY25QenI3dTd1Q2J0emlibEZDbDF4eE9YbjU3dGNMdGZqUkpSbVdkYi9WVmRYLzhydVRFS0kvMngwMUJjYTdQVzlHcHVTMXE0WUszdjcreVBYYjl4RUdlbnB5Sm1YTFUycWhPM0d4OGZ4NG9aTnVQcTZiOEhyN1dZUUJpekc5VzJOTmZlTWp2b0NkdWNUWWk1S1NVbnAwRFR0YkFEcEFQcGxWbGNjYVZMb2lpTXVKeWZuVEFCWEVsRWZNOS9tOVhyMzJwMUpDUEcrZU5EdnE0NkxUOTBLUlI3VE1QTFdyZCtndXJ3K0ZPUXZRSHhjbk16dUNsdTBkK3pIRDMvNmMvejRaL2NpRkRJTUVMOWdtWFJGVzJQMVk5SUFSd2o3SkNRa2pEc2NqbUlpS2xkS0pjYkd4djVKenRVVlI1SVV1dUpJMHpNeU11NEVzQWpBcTRGQTRGZCt2My9FN2xCQ2lBOW1zSys3SXo0bGNTTmJLZ3FnSmJ1Ym05VWIyM2ZncUNVVlNFcEt0RHVlbUdOYTl1M0QxNjc5RmpadDJRYkxzZ0RMZXRqa3dEWHRUZlgxZG1jVFlxN3I3ZTBOcHFlbkp3QTRpWWlpTlUycjh2bDhUWGJuRW5PSEZMcmlpQ29yS3l0U1NsMU5STEhNL0ZCZFhkMXpkbWNTUW53NGczNy95R0N2NzVuNHhOU1FCVjdTM2UxMy8rVnZqMUY2dWdlNTg3S2g2N3JNN29wcE5UWStqcWVmVzRkUGYrRVNlSDNkYkRFUFdzemYzOWRZYysxUWIrK3czZm1FRUpQUzB0SzZpZWdjQUZsRTFPdDJ1emNPREF3WWR1Y1NjNE1VdXVLSVNrOVBQNE9JUGdOZ3dqQ01LN3U3dStXb0J5Rm1xWUZlMzVhNHBMUTNpS2pJc3F6MHpWdTJVZlBlRmlRbEppQWpQVjJLWFhIWVdaYUZON2RYNGFjL3Z4OFAvdWIzTUF3RElGUVpGbC9SM2xqemtOMzVoQkR2NVBQNWhqMGVUNjVTYWlVUlJibmQ3aWU4WHE4MGh4TkhoQlM2NG9pWk9sTG9PMFMweUxLc2Y5VFUxUHphN2t4Q2lJOW5zTmZYR2hPZjhoSnBLdEV5cmZMbVBYdXhhY3MyK1AyOUtDc3BodHZ0c2p1aUNCUERJeU80OTVjUDRzZjMzSXNkMVRVd0RBTU1mdFFJR3BkMzdLNTdVL2JqQ2pFekpTY243OVUwN1JKbVRnZXd6ZXYxTnRpZFNjd05VdWlLSXlZN08zdXhVdW9PSWtJb0ZQcGNkM2Uzeis1TVFvaVBiNml2dTMvUTczc3NMaUcxamhRdEdSMGRpOTlSWFVOdjdhaEdTZkZpeE1YR1FOUGs3VVo4Tk1GZ0VDMzcydkNONjIvR1kwOCtqZEhSVVFiUXlteGR1VzlYelMxRC9UMTlVdVFLTVhOMWQzZjNlenllRlVSVUFFRHplcjJQMnAxSnpBMHk4aEJIVEdabTVrMUVkQnd6cjZ1cHFibmI3anhDaU1OcnNNKzNNekltOVFYU2FWUVJGbloyZWFNZmYvSVpEQTBOSXlNakhRbng4YktjV1h3b2UxdjM0WDhmL2gxdS9zNzMwTks2RHd6Mk1mQUFHN2krYlhmTmVydnpDU0UrR0kvSEF5STZEOEQ4Nk9qb0gvZjE5WmwyWnhMaFR3cGRjVVFVRlJVNWRWMS9BRUFNTS8vUTYvVnV0enVURU9Md0d4N3c5UTc2c3piRkpZZTJFR2hSTUJUS3JxMXJvTTFiWDBWTVREUVdGUzZVWWxlOEwyYkdrMDgvaTI5LzUwNjh2SGtiQW9FQUxNYWJCT3VTZmJ1TTN3MzIxWG50emlpRStPQlNVMU9EU3FuemlTakI0WEM4NmZWNkcrM09KTUtmRkxyaWlQQjRQTXMwVGZzNkVmVVIwWSs2dXJxNjdNNGtoSmd1WGRhZ3Y3czkwcW45V1hORktvdTV1TDkvd0xWdS9RYXFxYTNEdkhsWmlJdU5oY1Boc0R1b21FR1lHZU1URTlpNXF3bTNmUGRPM1AvZ3cranI3N2NzdGdiWXhQMmg0WjdQdDdmc2FRWjZaQ1pJaUZrbUt5dUxtSGs1RVMxazVuR3YxL3U0M1psRStKTkNWeHdSbVptWlg1bGF0bHc5TmpiMmNLOGMveUJFMkJzZUhnNE4rSDNyNDVKVE40T0ppSkRYMnRidWZ1YjVGOUhZdEJ1YVVraExTNFhMNmJRN3FyRFo2T2dvTm16YWd2c2UrRFYrZHUrdnNLdHBOd0FlQWZqUHBzazN0TzJ1ZVhCNGVEaGtkMDRoeEVmVDFkVTFrWjZlWGdqZ09DS0tTRTFOL2F2UDV4dTFPNWNJYjFMb2ltbVhsWlVWRVJVVmRTT0FlUURXMWRYVi9Wa2Fod2d4ZHd6NnV6c2N5ZkVibkNZL0FWS3BvVkJ3UWZPZUZtM3p0bGZ4MWx0VnlNN0tSRVpHdXQweGhVM2UzRjZGVysrNEMzLzQ4MTlSVjc4VHdVQWd5TUF6YkFTL01Hd0YvdUJyM3RWa2QwWWh4TWZHYVdscENVUjBDZ0EzRVczemVyMTc3UTRsd3B0dWR3QVIvdUxqNHhjQ3lBSVFZdVpYQWNpeU15SG1HSDlqNDdBZnFBSndRVTVCNlNtazFQY0doNFlLTm05N0pYTExLNi9TYWFlc3hSVmYvaUx5RitUSmtVUnp3TVJFQUh0YlcvR3JCMytEWjU1ZkI5TTBHVVRqWUc0eG1XOXNiNng1V3Q0cmhBZ3Z6UHc2QUQ4UnpXZm1DZ0RyN000a3dwdk02SXBwbDVtWmVUd1JmUTVBU0NuMTdhNnVMci9kbVlRUXR1SEIzdTdtZ2VpSTM4VXJWeE9JTkNKYTJMeW5SVDN6d2pxMHRPNURNQmhDWWtJQ29pSWo3YzRxRHJQZXZuNXNlSGt6ZnZQN1ArQW5QN3NQTlhYMVlHWUQ0S2VacmJzb01QVDF0ajJOOWJMcVI0anc0L1A1aGpJeU1zNWk1b1ZFdEZmWDlaZUdob1lNdTNPSjhDVXp1bUs2S1NJcW5GcW1VcmQ5Ky9hZGRnY1NRc3dBcmEwVHJjQmZzcktLWDFBUmFnbHA2cmFCZ2NIbGp6M3hsSHJ4cFkzSVNQZmdqTk5PeGdYbm5ZdTAxQlM3MDRxUHlldnJ4学习辅助8rK1NTZWZQWTVkSFo1TVR3OEFtYTJRSGlEVGVzN2hncTl2cjl4bDV5SEswU1lzeXpyVGFYVXFRRG1wNlNrUkhkMGRJemJuVW1FTHlsMHhiVEt6ODkzTUhNeEVjRTB6ZWZ0emlPRW1GRzRvNk8rRDhDTHlNL2ZuSzFGbktheHVuRm9aSGpoVU5OSWJPUHVadTNCMy93ZTUzN2lMSHorMC8rTmxPUmtSRVZGUWlsbGQyN3hQaXpMd3VqWUdIcDZldkhJbng3RlB4NS9Fa1BEdzJDR0NlSWhXTlRNeEQvWUZ4cDdDczNOQWJ2ekNpR09ETXV5WGxOS2daa1hHSVlSQTZESDdrd2lmTWxoaG1KYWxaV1ZSV21hdG9XSUtwajVuQjA3ZGp4aGR5WWh4SXltNWhWV0xGZGtuVVJFWjRCUkNTS0gwK0hBc3FPWFl0WEtGVml4ZkJrS0YrWkQwMlQzelV4am1pYWFkdS9CdHRkZXgrYXRyK0MxTjk1Q0lCQUFnQkFZMVJienM1Wmx2ZGkrdTNZYkFGbXlLTVFjVTFSVTVIRzczVjNNYkppbWVhcHBtc082cnVjUlVRNFJaVEx6bzFWVlZWdnR6aW5DZ3hTNllscVZsWldsYXByV1FrVE9rWkdSOUthbUp0bWZLNFQ0SVBTc2d2STBzbmlwcHVNYUlyVWFBSnhPQjVLVGtsQllzQkJubm40S1RqM3BSTm5MT3dPTWpZM2hoZlViOFBSekwyRG5ydDN3OS9ZaUdBeE9mcEY1cTJYeVQwT1c5WHJubmpvdkFEa21TSWc1b0xLeU1vV1pQMGxFSGdBWnpPd2hvalJtUG9hSUZBQVF2VjJLTUhPZmFacG4xdFRVdkdwbmJoRStwTkFWMDZxaW91SmtwZFFMek55OFk4ZU9oWGJuRVVMTVR0bDV4VWRyRHYxYUlxd0JVZUtCclRlYXB1RzBrOWZpazJlZmdkTGlJa1JIUjhIdGRzdnk1bWxrV1JZbUpnSVlHUjNCcnNiZCtNZmpUK0c1ZGV2Zkxtd0JBOHg5REd3SmhzeWZkTzZwMjJadllpR0VIY3JLeWdwMVhYOGF3SUwvOUJqbXlXMzVSQVJtM2o4Nk9sb2hreUxpY0pFOXVtSzZuVEQxNzVzMjV4QkN6R0x0ZSt2ZkFIQnhWbUZKc1FidEpDSWNDNlpqVE5PYzkvUnpMK0RwNTE1QVdtb0tLc3BLVVZwU2hMS1NZcFFVTDBaY2JPdzdaZ3pFUjhQTUdCb2FSdDNPWGFpdHEwZE5iVDJxYXVyZzlma09mVkFIZ05jczRCWERwUFg3ZDFmVnloRkJRc3hkWTJOanJURXhNYzhDdUl5STlBTkY3WHRvbGlKWEhFNVM2SXBwUlVRck1EbEkybUYzRmlIRXJHZDJOTmJWQUtoSnlNdUxpNktJRklldUwySFF4VVM4MXRmZEUvMzhpeTloL1lhWEVSY1hoNVNVSkJRdFhvVGpsaCtMWTQ1ZUNrOWFxaFM5SHdJem83dTdCNisvdFIxYnRyMkd1b1lHZFBmNE1UZzRCTU9ZM0Y3THdCZ3p2MFRnUHhyQjBKdTY1ZXJaMTFvMVlIZDJJWVQ5bXB1YkF4VVZGYzhTMFlYTW5JSjNMVlhHSVRPNlV6WWY0WWdpek1rN3ZwaFdTNVlzOFROeklqT2ZWVlZWOVl6ZGVZUVE0U2x6MGFJa25aMmZKS0pQZzFBRVVBeVlJMmhxVktWcENndnk4ckJtMVVvY3YrSlk1TTNQUldSa0pDTGNFWEE0OURsZEFETXpRb2FCaWZFSmpJNk5vWFhmUG16ZTlpbzJidHFDM2MxN1lacm1nY2N4UUJNZ0hnSnpvd1g2WTlBWS9ZZTN1Vm02cGdvaC9xM0N3c0tZeU1qSUp3Q3NPWERmdS9ibEhyeVBtVS9hc1dQSGVudVNpbkEwZDkvWnhiUmJ1blJwSERNUE1QTW9FWjIwZmZ0MmFTNGdoSmh1ZW1aZWVaN3VvS01WV1pYTWFqR0lpd0hLSW9LR3FUZStoSVFFNUMvSXc0SzhYT1RtekVOR3VnZnBIZzh5TTlLUmtwd1UxbnQ4TGN0Q2o3OFhuVjFkNk96eW9jdnJSZXUrTnV6WjI0cm12WHZSMTllSEE1TXNrOGNCWVQrWUd3RHN0QmpiRlZ0dnRqYlZOa3ZYWkNIRUI3Rmt5WkpQQWZqN29VWHRBY3g4NEhabysvYnRrZks2SWc0bktYVEZ0Q2tyS3l2UmRiMldtYnNBbkw1ang0NXF1ek1KSWVZVVIwWkJRWnd5SGZHYWpubEUyaW93blF6Q0VpSnlIM2lRcnV1SWlIQWpNaUlDa1JFUmlJMk5SV0ZCUG9xTEZxRm8wU0lVTEZ5QW1PaG9lMytTajJGMGRCU051L2VnWWRjdTFEZnNRdVB1M1JnY0hNYlkyQmpHeGljd1BqNStjQ2t5SmdlZUV3Q3FtYkNPRGV0bHl6VDJHU28wNEcxMkRnSU53ZmY4andraHhML1NLaXNyYTRpbzZOMWZPS1RRZlhYNzl1M0xiVWtud3BiczBSWFRSaW1WZzhsUDdnWXR5eHF6TzQ4UVlzNEpkVTQyTnZFRGFBYndFb0RiNG5OejR4TmNzYXVZNkF3Q1ZvWU1JeWswUE93ZUdoNXhnZUVpZ2xaZFd3ZjhmZkpKZEYxSFRuWTJTa3NXbzZ5MEJHWEZSVWhMUzRXbWFkQTFEZHFoRi8zdCs2WmpPVFF6d3pSTkdLWUo4OUNMOGZaOVBUMStWTmZXbzdxMkRuVU5PN0Z2WHh0Q2h2SHU1N0ZBTkFGd0FFQUFRQzlaOUlwbDhiUG11TEd4bzZPKzc3Q0hGMExNVlNhQXU1ajV0d2VPRlhvM3k3SmtmNjQ0N0tUUUZkT0dpT1poY2tBMVpGbld1TjE1aEJBQ0FBWmFXd2NHZ0Njd2VYRms1QldsNnc1bnRpSnJuc1VxV3dQUFkxQTJnQndRenpNTUkyRlBTd3YydExUZ24wOU90aHB3T0J5SWlZbEdUUFRibCtqb3FJUDNSVWRIUTlkMXVGMHVPQnc2SEE0SEhBNEhuQTRISEU0SEhMcmo0UDI2cnNNd0RJUU1BNkZnQ0NFamhGRElRQ2dVUWpBVVFtanFFZ2dFWUJnR2hrZEdNVHd5Z3VIaEVZeU1qQnk4ZnVEZlVPaGZqNmxsY0Q4WUhRQmF3ZFFCWUIvRGJMY3NhamRDb2JhdWxzaE80QzA1MzFZSU1TMlVVaTh6Y3oyQTBrTm1jUS85UUhDcm5mbEVlSkpDVjB3YklzcWF1anBrbXFiTTZBb2hacUpRNTk2R05nQnRCd2RhK2ZtdXJBbFhsT1hrYUllbW9pd2dpelJWcnBncUdMeUVpQmFFUWlGblgxOC8rdnI2My9QSk5hVkFTa0ZOWFNadjA4SGJpaFNVSWxnV3cySUxsbVhCc2hoc0hiZytkV0VMcG1sOTBKL0pZT1k5QUc4SHF5b1FWMXVHMFI0eXJWSGw0aEZIWUdLMHRiVjE0dVAvNm9RUTRvTVpIeC8zdWx5dXA0aG9NUUQ5WFUyb0JwUlNUWFpuRk9GSENsMHhiU3pMeXBscTZESTRPam9xaGE0UVluWm9iZzUwVEM3blBiQjhkeWVBZFljOFFrdk9Ma3lMakhLbWs2bDVvRnZwc01nRFFwb0NwMXVnZEFKU2lNaHBXaGJCTkJXRENJQUNNUkZEQVVROGRYdXFYd2FEaVFtd0FHWW1XQUF4R0JhQkdRUUd5TEtZUXdDNkNmQXgwQW1HajRtOE1MbUxsZWtkR3cxMjlYWTArYVNoaXhCaUptbG9hQWhXVkZROERlRHpBRExlOWVVbTB6U0hiSW9td3BnVXVtTGFFRkhxMU5XeDF0YldnTTF4aEJEaWNESDk3WTJkQURyZisyRkxIV2xwSGM0Smw4dnAwbUtkRGswNUZDeVhwc2hoRURzSmNDckFxWWgwaTltd0dFRUdnanBUMEdJRURZdERob1Znd0J3S3VnUHhRWjlQRDhyeVlpSEViRlZWVmJXdHNyS3lsb2plWGVnMmo0Nk9EdHNVUzRReEtYVEZkRkVBbkpQbkxpSUlnRC9BOXdnaFJCaDVLK1R6SVFSZzlPTSsweURhRGs4a0lZU3dENXVtK1QxZDE5Y3k4NEVheEdMbXB1Ym01aEdiczRrd0ZMNEhCUXBiNWVibU9xYytTR0VBMG9oS0NDR0VFR0tPcTZtcDJjYk1XNGdJVTVmQVpFOEJmT0FtQkVKOFVGTG9pbW1oNjdxVGlEUzhmU2FqRUVJSUlZU1kyMHhtL3ZIVWlqOHc4N2ltYWMxMmh4TGhTUXBkTVMyVVVrNW0xb2lJaVVobWRJVVFRZ2doQk1iSHgzY0FlR1hxNXRqWTJOaHVteU9KTUNXRnJwZ1dtcVk1cG1aMFdXWjBoUkJDQ0NFRUFEUTJObll6ODlQTUhHRG01bDI3ZHZWOWdHOFQ0a09UUWxkTUM3ZmJmWENQTGpQTGpLNFFRZ2doaEFBQXd6VE5Kd0YwRWRFR2FWZ3Fwb3QwWFJZZjBZRmpNMUtkTG8zLzVkaU13WW1KN0JpbnF3K0s5Z1FOS3pxN3NPU29BOGRtbUJhSFRFYnduY2RtT09UWURDR0VFRUtJMlU4aE45ZVpxT3RPdDFKT2JaeWNXbFNFTXhSa3A2WkNEb0xEMlQwY2RLWEY2enVEUWFzdmEySFpNUnBUa0JFS21wWWo1SEJTMEJ3ZEQ1b1JIQnczakZDL1pRWFEyaHFVaGxYaXd5SzdBNGlacXNpWmtRZVA3bkJtSzdheW1aQU5vbm5FbkExUU9oRzVBVlpNcE1Dc0NLUXhRWUZaZ1VqQnNwUlNwSU9nV1JaTUFrd21Nc0ZzZ2NpaXlYYnlKb2dzWXJZQXNoZ2NBSEVuTTdXRHVZMElIWlpGN1lZUmF1dmNDeS9RRUxUN3R5S0VFRUlJTWRmTm0xZWFZRVZ3dHNhVVJhVG1FWEcyeFpSTmhHd1E0b21oTVpFQ29HaHliS2d4OCtSdElzWE1tZ0ljRm1BQ3NJaklaR1pyNnJvRlpvdUpUSUF0WWxoTU1NRTh5RXp0VE5ST1pIV3dRVzBtR2UwMGh2YU9qbnBaL2l6K2hSUzZjNCtlbGxibWNqaE1sNjZ6azF4NkhJQkNDMXdHcUFLbGtNdE1PVVRJZUw4WmYwVUVVdXBBZS9pcDJ3UWlOWGw5NnNMTVlHWllVLzh5VzJEcm5iY3Q2MzFYclJnTTdtSUwrd0MwQW1naVdEVkIwQzdIUkdqSU5GVWdGTklDUGw5TkFJQnhXSDlqUWdnaGhCRGhUK1htNWpvSGxYSTVLZHFsd1hJNWdHelN0VEltbEJEemZDaktZY1o4UlJUNVhrLzA3OGFHNzd4TlVEUzVnOUppYTNJOCtJNnhJWU10NngyMzN3dUR4OEJvQmRNK2h0VUNSajJUcWpZTW84MkVDZ1I1SkJCbldZRldtUm1lVTZUUURXZFpXUkZacnJoTTNhRXlHY2dFYTVsRW5NVkFKaEd5aUpFSlFpcEF6a08vVFNtRm1PaG94TVJFSXlZbUJqRXgwWWlOZnZ0NlRIUTBkRjJIMitXQ3c2SEQ0WERBNFhEQTZYREE0WFRBb1RzTzNxL3JPZ3pEUU1nd0VBcUdFREpDQ0lVTWhFSkJCRU1HUXFFUVFxRVFBb0VBUWlFREl5TWpHQjRad2REd01JYUhSekE4UEhWOVpCVER3OE93ckg5NWJRcUIyY2ZBZmdJNkxLQ1RtRHFZekE3VDRFNVk1bjVyWW5CL1oyZm4yQkg5M1FzaGhCQkN6RndxZWZIaXRBaFRaV2x3WkxKbVpSQ3JMQkF5Q1p6SmpPekpTUStLUHZTYmlBaHV0L3ZnZURBbUpocXhNVEh2dU81MnV3K09DWjFUWThTM0wvcmJZMGFIQXdBUUNvVVFuQm9QaGc0Wkd4NjRCRU1oQklOQlRFd0VNRFE4UERsV0hCN0IwUEFJaG9lSE1UeDFlMno4WDF2Q01QTW9nUDBBT3BpeG53ajcyYUlPZ3JuZmhMWWZOTDYvdmJIUks4VnZlSkpDTjh6azVDeE9KNmRqRFRTY1NxQWxERVNCRUVsTWtTQkV2bnVXTmlVNUNZc0xDN0ZvVVFFSzh2T1FtcEtDcE1URXR3dFlYWWMrOWNMa2REZ21yK3M2bERyOGZjd3N5NW9zaWc5OW9UTU9mY0V6ME52Zmg1NmVYdXh1M29PZGpVM1l1YXNSM1QzK2R6K1ZBY1lZRTQrQk1VYkFHSUJxMDhMekZzWmY2bWhxMm4vWXd3c2hoQkJDekd5T2VRdExWeXVOVGlTaXRjeUlJeUNLQ1pGZ1JBSndFZEhCMnNEbGNtSmgvZ0lzTGl4RThlSkNwSHM4U0U1T1FsUmt4TUh4NERzSzJLbUpEazNUY01qVEhCYk1ETk0wSjhlSFJnaEd5RGhZSEI4WU80Nk5qOFB2NzRQWDUwTmR3MDdzYW16Q3JxWm1CSVBCUTUrSEFRUkFHQ1BHR0lBeEJrYVllTDBWc2w1c2I2N2JDRUMyeW9VSktYUm5MeTB4UHo4cXh1R0lBbXZ6d1hRYWtUb0xvRElpYUpqNjFNM2hjTURsZE1McGRNSWQ0VVplYmc1S2k0dFFYbHFDMHBMRjhLU2wyZjF6ZkN6TWpPNGVQK29hZHFLNnBnNjE5UTNZczdjRjR4TVRDQWFDQ0FTRENJVkNCNWU4TU1NRXVJNkluekpNNDNtUXVXZlVORWY2bXB2SFpNbXpFRUlJSWNJQVpXUXNqYkFpQjZOMGRzVnBtbllLS1p3R29oTUpGSFhnUWJxbXdlbHlUbzRUWFM2a3BhU2d1R2pSd1hIaXd2d0YwSFhOM3Ava1l6Sk5FODE3V3c2T0Vlc2Jkc0hyOHlFd05VWU1Cb013akxlSGY4dzhEdVlOelB5c1lZUmVNSlhScjhiR1JqczdPOGVsTy9Uc0k0WHU3S0psTFNpZXJ6a2N5eFI0S1FQRkJCUXprRUdURy83aGNEaVFuWm1Kd3NKODVPZmxJU3N6QXhucG5vTVhsOHRsOTg4dzdZTEJJRHE3dkFjdkhmczdzYWVsQlkyTnU5SFczb0ZnYUxLNTgxVFRneTRBOVdCdXNHQzlaVUM5MGRsWTA0eko1Z2hDQ0NHRUVMTkM1cUpGU1E1MkhnMmlaVVJVd3N4RkJDd0V2YjFGTFNVNUdRVUxGNkJnWVQ3bVpXVWlJeU1kR1I0UDB0TTlpSStMZzFMaFhSb3dNd1lIaHliSGlGNHZ1cnE4YUd2dlFGUHpIalR0Ym9hdnUrZlFSNGNZMk0zTURRUnFZTXQ2TFdDTnYrRnRidTU1学习辅助8rRW1FSEMrLy9tTUpHUWx4Y1hwMFdmQVVVWFFGRXBNVklZSEhOZ2VZbkw2VVJ4MFNLc1dYVWNsaDIxRk9tZU5NVEZ4aUFxS2dxYU5ycy9pVHNjSUhMYXlnQUFJQUJKUkVGVVROUEM2TmdvQmdlSDRPdnV4aHR2N3NDR1RadFJXNzhUZ1VBQW1GcktRcUJoQnZzQjFGdU1SNGREK3BQOWU5OGF0RHUvRUVJSUljUy90OVF4cjJEOEdKRGowNHB3UElGU0daeDBZQUlFQU9abForTDRGY3R4L0hFcmtKODNIN0d4TVlpTmpZVnphby9zWEJjS2hUQTBQSXlob1dIc2JkbUhUVnUzWWRPV2Jkalgxbjd3TWN4c0VhaVBpYnZab20xa21vKzBPczFYMENBbmdzeGtVdWpPUUZsWldSRkJSM3lzMDZVdjFzQmZVcUN6UUlqRFZLT295SWdJSkNURW83eTBCQ2VkdUJvcmp6MEdTVW1KZHNlZWRmcjdCN0R0dGRleGJ2MUdWRlhYb205Z0FHTmpZd2NiWGpGYnd3Q2V0b2dmMGlhNE5oUWFHT3JvNlBqWFRnZENDQ0dFRUVmRVVrZm1vdEZZblp3NVlKeEhwQzRrWU1HQnI3cmRMa1JIUlNOdmZpNU9XSDBjVGx5ekNnc1g1TmtiZVpacWFkMkhGemRzd29hWE4yUFAzcjBZR1JuRlJDQndvQXMwQTJnRjQxRVQ1dDhzTWxyMjcxTERjaFRtekNLRjdzeWhjaGFXRkVMVDFoSjRPVURIRXRIQlY2YWt4QVJVbEpXaHZMUVlaYVhGS0MwcFFueGMzR0hmN0Q4WE1UT0dob1pSVzkrQW1ycDZWTmZXWTBkMURmeisza01mMHdyUUt4YjRGUmg0cWEyNWVxZDA2Qk5DQ0NIRWtaQlJVSkRzMU53bkVYQThXQzFqY0FrUnVRRWdNaklDaXdzTFVWNVdncktTWWxTV2x5SXJNMFBHaUljSk02UEw2OE9PcWhwVTE5V2pwcllPOVR0M1lYUjA3TUFEQWd6VWcvQTZNMjJlQ0Zrdit2YlVkTnVkVzBpaE95Tms1QmRWT2pUOUNsTHFCREJuSG5qaEFvQ1Z5NC9CMldlY2hxV1Y1VWhNVEVCc1RJd3NSNTVHbG1WaGFIZ1lmWDM5MkY1ZGk2ZWVlUTVidHIxNnlDd3ZUd0RvWk1iTEZzejcyeHZyM3JRN3N4QkNDQ0hDVTBaZTBUeW5VLzhmUUowTElBZmcyQU5iMXhiazVlTE0wMDdGNnVOWElDTTlIUW54Y1hBNm5lLy9wT0lqQ3dhREdKamE0N3Q1NnpZODljenoyTDFuNzlzUFlBeFo0RFl3SGdzUVBlemRWZFZxWjk2NVRncGRlK2daQlFYeG1oV3hSTlB4VFNJNkFWUExrcU9qb3BDVmxZR3pUejhObi9yazJVaEpUckk3NjV6WDQrL0ZFMDg5Z3llZWZnNzcydHN4TWpKNjZQTG1UV3p4WFFGci9FMXZjM08vZEc0V1FnZ2h4TWVnRXZMeVltSlVYS2JTckN1SjZHSVFZZ0VnTWlJQzhmRnhPSEgxOGJqZ3ZITlJ0TGh3V281N0ZCOU93NjVHL1BYdmorUEZEUnZSUHpDQThiSHh5ZmJNek1NVytNOEJ3L3had0JyZjM3OTM3N0NzQmp5eXBOQTlrb3FLblBOWnJXWkxPd2xFcHhLaEdJQk9SQ2dyTGNhcWxTdXdjdmt5bEplV3pJbnV5TE5OSUJoRWJWMDl0cjd5T2padDNZYnFtcm9EQmEvQmpBWUdYckRBTDdaUERMNk0xdFlKdS9NS0lZUVFZdGJRNXkwcUxWZWdVNmJPdUYxNVlJVmZ6cnhzckRoMkdWYXRYSTRWeHg2RG1KaG91N09LZjJOc2JCeGJYMzBObTdkc3c5WlhYa1BMdnJZRFh3b3g4eFptV20vQmVMNjlzYTVLSmthT0RDbDBqNERrd3NLWWFIS2VCMUtYRXlNWFJJa0FkS2ZEZ2VPUFc0RXZmUFlpTEppZmk2U2tKRGgwM2U2NDRuMFlob0hlM2o0MDcyM0IvLzNwVVd6Y3RBWEJZQkRNTUFuY3gwQXJNejh3RkJyNVcvL2V2ZEsxV1FnaGhCRC9VWForeVNsSzF5NVRSRXZCN0Rsd0hGRCtnang4OFF1ZndiRkhINFdVbEdSRXVOMnk3M2FHWTJaTVRBVFE0L2ZqOVRlMzQ2SGZQWUxHcHQwSHZob0U0R1BtSFd6eHIvWTExVDVyYzl5d0ozOHQwNGR5Y3l2aTREVFhrRkkvQk5GQ1RKMXpHeGNYaTFYSHJjRC8rOHpGS0ZwY0tDOWFzeGd6bzdHcEdiOTk1RS9ZOFBKbURBNE5JUmdNSHZoYWk4VjhQY1o1ZlZ0YjdhQXNWeEZDQ0NFRUFHUmtMSTEwUkFRcWxLN2RCVVhIWTJvTFcxeHNERXFLaS9ENVQxK0VOYXRXeXRMa1djNnlMR3paOWhwKys4Z2ZVVjFiaDhIQm9ZUGIzOEQ4aHNuRzF3TURXcFhQVnpOcWQ5WndKQlhXTk1qS0trN1VvN1FMUWJpUVNLMEdBSmZMaFJYSExzUGFFMWJqdU9YSFlGNTJsdDB4eFdIV3NiOFRXMTk1RmVzM2JNS1diYTlpWXVxTVhvQzNXSXkvbUNQR0h6czY2dnRzamltRUVFSUltNlNrRkVWSEp6cFB0OGk2UUVHZEFrS3NwbWtvV2xTSVUwNDZBYXVQVzRuQ2dudzQ1SXpic0JJeURPeHUzb05OVzdiaGhSYzNvSzVoSnd6REFKaEhHRmdINGtkSC9jWlRQVDBOSTNabkRTZFM2QjVPK2ZtdUhJbzRqelIxTFFnRllFUVNFWldWRk9QeVM3K0lvNWRVSWlGZWpnUUtaOHlNZ2NGQjdLaXV4ZjBQUElRZDFUV3dMSXRCR0dOR0MxdjhvN2JnMEtPeWgxY0lJWVNZV3pMelM1ZnJHdDFNU3EwQWN4d1JVV0pDUEs3NnltVll1MllWMGoxcE1vTWI1aXhtK0h3K2JOaTBGWGZmY3gvNit2c256K1FsR2dUejY2YkZkN1EzMVd3Qkp2dFppWTlIS3E3RElDMnRMRXFQTS9NZFNyOGJ3Qm9pVWs2bkU5bFpHYmpzeS8rRGM4NDhIYnJzdloxekRNUEEwOCs5Z1BzZWVBanRIZnNSbUR4azNBSjRTOUNncTBPRG9kM3l5WjBRUWdnUnhvcUtuRmtUemh6TnhkOVdvSXNBNkVvcHBLV200Sk5ubjRrckx2MFNvaUlqN0U0cGJCQU1CbkhmQXcvaEg0OC9DYSt2RzZacEFtRERZbjQwRk1CM083V3hWalEzQno3QVU0bi9RQXJkanltbm9QUjAwdFQvQStOc0luSTduVTRjdmJRU1o1OXhHazVjY3p5U2srUjRvTG11cjc4ZkcxN2VqQ2VmZVI2dnZ2N21nVDI4SVdaKzBnSiswN2FyK2ltN013b2hoQkRpOE1ySkw2K0V4bDhpVXVjU0lWM1ROQ3dxV0lpelRqOFZKNjlkZzl6Y0hDaFo1VGVuTVRQMnRiVmozVXNiOGRTeno2TmhaeU5NMHdTRGZiRHdtRVhXcjl0MjFiNWxkODdaU3Y2NlBxS0V2THk0ZUVmMG5TQTZuNEZrSWxKRml4ZmhLNWQrRVVjdnJVUlNZcUlzVVJZSE1UUDYrdnV4ZlVjMTd2L2ZoMUZkV3dkbXRnalVhOEg2NStERTBQVURyYTBEZHVjVVFnZ2h4TWVVbisvSzBhTytxb2l1WWtZbUViVDQrRGhjZWZrbE9QbkVOY2hJOThnU1pmRU9sbVdoeSt2RFN4czM0ZDVmUFlnZWYrL2thUjdFbmN6OHk5YVJ2cCtobzJQYzdweXpqVlJpSDU0anE2Q29VbGVPK3dFc1VVcFJRbnc4UG5QUmYrR0tTNzRFcDFPYUI0ajNGZ3FGOE1DdmY0dmZQdkluREF3TXdHSUdzMVZqc1hsRlc2UDdkZUN0a04wWmhSQkNDUEdoYVZrRkJSNmRJdTRHMFhsRTBLS2pvbkRLU1NmZ2psdHZodHZ0c2p1Zm1BVW1KZ0s0N1k2NzhNd0w2ekF5TWdwbW1BeCtuRTNydXJiZHRXMXlCdThISjRYdWh6QXZ2N3lZZEh5UkNKOG5VS0xUNmNTNVo1K0ppeTg4SDhWRmkrVFRPZkdoTk96Y2hUOCsrbmY4N2JFbkpzL2hCZmN6NHc4bW13OTJOTmJWMkoxUENDR0VFQi9NL1BrbGFaWkxmWkdJcmlTUVI5ZDFyRnE1SEJkZGNCNk9XM0VzWEM0cGNzVUhGd2dFOGNwcnIrTlBmLzA3TnJ5OEJZWmhUQzVuWnR4djhzU3YyeHNiTyszT09CdElvZnNCNVJTVW4wc2E3Z0JUSVJHMFJZVUxjZVAxMTZDaXRCUlJVWkd5VEZsOGFNeU1zYkV4MURYc3doMTMvUmoxTzNkTmR0NERHb2x4YTB0ajlhTjJaeFJDQ0NIRWU4dGNXRlRoMEJ6M0FWaENSTzdrcEVSY2UvV1ZPUG5FTllpWDB6YkVSelI1a3NjUU5tN2FnaC9lL1hQNHVyc0I1Z0NEdHB2QjBOZmE5OWEvWVhmR21VNys4dDRiSlJjV3BrZVQ2MDRpOVhrQWlJbU94bWtucjhYMTM3Z0tTWW1KZHVjVFlXSmdZQkEvK3RrdjhOU3p6Mk40ZUxJUk00UC9ZcGpqMytob2F1cVVOdk5DQ0NIRXpKS1FseGNYNTR5K21ramRCZ0FSRVJFb0t5bkM5MjY3R1huemMrMk9KOEpJNjc1MmZQdTczOE9PNmhxTWpVMXUxV1htdS9ySHJCOE90dFgyMjUxdnBwSkM5ejNrRkphZFNJcStEOFpSTHBkTG5iajZlRng4NGZsWWZ1d3lhTEpNV1J4bXBtbmlqYmQyNEk5Ly9pdGUzUEF5SmdJQk1IaUhZZkdOSFkwMXo5bWRUd2doaEJDVGNoYVdMSWFtM2E0SVp3UGtyQ3d2d3hjK2V6SE9PUFVrYUpwbWR6d1Joa3pUeEFzdmJzQnZIL2tqM3R4ZUJXWU9NYXhuUXFaNTYvNm0rbXE3ODgxRThwZjRIK1FXbGwxTnBINENvSkNJMUMwM1hvY3JMdmtpRnVZdmtMMjRZbG9vcFpDVm1ZR1Z5NDlGUmtZNjFtL2NCREE4U3RISnNVbXBhckMzZTZ2ZEdZVVFRb2k1TG1kaCthZElVNzhqNEZnaTBxKzgvTXU0NFJ0WG83SzhWSXBjTVcyVVVsaVFsNHMxeDY5RWJHd01Ybm50RFEyTUFrMXBaOFNrcEhxSC9MNDZ1elBPTkRLait5NVp4Y1dKbXFsOWk2QytyaFJwdVRuemNNK1B2NCtTb3NWMlJ4Tnp6SjY5TGJqc3FtK2dwWFVmTE1zQ21POExXT08zZFRZMStlM09Kb1FRUXN3MStmbjVMa09MdkpTSXZndWl1T1NrSk54MHd6ZHd6bG1uMngxTnpFRXZyTitBVzI3L1BycTdld0R3Q0Z2VzdjWm8veTg2NUJpaWcrUmpwMFBrNUpjdVY2VGRyVWg5aGdqNko4NDhIWGZjZGhNS0YrWkxJd0Z4eENVbUpHRDFjU3N3TkRTTW5ZMU5BTkVTVFdubHNVbnByWU85M25hNzh3a2hoQkJ6UmM3Q2tzWHNjSDJQaUs0RlVkVHlZNDdHclRkZWp4TldIeWNyL1lRdDV1Zm1vS3lrR0QwOWZ1eHI3M0FTYUxWeVJ1VEVwS1ExRC9sOTNYYm5td21rMEoya3NndktMMUM2K2hVQlI3dGNMdTNiMzd3V2wzN3BDOGp3ZUtUSUZiYUppNDNGOG1WSEl5Y25HMXUydmFvTXc4d25vdE5qa2xQNmh2emR0ZEtrU2dnaGhKaGUyUVZseHl0TlBRRGdESWZEb1gvKzAvK05tNzk1SFFvTDhxWElGYlloSW1SbXBHUFZ5dVhRZEIzVnRYV2FhVnJsQ21wbFRITGEzaUcvYjQvZEdlMG1oVzUrdmlzbk5mc3lqWEFQRWFWbXBIdm8xaHR2d0g5OTZoeEVSRVRZblU3TWNVUUVsOHVGa3FMRldKQ1hpK3JhT2hvZUdZa2hvcFBqa2owVGcvRXgyOUhYWjlxZFV3Z2hoQWhEam5tTFM5WnFwUDJWaUJaRVIwZlJWVmRjZ3E5ZTltWEV4c2JZblUwSUVCRWlJeU53OU5JbGlJbUpSblZ0SFFXRFFROFJ6b3BMU0trYjdPdHVCV0RabmRNdWM3clF6Y29xVGt4d3V1OVVpbTRtcFNKT1dYc0Nidm5XZFZpemFxVjhRaWRtbkFWNTgzSDBra3IwRHc2aXBYV2ZFK0FUNGpWbm1qcys1dldSdnI0eHUvTUpJWVFRNFNJbHBTZzZaVjc2VnpYU0hsYUtvbzlhVW9GYnZuVWR6dnZrSitCd09PeU9KOFE3YUpxR2lySVNGQzllaE00dUg3cTZ2QkdrNlB5NDVMU1FGaDlUUGQ3WEY3QTdveDNtYktHYm1KOGY2M2E3djZzVVhhNlUwdi9yVStmZ2xtOWRqN3o1dWJKVVdjeElSSVMwdEZRY3YrSllqSTZPb2I1aHAyWlp2RVRUbk1reGFjbGJobnA2cFBtQUVFSUk4ZkZwS2RucFZ5bFMzd1loOHZpVngrS09XMi9Da29weUdTT0tHWXVJa0RNdkcwY3ZyVVRIL2s3c2JkMm5FZUVZbDNKaElENzZsYm00QW5CT0ZycFpXVmtSYm5mY2R3bTRTdE0wN2ZSVFRzS3ROMTJQaFBoNHU2TUo4YjdjYmhlV1ZwYWpwOGVQeHQzTnhCYVhFNnVZS0tlMmNYaDRPR1IzUGlHRUVHTFd5czkzWlNkblhxbVU5Z09sS0dKaC9nTDg2aGMvUlZabWh0M0poUGhBNHVQaWNPeXlvL0RHV3p2UTNlTjNNdk9xZURqSDRtTWkzaHdZR0REc3puY2t6YmxDTjZ1Z1BGTnpSdjZRQ0ZlNDNTNzFQNS83Tkw1MTNkY1JHeU43TGNUczRYSzVzUHlZWldBd2F1c2F5RFRObzVRektpY3FQdVhONGY3dUlidnpDU0dFRUxQTjVKWTIxN2VVVXJjN0hBNTExdW1uNHQ2Zi9oQkppUWwyUnhQaVE0bUtpc1JwSjY5Rmo5K1BQWHRheUdUclJOWmRFVkdKY1R1R2Uzdm56SGEzT1ZYb2V2THpVeHk2ODBlSzZETXVsMVA3NHVjL2c2dStjaW1pSWlQdGppYkVoK1owT25IMGtrb3dNNnByNjhnMHJSS2xJVGNtMGJOMXFOYzNiSGMrSVlRUVloWnhKS1puM0VLYXVrb3A1VHpyOUZOdzAvWGZRRkpTb3QyNWhQaEkzRzQzbGxSV29MZXZENDFOemNUTVN4UTVZcUtjV1M4UEQzZk5pUldBYzZiUVRjelBqNDNTbzMrcWlENm42N3E2NklMemNlM1h2Z3EzMjIxM05DRStNazNUVUZsZWhyR3hjZFRVMVN0bUxsSUsyU28rNXZtNTJuaEFDQ0dFK0REUzBzcWlVckk4dDVHaUczUk5jNnhadFJJL3Z1c094TWZGMlIxTmlJOGxNaklDSzVjZmc3MHQrOUN5cjAwSDh6SEtaY1c1dGJSTm82TytzQzkyNTBTaG03NTRjVTZVNXY1Zklyb3dKam9hbDM3eEM3am15aXZnY2pudGppYkV4NmJyT3BZZHZSUVJiamRxNnhvUURBYUxYWnBlSHBlVTlzcGdyMi9BN254Q0NDSEVUT1hKejArSmlIYmRTVVJYUjdqZHVPRDhjM0hYN2JjaVFpWkNSSmh3T0J4WXUyWVZ4aWZHc2F0eE4wekRXT2FJUUZwQ1RNcHJBd1BkbzNibm0wNWhYK2dtRnhiR1JMRHpOa1hxdnlNakk5UlZsMStLLy9uQ1o2VElGV0ZGMXpTVWw1WWdOaVlHYisyb1FpQVFYRUNFaFBqbzlJMERBOTRKdS9NSklZUVFNNUNXbEpKMU9ZRytybW5LY2RFRjUrRWJWMTJCcUtnb3UzTUpjVmpwdW83SzhqSUVnMEhVMU5YRE5NMGk2QlFZU0UzYWhwNmVzTzNHSE82RkxxVW1aLzZQSXJxUmxISjg5cUlMY09YbFg0YlRLVVd1Q0QrYXBxR2thREZHUjhld2ZVYzFBVlRNaW5zSGUzMnYycDFOQ0NHRW1HRW9lMUg1eVlyb0FhVlV4Tm9UVnVPdTIyOUJwUFJ0RVdISzVYVGkyR1ZIb1hudlhqVHZhZEhCT0RiR291cWgzdTRtdTdOTmw3QXVkTE1YbC8yM0J2bzVLUlY1M2ljL2dadHV1RWFLWEJIV2xGSllVbEdHZ1lGQjFEWHMxQUFzajB0TzJUZm83NjYxTzVzUVFnZ3hVOHhiWEhLeVJ1b3ZpaWo2eERXcmNNK1A3cFMrTFNMc0thV3c2cmdWYUcxdFEvUGVGcDFBcDhRa3BlMGM2dlUxMnAxdE9vUnRvWnRUV0hhaUJyb2ZSQ2tubjdnR3QzenJPc1RHeHRvZFM0aHA1M0E0c0xTeUFxMXRiZGl6dDhWRm9PUGprejIxQTM3ZkhydXpDU0dFRUhiTFhseFdvclAyQ3lMS0t5c3B3bmR1L2lZOGFXbDJ4eExpaUhBNm5TaGFWSWk2aHAzd2VuMFJDbGdhRisvWk90am44OXFkN1hBTHkwSTN1N0F5UXhIZFEwUmxDL0xtNDl2ZnZBN3pjM1BzamlYRUVlTjJ1N0JnZmk2MlY5WEEzOXNYUllTQ3VLUzA5ZEtjU2dnaHhGeVdYRmdZNDRMakxpSTZMUzQyRnJmZWRBT1dWbGJZSFV1SUl5b2hQaDRaNlI1czJmWXF4c2JIazZBaExTbzU0Y1ZodjMvYzdteUhVOWdWdWlrcFJkR3VTSFV2Z0RQaTQrTG8rOSs5QlVjdnJRUVIyUjFOaUNNcUtTa1JPZk95OGRMR3paaVlDR1NRVXBrdWpaOFpIUjBOKzNieVFnZ2h4THRsWkdSRXV0MnhQeVhRNTJLaW8rbjJXMi9FcVNlZEtHTkVNU2RsWjJVaWZhcllEUVNDQllyMWxKZ0l4N3Fob1NIRDdteUhTN2dWdWxwS2RzWjlSUFJwdDl1dDNYWEhyVmk3WmhXVVVuYm5FdUtJSXlKa1pXWWdQeThQNjE3YVFJWmhMbkpFUk0wYjhQdWVBbURablU4SUlZUTRnbFJTWnQ1M0NPcXJUb2REdStvcmwrR2lDODZUTWFLWXM0Z0krUXZ5a0ppUWdFMWJ0aEV6bDVMVEhUbm85NzBJZ08zT2R6aUVVNkZMdVl0S1A2Y1VYZWZRZGZjVmwzd1JGLzdYcDZEcnV0MjVoTEFORVNFM0p4dTZydVAxTjdjclptdHhmSEtxYjhEZnZkM3ViRUlJSWNTUmtsTllkZ0lwdWtNcEZmT0pzODdBVlpkZkFyZmJaWGNzSVd4RlJGaVFOeDg5L2w3czNOV29HTHdvTGpHMWRyQzNlN2ZkMlE2SHNDbDBzd3JLTXpWU1B3SFIvTldyanNPMVYxK0phRGtIVFFnb3BaQy9ZRDVhVzl1d2U4OWVCVkJ1VEh6S0MwTjkzZjEyWnhOQ0NDR21XMGJHMGtpSG0rOG1vc3J5c2hKODc3YWJrWlNVYUhjc0lXWUVoME5IOGVKRnFLMXJ3UDc5blc1RktpM2FuZlQwMEZEUHJOK3ZHemJyTlhTRnJ6S3dKTUx0eGswM2ZBT0pDZkYyUnhKaXhraUlqOGUxVjM4VmtaR1JCRkNSMHJYTDdjNGtoQkJDSEFtT0dQTXJJRHJGNVhMaHJ0dHZSYnBIT2l3TGNhaDBUeHB1dStrR1JFUzRDWVExV3JSMm1kMlpEb2V3bU5ITktpaGFwa2gvV05jMTdlWnZYWWZWeDYyd081SVFNMDVDUWp4U2twT3djZE1XeFJZZkV4T2IvTXhRZjNlbjNibUVFRUtJNlpKVldGS21LL1dvVXNweDVXVmZ4aG1ubld4M0pDRm1wT1RrSkdpYWhsZGVlME1CV0IwZG0vTFBvZjd1YnJ0emZSeXpma2JYczJoUnJxNmNEeEpCVzN2Q0tweHoxdWwyUnhKaXhqcm5yTk54MnNsclFRUk5jMnFQNUJTV3piYzdreEJDQ0RFZFBQbjVLWnJTZndKQUx5MHB3dm1mT3NmdVNFTE1hT2VmK3drc3JTd0hBRjEzcWZ2bXp5K1oxY3NmWm51aHF6dmh1cFFJaXhNVDR2SFppeStVZmJsQ3ZBZW4wNG5QZmZwQ3BLV21BS0I4VXJnS1dPcXdPNWNRUWdoeG1KRkRpenFiR0N1ZERnYytkL0dCOXo0aHhIK1NtSkNBejE1OElhS2lJa0dNWlphYnpwL045ZUtzRFE0QTh3dUtpeFhoL3dGd3JEMWhOWll2TzFyT1FoUGlQUkFSbGxaVzRPUzFKNEFJR29FdXlza1BIbVYzTGlHRUVPSndtaisvSkZVajNFeUVpSlhMajhFNVo1MGhSd2tKOFQ2VVVqamoxSk54M1BKakFTSVhzYnBtM3NMU1hMdHpmVlN6ZDQ5dWZyNHJYbmM5U0ZBVlJZc0w4Wk83Ymtka1pLVGRxWVNZOFlnSVphWEYyUGJLNitqeDkwWkRVZmFBUCthdlFKOXBkelloaEJEaVl5c3Fjc1pwMmtPSzFNcjhCWG40NWM5L0lpditoUGlBaUFqTGpscUNsN2RzUlYvL1FBSVJaUS80ay80SjlNeTZjZUtzL1dnclY0LzRBbGlkRWhrWmdkdHV1Z0dKQ1FsMlJ4Smkxa2hLVE1UM3Yzc0xJaU1qQU5EYStZdWl2bXgzSmlHRUVPSnd5RFgwVHhIVXVTNm5FMWQvOVRLa0pDZlpIVW1JV1NVMUpRVTNYSE0xWEM0bmlPZ1Q4d3YwLzdZNzAwY3hLd3ZkaklLQ1pFQjltd2phT1dmK2YvYnVQRDZtNi8wRCtPZmNtZXlMaEVTQzJNVytscVNLMmtuUnFxWFdGa1dwdGJhcTVZdFN0TlphcXBacWFWVXByUmF0MnNVYXhDNEpFUkVTUWhMWjE4bk0zSHQrZnlTNXYwejJSWEluOHJ4Zkw2L1hUT2JlbVdjU2MrYzhaM2xPYnpScDFFanBrQWdwY3hyVWQ4V1FEd2FBTWFnNHNNaXBidDNLU3NkRUNDR0VGRWVOR3Mzc21Zck5ZQXdxdHpadjRDMTNONlZESXFSTWNtdmRDaDNUZHJKUmM0SE5yTmF3WVpuck1TcUxpYTVnb3JJY3dnQ0hDcmEyNk5tOUM4ek56WlNPaVpBeVI2MVd3YU43RnpoVXFnakdtTDJsMm1wVW1WN09RQWdocE53VExGbGZjTmJRUksxR3I1N2RZV2RYUWVtUUNDbVRySzJ0OEU2UDdyQzBzQUFZNnFrbDB5RUF5bFF4cERLWDZOYXMyY2lKU1h3SUIwenIxYTBEOXpadlVBRXFRb3FBTVlabVRadWdTZU5HNEp5ck9HTURhelZzV1YzcHVBZ2hoSkNpcUZXcmxqa2dmTWpCYlp5Y25QQnVidzlxSXhKU1JJd3hkTy9hR1RWcVZBYzRMSmtnREs1VnEyV1o2amtxYzRrdU56ZDlHd3dkQkVGZ240d2VBUXNMQzZWRElxVE1zakEzeDBmREJrTVFCQWJBalV0U2Q2VmpJb1FRUW9wQ01xM1FCdURkQlVGZzA2ZE1nSTIxdGRJaEVWS20yVmhiWWNJbkg2ZTNFL25iM0ZSc3AzUk1oVkhHRXQxNlpnTERJc1lZYzIvekJycDE3cWgwUUlTVWVaM2ZibyszM25RRFkweGdERE1CbUNvZEV5R0VFRkk0alUwRkFSc1pZNng1c3libzIrY2RwUU1pNUxYUTI2TUhXclZvbnQ1T0ZKWURNRkU2cG9JcVU0bXVpNnZGUUFDTjFHb1ZwaytaQ0xWYXJYUkloSlI1S3BVS2MyWk9nMHFsQWhocldLTkJpOEZLeDBRSUlZUVVSbzE2YWc4QUxWUXFGVWFQR0U1dFJFSmVFYlZhalFtZmpFN2JoNXFoZWEwR3pYb3JIVk5CbGFGRXQ3R3BXaTNNWm93SmJxM2ZRS09HOVpVT2lKRFhSbjNYdW1qLzFwdGdqREdCNFg5QVl4clZKWVFRVWxhWXF0UnNQR05NYU5HOEtWcTNhcUYwUElTOFZsbzBhd0wzMW0ra2plb0t3dFN5TXFwYlpoTGRXZzNVWFJsbmRTek16ZEhMb3p0dC9FM0lLMlJxYW9wM2UzbkF5c29TREtoVnZZR2E1bndSUWdncEUxd2FObnNMUUV1VklLQm50ODV3ZG5KU09pUkNYaXNWSzlyam5aN2RZR0ppQW5BMHE5R29hV2VsWXlxSU1wTG9OamJsRE4wNHVMV3pzeE82ZCttY05ueE9DSGtsR0dQbzJLRWRhdGVzQ1E2WXFRRVAxS3RIKzNZUlFnZ3hkb0lKRnpweXNDcm1GdWJvODQ1SDJsSWNRc2dybzFLcDBLTmJGOWpiMllHRFZSSWtWYmV5c0NWbG1jZ1dYZXFiT0RMT09qTEdoRzZkTzhMWnFiTFNJUkh5MnFuczZJQ09IZHFCTWNhNHdOcFdoN21MMGpFUlFnZ2hlWEZ4Y1RIalFBL0dvT3JaclN1cVZhMmlkRWlFdkphcU9EdWhTNmNPWUF3cU1OYXhSbzFtdGtySGxKOHlrZWlhQ0dqQ0dGb0FRTC8zK2lnZERpR3ZyVDY5ZWdJQUdFY1R3VVRWWE9sNENDR0VrTHd3bTRwMXdlQUdBQjhObzFxS2hKU2tJUi8wQndBdzhGYVNHVFA2Z2tsbEl0RVZnV0Znekt4aGZWYzBxRjlQNlhBSWVXM1ZyMWMzN1RQR21CbUEva3JIUXdnaGhPU0ZTY0luakRIek9yVnJvbm5UeGtxSFE4aHJyVm1UeHFoVHV5YkFtTGxLeFQ1U09wNzhHSCtpVzdXcXBRQU1BWUQzKy9haGRSZUVsQ0NWU29YQkEvc0JhUmVIL25CeHNWQTZKa0lJSVNSSExpNFdnc0RIQVVEM3JsMm9qVWhJQ1ZPcFZPanRrVDc3RHhpSldyWE1sWTRwTDBhZjZOYXdkaGpFR0xPd3RyWkNqeTZkbEE2SGtOZGViNDhlc0xhMkJzQ3NhMW5aRDFVNkhrSUlJU1FuTlMwcnZjUEFMQzB0TGRHeC9WdEtoME5JdWRDdFM4ZTBYVG9ZczYxaFp2dXUwdkhreGVnVFhjWXdHQUFhTjJ5QVNwVXFLaDBPSWErOUNyWVY1T2xmSE1LSFNzZERDQ0dFNUlqeDNnRGdXcmNPcXJ0VVV6b2FRc29GWnljbk5HcVF0anlYZ2IydmREeDVNZXBFdDNidHBrNk1DUzBaZ0JiTm05SGV1WVNVQWxOVEU3enAxaHFNTVFpTXVWV3RYOTlCNlpnSUlZU1F6S3JXcis4Z01LRWxBRFJ1MUFCT2xSMlZEb21RY3FHaXZSMWF0VWlyVjhvRTF0ckZwWW5SamtRYWRhSXJtYXZiTU1EYXh0WUdyVm8wbzdVWGhKUUNRUkRRdEhGajJOdmJBZUJtSnJCNFcrbVlDQ0dFa014TW1FVXpEbFJScTlWbzgwWXJtSnFhS2gwU0llV0NpWWtKV2pSdkNnc0xjekFPQjdXVnlsM3BtSEpqeklrdWd5UzE1T0RXRmUzdDBiSjVNNlhqSWFUY2FOeW9QcHdyVndZSFRKakEzZEpxRGhCQ0NDSEdnVE0wWlF4T3BxYW1jRy96aHRMaEVGS3V0R2pXTkcybUxZTTlPR3VwZER5NU1kcEV0Mks5ZWphTUNZMFpZMEt6Sm8zZzdGUlo2WkFJS1RlY0tsZEdnL3Ixd0JnVEFOYXdSbzFtZGtySFJBZ2hoQUNBaTR1TEJRTnJCa0RkckVsRFZLdGFSZW1RQ0NsWHFsV3RBdGQ2ZFFGQXpWVm80dENnZ1kzU01lWEVhQk5kQzFqYUFyd0JBTFIxZDFNNkhFTEtuZi8vM0xFNmtscFA2M1FKSVlRWUJXNXRiY21BSmdEUXBTT3RyaUZFQ1YwNnBYMzJHRkRmbkp2YktoMVBUb3cyMFZXQlZXQkFmUUJvMHJpaDB1RVFVdTQwcU84S0FHRGd0ZFFxRTZNdE5FQUlJYVNjMFp0YVpDUzZyVnEyVURvYVFzcWw1azJiWk54MFZYR1JFdDNDWUV4c0FNWnNWQ29WR3JqV1V6b2NRc3FkQnE3MTBnckFNVlpCRXBpcjB2RVFRZ2doQUtCaVVpTXdWQkFFQWMyYU5GSTZIRUxLcFdaTkdrTVFCREF3ZTBFUWpMS2RhTHlKcmlCMEFvQkdEZXJEek14TTZYQUlLWGZNekV6UnFHRURBSUFnc0haS3gwTUlJWVFBZ0NDb3VnRkF2VHExWVc1dXJuUTRoSlJMNXVabXFGZTNEZ0JBWXF5VDB2SGt4R2dUWFRDNEEwRHpaazN5UDVZUVVpTGVTTjhuRFp5M1Vqb1dRZ2doQkdsckF0c2gweEliUW9neW1qUktXMTdLT0l5eW9KS3hKcm9NakRWRWV2bHFRb2d5M21pVm51aUNwaTRUUWdneENvd3pOQVdBaGczb3E0a1FKVFZOcjZQRUdJeHlEWUZSSnJvT05SczVNekE3UVJEUWxOWmVFS0tZbGkyYXA2Mi9ZS2hVdVhaVEo2Vmc5bTVKQUFBZ0FFbEVRVlRqSVlRUVVyNVZydDIwTW1QTW5qRkdOVndJVVZqanhnMGhDQUxBbUlOenZWYU9Tc2VUbFZFbXVwWm1KbzBCb0tLOVBTcmEwL2FkaENpbG9yMGRIQ3FsRlZ3MlY3Tm1Tc2REQ0NHa2ZETlRzd1lBWUc5bkJ3ZUhTa3FIUTBpNTVsQ3BFdXpUY3pWejZCc3JIVTlXS3FVRHlJbGRwU3E5bVlEZXJ2WHFZR0MvdmtaZGFDQThQQnl4c2JHd3RUV3NxcjFueng0a0pDVEF4Y1VGakRHRHg2NWR1NFk3ZCs2Z2V2WHFVS3ZWcFJ4eC91N2Z2dy9PT2F5c3JFcnROZlY2UFM1ZHVvVGs1R1F3eG1CdWJwN3Q5MVlRRnk5ZWhLV2xKU3d0TFlzZFUwcEtDa3hNVFBJOEpqWTJGbnYzN3NYVHAwOFJGUlVGVzF2YkhQKy9Sa1pHSWpnNEdBNE9Ea1Y2WDBvUkpRbWU1eTdnK1lzd2NPQm1YRlQ0VmFWaklvUVFVbjdaT3pwM1o0ejFyVld6QmdhOC95N3M3Q3FVMm1zL2V2UUlnaUFZZk0vcjlYcHMyYklGOXZiMnFGUXBlK0o5Nk5BaHhNWEZvV3JWcWtiMy9mL3MyVE5zMjdZTnNiR3hNREV4UVlVS0ZZd2l4bXZYcmlFMU5SVnF0YnJBQldsMzdOaUI4K2ZQSXpBd0VDOWZ2a1NkT25VTUh2Lzc3Nzl4N2RvMVBILytISEZ4Y2FoUW9RSk1UVTBMSFZ0MGREUUNBd1BoNUZTNms5eXVYYnVHcUtnb2NNNWhibTZlTm9wcUJGSlRVM0grb2hmQ0kxNUNFdGlWdU1qd0cwckhsSmx4L0pheUVuaERBSEIyZG9LcGFkNkpodElzTEN3d2R1eFlmUERCQi9qdnYvL2tuOXZhMm1McTFLa1lOV29VbmoxN1puRE9Uei85aElVTEY2SkhqeDVZc21RSkhqNThXS0l4U3BLRUgzNzRBWEZ4Y2ZrZXE5ZnJzWERoUWd3WU1BQy8vZlliUkZFczhPczhmLzRjbzBhTlFraElTSTZQYTdWYUhEMTZGREV4TWRrZVMwcEt3dlRwMC9IUlJ4L0J3OE1ERXlkT2hFYWpLZkJyWjNqeDRnVThQRHd3ZWZKazNMdDN6K0N4NWN1WDQ5OS8vMFZLU2txK3o2UFJhREJ1M0Rnc1hib1VXcTAyMStOaVkyT3hhZE1tTEZteUJBY1BIcFE3TG5iczJJR25UNS9LeDUwL2YxNStiNHNYTDhiejU4OEwvZDZVb0ZLcFVLMWFWUUNBd0pqUjlkUVJRZ2dwWHhoajlRREEwZEVCMXRhbDF5R1A5TFpLejU0OU1XblNKUGo0K0FBQTFHbzFJaU1qTVhUb1VDeGN1TkNnN2FMUmFMQm16UnBNbWpRSmZmcjB3YVpObXhBYkcxdWlNY2JFeE9ESEgzK0VKRW41SGhzU0VvTGZmLzhkaXhZdHd2ang0M0hxMUtrU2phMmdwazZkaWtHREJxRno1ODdZdG0xYmdjNjVlUEVpZHUzYWhYWHIxdVU0MkhIbXpCbHMyTEFCQ3hZc3dONjllM0h6NWswOGZQZ1FuUE5DeGJaNTgyWjgvUEhIV0w1OE9lTGo0d3Q4bms2bnc0UUpFM0Rod29WY2p6bHo1a3l1YmVnMWE5Wmc5T2pSNk5PbkR3WU9ISWlnb0tCQ3hWMVNMQ3dzNE95Y2x2UXpvSUhTOFdSbGxJa3VBNm9DZ0xXVlZkbytua1lzSTZGOS9QZ3hGaTVjaUJVclZnQUF1bmZ2RGdzTEMvajUrZUdUVHo1QlltSWlrSDVSdVhidEdwQ2UrTFZwMHdiVnFsVXJzZmdrU2NMaXhZdXhiZHMyakIwN0Z1SGg0WGtldjJQSERqeCsvQmdwS1NuNDl0dHZNV3ZXTE9oMHVueGZSNmZUNFlzdnZvQ3ZyeTlHamh5SjY5ZXZaenZHMU5RVU4yN2NRTStlUFRGLy9ueThlUEZDZml6cmhXYjA2TkZGR3NrZk5HZ1EzTnpjY09YS0ZZd2FOUXBuenB5Ukg3dHg0d2ErL1BKTGRPL2VIUk1uVHNTVUtWTnkvVGRxMUNqY3YzOGZCdzhlTlBpOUpTY25JelkyVnY2WGtKQWdQMy90MnJXaDArbHc0TUFCZlAvOTl4Z3hZZ1N1WExrQ0FQRDM5d2NBUkVWRm9WMjdkcWhTcFlwOFhzYVhwVEVTR0lPdHRVM2FIY1pkbEk2SEVFSkllY2VxQUlDbHBTVk1UUW8vSWxjY3paczNSNTgrZlhEMTZsV01IVHNXeDQ0ZEF3RDA3ZHNYQVBEZmYvOWh6cHc1OHZISGpoMURjbkp5V3RTTW9YMzc5ckN4c1NteCtPTGk0akJ4NGtSczJiSUZjK2ZPemJPakhnREN3c0xrMis3dTd1alpzMmVKeFpZaEtDZ0k1OCtmTC9EeFk4ZU9MZlJydEdqUkl0dlBNcytnN05DaEE2eXRyVEYwNkZBTUhUcFVicXZsNS9yMTYvajc3NzhCQUgvOTlSZkdqQm1UYlRBck4rdldyY08xYTljd1k4WU0vUGJiYnprZWs1cWFpdjc5KzJQMDZORzRkZXVXd1dPWk95NTY5dXlaYmNSYUtTWnFOYXpUWjRBeWxwYS9HUlBqbXplYmx1ZzZJYjJYd0ZpRzVuTWlTUklFUVVDdlhyMndaY3NXaElXRjRZOC8va0MvZnYzUXNHRkR0R3JWQ2w1ZVhuajU4aVhPblR1SFBuMzZZTy9ldlVENkJYck5talY0ODgwMzgzeU5PWFBtSUNrcHFjZ3hjczV4OCtaTkFNRGp4NDh4ZXZSbzdOeTVNOGNwRjdkdTNjS1BQLzRvMy8vMDAwOHhmdng0SUgzcXpjbVRKL044TFRzN083ejExbHRBK2dXZ1pjdVcyYVptVDVreUJTZFBuc1R4NDhmaDVlV0ZyVnUzb21IRGh0bEdqb3N6WGYyTEw3N0E0TUdESVVrU1ZxeFlnYTVkdXhvOFhyVnFWV3pac2dWSW40Snk4ZUpGT0RvNnd0blpHYlZyMTVaL0Y1OTg4Z2tBb0U2ZE9uTHY0TVdMRjNIcDBpWDV1VEk2TURJZXkvalNlUGZkZHdFQWx5NWR3cHR2dmlsZlJKczFhMmJ3UmJKanh3NTgvLzMzbURCaEFzYU5HMWZrOTF4U0dHT3d0RXovVzNCV0piL2pDU0dFa0JMRjRRaVd0b2VuMnFUMG1yR2NjekRHTUhyMGFCdytmQmlpS0dMbHlwWG8wYU1IbWpkdkRrdExTeVFuSjh0dEFXZG5aK3pac3djQVVLdFdMV3phdE1tZ2t6dXIwTkJRZlBQTk44V0tVYVBSeUxNRVQ1OCtqWVNFQkd6YXRDblhRYVBRMEZENWRtRUdYUklTRWpCdjNqeE1talFKalJzYlR2WktTa3JLZFRRNUlpSUNreVpOUW5SME5PYk9uWXVCQXdjVytEV0xLK3RTdEZhdFdxRkxseTd3OVBURWxDbFQ4TjEzMzhsdDJKekV4c1ppNGNLRjh2MjMzMzRiSzFhc2dMbTVPZTdkdTRmTm16Zm5HMFBHODErOWVoVWRPM1pFOWVyVkRSN3YxYXNYL3Z6elQ5eStmUnZqeG8zRGdnVUwwSzlmUHlCTG9tdE1TenBWS2hVc0xPUjJvclBTOFdSbGZJbHVyVnJtQUd3QndNS0k1cURuWlBYcTFaZ3padzVVS2hXNmRlc205OUJrSkQ4MWF0U0FsNWNYQUtCeTVjcUlqbzdHNGNPSFVhTkdEYXhldlJyMTZxVlZDOXkzYng5Njl1d0plM3Y3YksreGN1WEtZc2ZwNGVHQnlNaElBTUJubjMyV1k1S2JjZEVSUlJGV1ZsWll2SGl4UVlMNC92dnY0LzMzM3k5MkxIWjJkdWpmdno5Ky9mVlhKQ1FrWU5teVpkaTllemYwZXIzQmNRVmRrNUdUT25YcW9HM2J0cmg4K1RJMEdvM2NJWkdUc0xBd0xGbXlCQUF3ZmZwME9kSE5yRm16Wm5JUGJNK2VQWEhod2dXMGJ0MGEzYnQzUjJSa0pNNmVQUXVraitLUEhqMGF4NDRkdzRFREI3Qm8wU0pVcjE0ZGdZR0I4cGVKcWFrcGxpOWZEcVJQRS8vbm4zOEFBRnUzYmtWY1hCdysvL3p6SXIvdmtzQVlnNldGUEFXb0l0RFlGTGlYZHhjeElZUVFVaUxxbVRHQjJ3SU01bVptTUNtbE9pY2FqUWJidG0zRHRHblRVS05HRFRSczJCRCsvdjVJU1VtQktJb3dOVFZGdFdyVjhQRGhRMWhZV01EYTJob1hMbHpBbzBlUDBLRkRCeXhkdWhTMnRyYlFhRFRZdjM4L1B2end3MnpKWjdWcTFiQnAwNlppeFJrU0VvTCsvZnNENmNuUS9Qbno4NXdabVhrWmxZdEx3U1p0U1pLRStmUG40L0xseTdoKy9Ucm16SmtqdnlZQUhEaHdBUGZ2MzgveDNKY3ZYOHJ0MGErLy9ob2FqUVlmZnZoaHZxK1psSlJVcExveHExYXR3dkRodytIaTRwTGpldHpodzRmRDA5TVRuSE1jT1hJazEwUTM0ejFIUkVUSW5SMFRKMDZVMjVhTkd6Y3U5dDh1dzhjZmY0enAwNmVEYzQ0VksxYWdjK2ZPc0xPek0yZ25GNmVOL0txcDFTcFl5SWszdHdOYW13QTM4cDhLV2txTUx0RjFVdG5hY3NDRUFiQ3dNTzVFOS96NTh4ZytmRGlxVjYrTy92MzdJelEwRkhYcTFFSHIxcTJCOUJGUkp5Y25WSzFhRlc1dWJsaTdkaTA2ZE9pQVJZc1d5Ui9ZNzcvL0hqdDI3TUMrZmZ1d2VmTm1PRHRuN3d6aG5FT3YxNE14QmtFUUN2MDd5YnhlcEdIRGh0a2UxK3YxbURkdkhpSWpJK0h1N282RkN4ZWlRb1dTSys3UXAwOGYvUHJycjBENktET3lqSXdpZlVwNGNjeVpNd2QvL3Zrbk9uVG9VT0RmVit2V3JiRjQ4V0owN3R3NXovZC84K1pOL1BmZmYvajU1NTloWi9mL1ZjRVBIanlJcTFldklqQXdFREV4TVJnNWNpUjI3dHlKUTRjT0FRREdqUnVIa1NOSEFnQThQVDJ4YU5FaUlMMVhjZVBHalVaMTRjckFHSU9GaFVYR1hiVlRYYlZkK0NORUtCc1ZJWVNROHFocWZjRUduSm1samVpYWwxcEJ6K2pvYUJ3N2RnelRwazBEQUl3ZlB4NS8vUEVIM24zM1hUbUJXckZpQlU2ZE9vVjI3ZHJCMnRvYVAvendBeVpQbm96Um8wZURNUWFOUm9QcDA2ZkxCVW0vK2VhYkhKTXZVUlFoU1JJWVkxQ3BWSVVxRHBXNUJvbWxwV1cyRWNPc2dvT0Q1ZHQ3OXV5Uk85L3prcHFhaXVEZ1lGaGJXd01BMXE5ZkR4c2JHM1R2M2gwQTVIWk9Udjc0NHc5NVNtNjdkdTBLTktJYkdSbUowYU5INDV0dnZrSExsaTN6UFQ2RHA2Y245dTNiQjA5UFQvejQ0NDhHVThZenBuUTNiOTRjVmFwVXdZc1hMK0R1N3A3cmMyM1pzZ1ZYcjE2Rmk0c0xGaTllakhyMTZwVllmdEsrZlh0VXFGQUJjWEZ4ME9sMENBME5oWjJkblVFN3ViaHQ1RmRKcFZMOS93Z3pZNmJWR2liWmh2b2pTdW00TWhoZG9tc0MwUlpRbXdxQ0FIT3pvbFhlTFExMzc5NUZXRmdZdnZqaUM0T3BLSThlUGNLc1diTU1qcjE5KzdaQm9hck1VeC9PblRzSHBGOXN4b3daZzgyYk42TldyVm9HNTBkRlJXSE5talU0ZGVvVUdHTndkSFJFMWFwVjBiSmxTN1J2M3g2dFdyWEtNOWJNRjc2czB4MDQ1MWk2ZENrQ0F3TXhiOTQ4REJ3NEVFZU9ITUg2OWVzeGNlSkU5T3ZYcjlEcnBQVjZmWjVmUG5YcjFrV05HalVRRWhLQzk5NTdEMGlmQnBOWlRxUGJHZjc1NXgvWTJ0cWlVNmRPT1Q3T09jZnUzYnZ4NU1rVGpCa3pKc2RqVHB3NGdjZVBIK1BseTVmeXozYnUzSWt6Wjg3ZzZOR2ptREJoUXI3dmM4Q0FBZWpZc2FOOG9lN1hyeDlHang2TjJiTm40OHlaTTJqUW9BRWNIQnp3enovL1lQRGd3UWdLQ29LRmhRVVlZd2JyUVFZTUdQQktxa1NYQk1ZWXpNek5JQWdDUkVsVXFibldEcUJFbHhCQ1NPa3oxUXJXTUljWll3d1dSZHlkb1NpT0hUdUdpSWdJVEp3NFVlNzhOVFUxeFlrVEozRGl4QW1EWXpNS1lUbzZPc0xYMTFkdUU4YkZ4ZUgyN2RzQWdMTm56K0t6eno3RHQ5OSttKzM3Ly83OSsxaTllalY4ZlgxaFltSUNaMmRuMUtoUkE2MWJ0MGFYTGwxUW8wYU5YT1BNcTcyWEZlZmNJTkhkdW5XclFlZDlTY2hjUU1uTnpRMXF0VHJiakw2c1ZxNWNpWWlJQ0V5Wk1nWGJ0bTFEa3laTjhuMmRxVk9uSWl3c0ROYlcxa2hPVHNiS2xTc05wbGhuRkpGU3E5VTRlUEFncGt5WkFoOGZIM1R1M0RsYkVubjQ4R0hzMnJVTHc0WU53K1RKa3hFVkZZVmV2WHBoMEtCQkdEdDJySnp3RjFSK2JXUkJFTkM1YzJjY09uUUlEUm8wZ0t1cks1QmxRQ2l2TnZLREJ3OXc4ZUxGSXExdExvcTBuVkxNSUFnTWtzUk4xTnpVRnFCRU4xZk1WR1VPemdSMTVqbmZSaVk2T2hwTGx5NEYwb3NmRFJnd29GRG5KeVFrd01iR0JyZHUzWklUWFh0N2U0d2JOeTdISWdVT0RnNVlzV0lGZ29LQ3NHYk5HbHk5ZWhYaDRlRzRkZXNXZHU3Y2lZWU5HMkwrL1BrNWZ2aDFPcDNCK3RkTW8zTkFldlc0YXRXcTRmRGh3N0N5c29KZXI4ZjI3ZHNSRXhPRHI3LytHci8vL2p2bXo1K2ZiektkNGNTSkUvajU1NSt4YnQwNmVZcTBLSXJaS2kxdjNib1YwZEhSY0hSMFJHUmtwRUZoS3JWYWplVGtaTG1BUTJaZVhsNzQ2cXV2QUFDelpzM0NzR0hEZ1BRMXRULy8vRE9RL21XU1VlQnA1TWlSMkxScFU3WmV6U1pObXNEUjBSSEJ3Y0Z5WVlIMjdkdGorUERoWUl4bFM3eUxhdGV1WFJneFlnVEdqaDJMTld2VzRNY2ZmMFMvZnYza3lvYTFhdFdDaDRmSEszbXRrbUp1WmdZVEV6VWtqU2hBcmJJb3dDbUVFRUxJSzhmTVRNMDRnMW90Q0xDMExKMnZJeDhmSCt6WXNRTUFNRy9ldkR3VHpheEVVVVJxYWlvc0xTM3g0NDgveW9sdWd3WU5NR3pZc0J3SEVwbzJiWXBmZnZrRkZ5OWV4Sm8xYS9EMDZWTThmZm9VbHk1ZHdzYU5HOUcxYTFmTW1UTUhEZzRPMmM3Tk9xS2JsL0R3Y0huR241MmQzU3ROY284ZlA0NEtGU3FnYmR1MkJqOS85T2lSUWF6VHAwL1A4ZnpNeWE5V3E1V25GSjg5ZTdaQWllNTMzMzJYN2YxbjFNaEJsc0VWVDA5UFhMdDJEZGV1WFlPbnB5Zis5Ny8vb1V1WExrRDZPdWRidDI3aDc3Ly9SdFdxYVhXV3RtM2JocFNVRk96YXRRdUhEeC9HNU1tVEM1d0hoSVNFWVBMa3lWaXlaQW5lZU9NTitlY3hNVEVHYmZWSmt5WmgwS0JCcUZTcEV1TGo0NkhWYXJOMUNHUk1BYy9zeFlzWG1EWnRHdUxpNHZENDhXTjgrZVdYK1c2VCtTcFlXRmhBcFZKREZMVnFMb3BHMVU0MHVrUlgwT2xObUltcG9GSWJaNkw3NHNVTGZQcnBwL0theTR6LytBWEJPY2ZXclZ1eGYvOStmUHZ0dHpoNDhDQ3NyYTB4Wk1nUWpCdzVNdDllb1RwMTZtRHo1czA0ZWZJazFxeFpJLzhuOS9mM3g1Z3hZN0JwMHlhNHVia1puSk0xV2N6NndSOC9mcnpCaCtDMzMzNlRLOGd4eGpCaXhJZ2NwenZuSkNRa0JFdVhMa1Z5Y2pKR2poeUpEUnMyb0dIRGh0RHI5ZGl3WVVPZUpkeWZQSGtpMzdhd3NNRDY5ZXR6UEM1ektmZzFhOVpBRkVWODlORkhhTldxbFp5TW56cDFTcTU2K09hYmIrYjRaVkN0V2pWVXExYk5ZTHB3L2ZyMTRlTGlBcjFlYjlETG1adS8vdm9Mdi96eWkzdy84OVJscEhkZVpQNjdEaDA2RkFNSERzU0pFeWVnMVdvaENBSVdMVnBrOUpYRnpjM01vRmFya1FvdEV4Z3o3djIrQ0NHRXZMWkVVYThXbUlrZ3FBUllXcFI4ZS9yeTVjdjQvUFBQb2RGb29GYXJjMnhQNUNZcEtRbHo1ODdGeTVjdnNXSERCaHcrZkJndUxpNFlNMllNM252dnZYeW52bmJvMEFGdnZ2a21kdTNhaGUzYnQ4czdZSnc1Y3daK2ZuN1l0V3RYdG5neUo3cFpCemF5eW1pcklMMTlXUmdwS1NucEkzazV0OU05UER3d2I5NDgrUHY3NCtPUFB3YlNrOWVNMFc1VFUxT01IVHMyMTVITnRtM2J5dTkzdzRZTlJaNmlMa2tTb3FPakVSRVJZVENnY3ZyMGFUeDQ4RUNlSXQ2elowODRPVG5CeWNuSm9DaFh4NDRkMGExYk4vbStqNDhQamg0OUt0L3YwYU5IdG9LbnVVbE5UY1djT1hQdy9QbHpUSnc0RVlzV0xVS2ZQbjJBOUZvOWVWVnZ6cnFOMFpFalIzRDgrUEZzeDBWRlJjbGJpUjQ5ZWhSSlNVbFl0MjVkZ2VJckRndHo4NHhwOWt4U01hUEtMWTBxR0FDUUJGTzF3TGxnTU9mYmlKdzllMVpPY2pPbWtuenh4UmM1N2cyYlZXSmlJZ0lDQW9EMDNwcU9IVHZpdi8vK0svUUMreDQ5ZXNEZDNSM0xseS9INmRPbmdmUUx5T3JWcTdGLy8zNkRZek5YYkZhcjFkbDZkakxmRHcwTnhROC8vQUNrSjdtTEZpMkNoNGNIWnMyYWxldlVrdkR3Y0huUEx3Y0hCNE9ldHYzNzkyUFJva1V3TXpPVFI4QnpzM3IxYXJsNGdidTdPNVl0VzViamNSczJiSkF2enAwN2Q1WkhkSE5UdDI3ZGZDLzJXZVB3OS9mSHhJa1RjejJtVWFORzZOYXRHM3IwNkNGWFpnWUFWMWRYZE96WUVZOGZQMGJ6NXMzUnNXTkhneVRXeGNVRkhoNGVPSExrQ0FCZzFLaFJPWmJBTnpabTVtWVpYektVNkJKQ0NGR01LREMxaWpHVklKUk9vbnZnd0FGNTFMTlhyMTVJVEV5VTErbm01OFdMRjNKeU5YandZSXdZTVFKanhvd3AxTnBPRXhNVGpCMDdGcDA2ZGNLQ0JRdmtpc3JoNGVINDZhZWZETFl5UXBicHJmbTFMUjg4ZUNEZnppaU9XaEFKQ1FtWU9uVXFkRG9kMXExYmg4cVZLK2Q0M1B6NTh6Rm8wQ0FFQndkajRjS0Y4UEh4a1JQeEZpMWFsTXI2NmhVclZrQ3YxNk55NWNvR3IrZm82SWd0VzdaQUVBVEV4TVJBRUlRY2E3TmtiaVByOVhvc1c3Wk1IbXpwMjdjdjVzeVpnelZyMWhpTVZHZVdrcElDWDE5ZklMMkFWUFBtemVVQnFXUEhqcUZkdTNhd3Q3ZlBkN21jcDZlbnZPT0huWjJkdkpWcFZwY3VYWUszdHpjQW9HTEZpc1d1NGwxUTV1bUpMc0FGbFNBWVZXNXBWTUVBZ0NEb1RUalU2Vk9YaldyMEd3RHd6anZ2NE9yVnExQ3BWSmc1Y3laTVRFeXdhdFdxZk0rTGpJdzBxQ3huWm1ZR096dTdJaGNncWxDaEFsYXRXb1dEQnc5aXhZb1YwT2wwY2k5T1pwa3Zlbm1OR0hQT3NXelpNdm1DN3VIaEFROFBENWlabWVWWlNXN1BuajFZdTNZdGtENzFONlBBVW1GbGRBQWd2WHBkYmpJWDFyS3pzeXZTYUtoZXI4Zk1tVE1oaXFMQjcyZmx5cFh5QlNtak1uSk8xcXhaQTBtU01ISGlSSU1PZ05xMWErUFFvVU80ZmZzMkhCd2NZR1ZsWlZEYzRQNzkrL0QwOUpUdi8venp6d2dLQ3NMZ3dZUFJ1blhyVXBsZVVoUVpsUzA1NDRLa2gzRUdTUWdoNUxXblZxbFVIQkFFUVlDbFZjblh0aGc1Y2lSaVkyUGg2dXFLYWRPbXdkemNITnUzYjgvM1BHOXZiMHllUEZtK2IyOXZEMHRMeXlJWE1LcFhyeDUrL2ZWWHJGMjdGbi84OFFlUXd5Z2ZDdEhtQ3c0T05waks2KzN0WGVBRS9zbVRKL0xvNDRnUkk3QisvWG8wYXRRbzIzRTJOamFZTjI4ZVpzNmNpWlNVRklNcDMxMjdkZ1huSERObXpFRHIxcTB4YU5DZ1Z6NjRsWnljakhuejVzbnJ1Qk1TRXVSWmVDRWhJZkxmNHZmZmY4Y3Z2L3lDTGwyNm9ILy8vbkJ6Yzh0eDdmZlBQLzhzRDdUVXFsVUxVNmRPQldNTXMyZlB6aldHQnc4ZVlQanc0VUI2Y3IxMTY5WWl2WmZNYmVTY2Z0Y1pzazVkTDYwQlF3c0xjNmhWS25BT2dZbkcxVTQwdWtSWEVwbGFwUVpUcVRLWHF6WWU5dmIydVU2cnpZMUdvOEdzV2JNUUdSa0pPenM3REJreUJNT0dEWHNsbTRiMzY5Y1BOV3ZXeEwvLy9wdHQreC9PT2Z6OS9lWDdlYjNlcmwyNzVGNGdwRjlBZFRwZHFWUUMxdXYxQmoyTFdxMFczdDdlT1ZiQXk1em9GdllEbkxFSG1hV2xKVmF0V3BXdE4xR3IxU0lxS2dwVnFsUXgyRWMzSnovODhBT3VYNytPcGsyYnlzbXhwYVVsMXExYmh3OC8vQkRQbnovSHNtWExjUGp3WVNCOSt0UGN1WE5oWTJPRDZkT25ZL1BtellpTmpjVzVjK2R3N3R3NW1KdWJ3ODNORFV1V0xDblJpdGRGWVdiMi95TzZqRVowQ1NHRUtFUVVtVm90Y0VFUWhGSVpER25ldkRsKy9QSEhRcDBURWhLQ09YUG1RSklrMUs1ZEc2TkdqVUx2M3IyTHZVekp4TVFFYytmT1JmMzY5ZkhvMGFOczFZMVRVMVBsblN5UVQ1dXZaczJhV0xGaUJkYXVYWXZ3OEhCczJMQ2h3TnNMYmRteVJmNmRPRG82eWhXTWM5S3BVeWU0dWJuaDVNbVRjdklvQ0FLNmR1MEt4aGlHRGgyS3laTW40NDgvL3NES2xTdnpUT0t5K3Z2dnYzSDI3Rm4wN2RzWEhUdDJOSGdzS1NrSk0yYk1RS1ZLbGZEVlYxK2hRb1VLc0xHeGdiT3pNOExDd2hBWEY0Zm82R2hVckZnUnAwNmRnazZudzRrVEp4QVFFSUJaczJhaFhidDJCczkzNTg0ZGVjWWowdHVpU1VsSnFGaXhZb0hqTFk2TXVqTkkvNTMvKysrLzZObXpaN2FxM1puYnlLVTVXR2doaitneUpqRktkUFBHV080TE9jdVFoSVFFbkRoeEFnNE9Eamg0OEtCY3dLcDc5KzQ1bHBNdmpzenJVeE1URTNIbHloVmN2SGdSbHk1ZE1xZ2VsMXVoQVI4Zkgzei8vZmNHUDZ0VHAwNmhLOGtWMWZYcjErVXAxbzZPanZEdzhNREFnUVBScEVrVExGcTBDSFhyMXBXUHpWeEFvTENWaWpOR1h5MHNMSER1M0RuczM3OGZIMy84c1Z6a1lPWEtsVGh6NWt5T1NYQm1mL3p4QjNidDJvVTVjK2JBM2QzZG9EeStyYTB0NXM2ZGkxbXpacUZseTVaSVRVM0YxcTFiY2Zqd1lZd2NPUkxEaGcyRHBhVWxXcmR1amM4Ly85emdTK25UVHo4MXVpUVg2VjlLY3UrbVNqTGUvYjRJSVlTODFoZ1lCNHl2bVJnWUdJaDc5KzdCM3Q0ZXExZXZocXVySzhhTkc1ZXRic3Fya0xud1VWaFlHQzVkdW9RTEZ5N0F4OGZIb0YyVVgzdWlUWnMyK08yMzN4QVJFWkhqMXBhNXlieGJoWnViVzc1THNHYk1tSUVQUC94UW52TGJzV05IZVcxeDI3WnQwYmh4WTl5N2R3K2Zmdm9wOXU3ZGE3QkdOaStpS09MaXhZdTRlUEVpcWxhdENwVktCVWRIUndEQWhBa1Q1Tm92dzRjUHgzZmZmWWM2ZGVxZ2Z2MzZDQXNMQTlLTG1EbzdPeHZVaUZtOGVER2FOV3RtOERyeDhmR1lQMysrUWJFb2UzdjdmTGR1ZWxXU2s1TngvZnAxK2Y2SUVTTXdmZnAwYk5xMENmUG16VFBZZ1NUemlINXBKcnBwN2NTTUR5ZzNxdTF5aks3UnFwS2dBK2VTS0lwSXlkUXpVZGJFeHNiaTY2Ky94c3laTTNIKy9IbE1uandadlh2M3pwYmtCZ1VGWWR5NGNZaUlLUHFPTFlHQmdkaTFheGMrL2ZSVGRPdldEWFBtekVGa1pDUTJidHhvc0lZMXA0dGVXRmdZWnMrZWpYYnQydUdqano0cWNnekZrVkY1R2dEZWUrODkxS3haRTIrOTlSWjhmWDB4ZXZSb2c1NnN3cXcveVNwalJOZkN3Z0tjYzF5L2ZoMVRwa3pCWjU5OWhtblRwdUgwNmRPSWo0L0gxS2xURFViQ001Ky9aY3NXM0wxN0YvdjM3OGZnd1lNTkhzK1lldHkrZlh0NGVYbWhUWnMyV0xseUplclVxWU1qUjQ1ZzdOaXg4cGVRZzRNRHBrNmRpb2tUSjhMYTJocnZ2Lzkrb1hveVM1TW1OVFdqazRBTE9wWjcxeTBoaEJCU2dnU0o2eGxqb2lSSkJ0TTBsZWJqNDRNbFM1WmcrdlRwU0UxTnhZd1pNM0pNY3YvNTV4OHNYcnhZTHJSVVdIcTlIamR2M3NSMzMzMkhvVU9Ib2srZlBsaTFhaFVxVjY2TTMzLy9IVTJiTnBXUExVakh1U0FJZVNhNVQ1NDhNZGdlRStucmd6TmtKSlo1YWRDZ0FUcDM3aXpmejVvWTkrclZDMGdmaGMxYzRMTXdQdnJvSXh3OGVCREhqaDNEc1dQSERMYjViTjY4T1dyV3JDbkhrdUhpeFl2NC9mZmY1ZnNkTzNiTWx1VHFkRHA4OGNVWE1EYzN4L3o1ODRzVVczRjVlWG5KLzE5YXRHaUJPblhxWU9EQWdYajU4aVZtenB4cFVKdW5PRzNrNGtoSjBVQXZpZ0Rua2twQzBmNXpseENqRzlHVjFGeW5Za3pTaXlJMEtXVTMwYzBxbzFSNVpocU5CblBtekVGUVVGQ2U2eHl5aW91TGc3ZTNOeTVmdm96TGx5OGJKTWx2dmZVV3hvOGZqK2JObXdQcHhiTXlaSjFpa1pDUWdQbno1K09UVHo3QkJ4OThnSjA3ZHhielhSYWVScU9SSzhlcDFXbzVlZlR3OElDWGx4ZVNrcEt3ZVBGaUhEaHdBQ2pFK3BPY1pKeWI5Y1AvN2JmZlFxMVdZOHlZTWJoejV3N2VlKys5SEN0TmE3VmFlSGg0R0ZRbnRMT3p3K1RKazFHL2ZuMTVaQmpwWHg0OWV2UkEzNzU5c3owUDV4d0xGaXpBaFFzWDhPbW5uK0xZc1dPdmJEdWprcENxMFVDbjE0TnhKa2xxVUtKTENDRkVFYUphMGd0Y2tDUkpRbkt5OFNTNm1UazdPK2ZZbGdzS0NzS0tGU3VnMFdqdzlPbFRyRjI3dGtCYitvU0dodUxLbFN1NGZQa3l2TDI5NVJsd2FyVWFBd1lNd05peFkrVmtOZk5vYTZWS2xZcjFQaElTRWpCOStuUThmZm9VdnI2K21EbHpKdFJxTlo0K2ZTb2ZVNlZLbFh5ZlJ4UkZ1ZGdvQU96WXNRTzlldldTaytUMjdkdkx0VjR5Umx0ZnBjejFYTjU4ODAxNWpmVzVjK2ZrMzZWS3BUSllVNDMwdHRyU3BVdFJ0MjVkckYrL1hpNEVWdG9PSFRvazM4NFl2UEx3OE1ER2pSc0JBR3ZYcnNYYmI3K05LbFdxR0xRbFg4WHl5SUpLMGFSQUZFVXdCa2t5TWE1Mm90RWx1cUlrNlZVcWxTU0tFalNweHBmb2hvYUdGcWo0bENiTGFQVG5uMytlclFoQlJFU0V2SGwyWkdRa0preVlnTjkvL3ozYmhVT3IxZUxPblR2dzl2YkcxYXRYY2UvZVBZT3RlaGhqNk55NU04YU1HWk90a0ZQbWN1cFp5OUEvZWZJRXExZXZMdmJGc0RnT0hUb2tGOUVhTW1TSWZPSEx2TDlZUnVFREZ4Y1hSRVg5L3g3VVdUZjF6b3RPcDVNdmFBVzVNT2ZFM0hHZkt3Z0FBQ0FBU1VSQlZOd2NkZXJVUVd4c0xPYk9uV3Z3bUxlM04zYnYzbDJnNTBsTVRKUXYrdHUyYllOZXI4ZWtTWk9LRkZOcHlEeWl5MkZjRnpCQ0NDSGxoMHJrZXE1bW9pVHhVaG5SUFhmdUhQNzY2Njk4ajhzOHl2bmt5Wk1jQ3pzOWZQaFFiaHZldm4wYlU2Wk13YTVkdTdLMURlUGo0M0g5K25WY3ZYb1ZWNjVjeWJidGpMbTVPZnIzNzQrUkkwZG1xM2ljVjV2dndvVUxPSFhxVkw3dkpVTmdZS0NjMU83YnR3OUJRVUZZdjM2OXdXc1VaRjJ2cDZlblFRS2JrSkNBdFd2WHlwV0RhOWFzQ1ZkWFZ6eDgrQkR2dlBOT2dlTXJpaFl0V3FCaXhZcUlqbzQyS09BNmN1VEliSlduSXlJaU1IejQ4QUp2c1ZrU0hqNThDQzh2THlEVGpoOUk3MHpKV0crczErdmg3ZTJOOTk5L0g5SFIwZks1aFdrakY1ZEdvMG1mMnMwa1VSSnozcVpGSVVhWDZLb2s2TGpBdVNpS1NEYkNFZDFxMWFwaHc0WU4rUjczOU9sVDlPdlhUNzYvWnMyYVFoZDJDZ2tKd2ZMbHkzSDM3dDBjRi91Ym1wcWlkKy9lR0RGaUJHclZxcFhyYzJUSW11QmxuYUpSMmhJVEUrV0NCcFVyVnpZb3I1NzU0bTFpWWlMM2VtYitFQmVtQ01DLy8vNHIzeTdzZm5GWjJkblo1VnM1YitQR2pmSVVuSG56NXVHRER6NG8xbXNxS1ZXVENyMU9ENEJ6aVJKZFFnZ2hDaEVscmxPRFM1SWtJYWtVUm5RN2RlcGtzQVl5TjMvLy9iZThMV0t0V3JVSzFFN002dXpacy9qaGh4OFFFQkJnTUppUndkN2VIb01IRDhiZ3dZTnpIQWxPVFUwMVNMaXpUa2wyYzNORC9mcjFDeDFYQm5OemN3UUZCY25Md0ZRcWxUd2xPQys3ZHUwQzByZmt6R2lUbmp4NUVpTkhqcFFIWjNidDJvV1ltQmc0T1RrVk9iNkNFQVFCNzczM25zRVU2VWFOR3VIVFR6K1Y3NGVGaGNIYTJscmVWMWRKR2YrUEdHUDQzLy8rWjlBcDR1VGtKSGNnWkxTWk13OEdsVmFoTEtSUFhSYjFJampua3BvYjF4STNvMHQwd1FRTkdCTkZVY3cyS2xyZXVMaTRJQ0VoSVZ1U1c2bFNKWHp3d1FjWU5HZ1E3TzN0Y3oyZmMyNVE3S2kwRnM0WDFMcDE2eEFkSFEwVEV4T3NXTEhDb0lpQ1dxM0dOOTk4QTA5UFQvVHAwd2ZXMXRaeXoxV0czUFp1eXl3ME5CU1RKazB5K0ZKbzNicTF2R2s1MG51aUJFR1FMOTZGY2UzYU5ZU0VoS0JpeFlwd2NIQ0FxNnRydnRXZ2c0S0NzR3paTXF4Y3ViSkE2MXVVcGtsTmhVNnZCMmVRb0pXTWM2NFlJWVNRMTU3RXVSYWM2U1ZKUW9ybTlmbzZhdEtrQ1lLRGc3TWx1YTZ1cmhnNmRHaU9kVjR5Q3dvS2tzOVZxVlNvV3JXcXdlUG01dWJGM200bVk2a1owaFA2L0lxcm5qcDFDbjUrZnJDenM4UDI3ZHZ4MFVjZnlkT3I5KzNiaHlWTGxnRHBBemVsbFZRT0dEREFJTkh0MGFPSHdmYU9QLy84czhFYVg2WDg5OTkvdUh6NU1nQmcrdlRwMmFiRHo1NDlHM3YyN0RGWU9wZDU5TDgwMjVjcG1yUTF1b3d4a1FzNm8wcmVqQzdSMWJQVWVGTllha1ZSUkVxS0JwenpIUGV6S2c4RVFjQ01HVFBra2M0bVRacGc2TkNoMlQ2VXVRa01ERFJZMDVxNWVySFNUcDA2aFlNSER3SUFGaTFhbEdQVnZwNDllNkpuejU3eS9jeVY4UmhqdVJaUXlKaWlEQUMvL2ZZYmV2VG9nWHIxNnVINDhlTm8wS0FCcWxhdGFwRG9MbDY4R0l3eGc5SHZncnA0OGFJOFpibFhyMTVZdUhCaG5zZHJOQnJNblR0WDNocGc0OGFOY0hWMUxmVHJsaGJPT1ZKVHRXbHJMemowZXBhYWZiTm1RZ2docEJRSVdwWUlNNTRxU1JKU2tsTmVxemFpbzZNalJvd1lnZTNidDBNUUJIVHExQWxEaGd3cGNPWG1PM2Z1eUxkcjFLaFJvSFppWVdWTW8wVU9SYVd5MHV2MStQNzc3eUVJQXBZdVhRb0hCd2QwN3R4WjNnZjQ5dTNicnp5K2d2anp6ejhON20vWnNnVnZ2UEVHbWpWcmhyQ3dNSGg3ZTVmSTc2NHduajE3SmsvdDd0Ky9mNDdGWWhzMWFvU2xTNWZLOTFOVFV3Mm1sUmUwZW5WeGNjNmgwYVJDa2lSd1FLZFBWR1hmNEZsQlJwZm9QZyt3aWF2VlVLOEZZMGhOVFgydExtSkY0ZWJtaGo1OStxQi8vLzd5RmtJRmxYbTZicFVxVlVwMUdrTmU3dCsvankrLy9CSnF0UnBmZnZrbGV2ZnVYYUR6TWwvRXExZXZubU5Qb3ErdnI4Rm03bFdyVnNXQ0JRc3dZOFlNQURDWVFteGlZb0lXTFZwZzllclZZSXpocDU5K2drYWpRWThlUFF5UzVZTHEzTGx6anRQVDkrN2RhN0F1cG1MRml2TGZZdS9ldlZpMGFGR2hYNnUwY002Um5KS2NkaHZRaHdVR3hpb2RFeUdFa1BMcDJUTy9oRm9OVzJyQUlIZkM1clVkWUZremF0UW8rUG41NFgvLysxK2h0dnpobk9QSWtTUHkvY3pWbDErVmlJZ0llWVFSQU56ZDNmTThmdnYyN2ZLZXdobjcwbmJ0MmxWT2RKVm8yNTgrZlJxLy92b3JURTFOWVdwcWlzVEVST2gwT2t5YU5BbXJWcTNDa1NOSENqUmJzQ1RGeDhkajJyUnBTRXBLd3VEQmd6Rjc5dXdDbmVmajQyTXdNN0cwQnJjTWRzbmhYUHZzbVI4bHVubTdvUU5heGlGOUtGeVVwR3dMOVkxTmZIdzhMbHk0QUNzcksxaFpXY0hTMGxJdU1wV2hPQnVGZi9YVlYva2VzMy8vZnZqNitzTE16QXcyTmpaNCtmSWxqaDQ5S2ovZXZuMzdJcjkrQmg4Zkh6eDY5QWlXbHBhd3RyYUd1Yms1L1B6ODVNY0w4aDREQWdJd1pjb1VxTlZxckZtenhxQlNjUWF0Vm9zTEZ5N0EzdDRlTmpZMnNMS3lRbVJrcEVGQmlKWXRXK2I0L0RxZFR1N1JNalUxeGFwVnE2RFZhbkg3OW0zVXExZFByb0xjcVZNblhMeDQwZUFMY3V6WXNmTHR6SHVXRmZkaVBHellzREs3UmpjdDBVMjdnSEVnR2pDdXN2R0VFRUxLRlIzQTR3QW1MNnNwN1VUMzhlUEg4UGYzaDdXMU5heXNyR0JoWVlHQWdBRDU4ZUswV1Mwc0xQRGRkOS9sZVV4aVlpSjI3OTZOWjgrZXdjYkdCcGFXbHZEMTlUV1lxWmFSV0JaRlltSWkvdnJyTDBpU0JGdGJXMWhiVzBPU0pPemV2VnRlUG1aaFlaRm51L0xldlh2WXVYTW5Ka3lZWUxBVm83dTdPM3IxNm9XalI0OWkwS0JCQUlDVWxCU29WQ3A1OEVLdjEyY3J1SnFmL2Z2MzQ4S0ZDL0w5Mk5qc2ZmSzNidDNDZ2dVTFlHZG5oM1hyMWlFdUxnN1RwMDhIMHZlcW5USmxDcEErZ2xvVUwxNjh3T1hMbDJGcGFTbi92OGo4TnlsSUd6aytQaDVUcGt4QmNIQXdwa3laZ3RHalIrZDRuSmVYRjlScU5XeHNiR0JqWXdPOVhwOXRrQ2RyTWJLU2ttV3BhUXdBS2thVkw0WndBTkNrYUNDSmtyRkdLYk8xdFVYSGpoM2g1ZVdGalJzM0lqZzQyT0R4Q2hVcWxQaUZlUERnd2VqYnR5OTI3OTZOTFZ1MlpIdDg0TUNCeFg2TlpzMmFvVnExYWpoKy9EaFdybHlaN1VLU1h6WGphOWV1WWZiczJYQjFkY1ZYWDMyVjYvR21wcVpvMEtBQnZMMjlzWC8vL2h4THV2Zm8wU1BIYzF1MWFvV0JBd2Zpd0lFRG1EMTdOaG8xYW9UdnZ2c09KaVltOGlneU11MTVtelcrNDhlUHc5ZlgxNkFhWDJHTGlCWEd6cDA3NWIzUWpMRlhtbk9PbFBTQ0h3THdJdDhUQ0NHRWtCTEVHVjZ5OUttYWVwMGVLTjZ5MDBLclhiczJMQ3dzY09MRUNmejAwMDhHUzhTUVE3WGpWODNhMmhvVEpreEFaR1FrVnE1Y2lUTm56bVI3L1lJVTBNcnIrVWVNR0FGL2YzL3MzcjBieDQ0ZHkzYk1vRUdERE9xcVpCWVZGWVY1OCtiaDg4OC9OMGh5TXl4YnRneno1czJUdDNwOC92dzV6cHc1ZzhPSER5TStQaDZTSk1rSnRabVpXWUVTeE1HREIyUElrQ0h5ZlM4dkwweWRPaFdXbHBabzJyUXBidHk0Z1JrelpxQkZpeGI0NnF1djVGSGJLVk9tWU5PbVRRYlBkZlhxVmVoMHVrSlBYNjVTcFFwNjkrNE5MeTh2Yk5xMENZR0JnZGtlejB0WVdCaW1UNStPeE1SRWJOMjZGVzNhdE1uMTJNYU5HK1BHalJ2WXUzY3Z6cDgvbiszeDNOcklKU0ZqcVdtNlY3OC9WREVaNVZDcEpFbWhBSkNZbEFSUkVwVU9wMEJzYkd6ZzRlR0JYMy85TmRzQzhNenJURXVTdWJrNVB2bmtFN1J1M2RyZzU5T21UU3RXcGIzTUtsYXNpR0hEaG1IOSt2WFpYanV2c3ZBWlJRZG16cHlKN2R1MzUvdUJkM0Z4d1lBQkE3Qjc5KzVzQy9EZDNkMXpIQW5POE5sbm4rSHR0OTlHMzc1OUVSWVdoci8vL2hzclZxekl0dlZTVm01dWJsaXdZQUhhdG0xcnNEZHg1ZzNHZFRvZFVsTlQ1WCtacDRubzlmb2NmeTZLb3NFNUdmOHVYNzZNelpzM1k5KytmWmcwYVpKQmNtMHNPT2VJVDBpYmhjSVpLL3dpWmtJSUllUlZrdmdMQUVoS1RvWldwMHlCVjJkblo0d2NPUkpidG16Sk51SllXbTArQndjSExGNjhXRTRZa2Q0V1c3NThlYkU3NkJsamFOU29FWll2WDU1dExXN1RwazB4ZnZ6NEhNOUxUazdHMTE5L2pTKy8vRExISkRkRDVwanIxcTJMY2VQRzRmZmZmMGYxNnRXUm5Kd3NQNWJmT21Ea1VuaXJjZVBHMkxGakIwNmNPQUV6TXpNc1dMQUEwNlpOdzVZdFd3eW1KbzhlUFJxVEowODIrQnMrZi83Y1lJcDJZWmlibTZOcjE2NzQ2YWVmc2kwWHpMd1RTMWJYcjEvSHVISGo4UGJiYitQUFAvL01NOGxGK3U0ZjNicDF3N3AxNnpCMDZGQ0R4eXBWcW9RUkkwWVVLZjZpME9uMGNtY1BCM3VXN3dtbHpQaUdrTkttU0FZQVFGaDRCTFJhTFN3dExKUU9xY0Nzckt6UW8wY1A3Tm16QjFXclZzVzc3NzZiNjlTRGt0SzRjV004ZlBnUWpSczN4b2NmZmxpb0tTeW1wcWFvVnExYXZ1czdtalZyQm1kblorajFlcmk1dVdIMDZOSFpMalFadG16WkFoc2JHL3o1NTUrRnJ2aW5WcXZoNXVhR3g0OGZvMXExYXVqV3JSdEdqUnFWNTFRV2EydHJyRisvSHBJa1lkT21UVmkvZmoyYU4yOWU0TmNjT0hBZ2Z2MzFWOWpZMkdEczJMRUd4YUoyN2RxRnUzZnZHaHpmb1VNSEFNRFJvMGNOcG90bi9Oekx5OHVnZ0VObW1mODJKMDZja0tmeUdBdFJGQkg2UEcwZ1Y1SWtmNlhqSVlRUVVyNUpZSThFQUpHUlVVaE1URUlsQmV1UE5HN2NXTjREdG1IRGhoZytmSGlwanFaWldWbWhkdTNhQ0E4UFI1czJiZkRKSjUva3V0MWtVYm03dXlNZ0lBQTFhOVpFejU0OU1YejQ4RnhITzVPVGs3RjQ4V0xZMk5nVStuV3NyS3d3Y3VSSXpKczNEMGdmWkpnN2QyNnV4N2RyMXc2Yk5tMkNxNnRydGxGME96czcyTm5aWWVmT25kRHBkTmkzYjErdSs4cU9HVE1HTFZ1MnhKbzFhL0Rnd1FOWVdWbmxXdE5HcFZMQjBkRXh6OEVXcExkRDI3WnRpd3NYTHNpRlpOOSsrKzBjanoxNThpVHUzcjJMSFR0MkZLbFM4bHR2dllVREJ3N0F3Y0VCN3U3dUdEOStmSjQ3c3J4cUtSb053c0xUQm9jNHhPeFRNQlZtbEZXZVhPbzE3V3hpb3ZaMHF1eUlRL3QvUStYS3hyOEZTMmJ4OGZFUUJBSFcxdFpLaDFLaVJGRXMxdHJqMHBDY25KenI5SnJjU0pLRWtKQVF1TGk0R09WMDR0S1VtSlNFbnU4T1FGaDRCQ1JKNmhiODRPNlpBcHhHQ0NHRWxJZ2FEWnEwVndrbUZ4MHFWY1NPclp2UXRFbWpBcHhWY2lJakkyRnJhNXZ2Vmpza2Y3R3hzZkQyOW9hcnF5dHExNjVkN09jcmJEczFKaVlHRmhZV3hkNkdxU2l2WFZZRlBYNkNZUitQdzh1WGtkQ0xVc2VuQVhjdkZPQzBVbU9VclhnOU5ING1zTWJMeUNoRXg4U1V1VVEzdDE2ajEwMVorQUFYTnNsRmVpR0pWOTBqV2xaRng4UWk0bVVrQUVDZnFMMlQ3d21FRUVKSUNSS1o2SytDQ2FLaVl4QVJHYWwwT0tWVzlLYzhzTE96ZTZWVHZ3dmJUbjJWSTZGbG9ZMzhLcnlNaWtKVVZEUUFnR200cjlMeFpHV1VhM1REQWdOZmdpTlNraVQ0M1grZ2REaUVsRnQzN3ZxbTdZM0crY3ZRVVA4b3BlTWhoQkJTdm9YNiswZUI4NWVjY3p3TWZLUjBPSVNVYS9mdkIyUzBFeU5DUW54aWxJNG5LNk5NZEFFQWpQc0R3TzI3UGtwSFFraTVkZk5XMm9idUhEQzZkUmVFRUVMS0p3NzRBY0I5LzREOER5YUVsQmhmZVFzbGZsL2hVSEprdEltdUpPSXFBTnk2Y3pmL2d3a2hKZUxhalZzWk4yOG9Hd2toaEJDU2huTmNCSUI3L2pUcmp4QWwzZlZOVDNRNXU2cDBMRGt4MmtRWEhGNEFFUER3RVZKVGxTa2ZUMGg1bHBLaVFVRDZ0RERPNGExMFBJUVFRZ2dBY0VrNkJ3Q1Bud1JEbzBsVk9oeEN5cVhrNUdROGZoSU1BQkRCTHlrZFQwNk1OdEhsWE84UHp1UDBlajN1VTQ4ZElhVXVJREF3YmROMnpoTUVrUWNXNEJSQ0NDR2t4SW1jK1hQd0dGRVVhWWtiSVFyeDhic1BVUlFCam5nbWlrYlpUalRhUkZlRUtoNWdENUY1V0p3UVVtcnVwUmVDNDR3OTBuTlIrZEtXaEJCQ0NBQm1KaVl6am5zQWNQMy9sOWdRUWtwUnh2SlN6cmkvSktqamxJNG5KMGFiNktZZ09aNGpiUlRwaXZjMXBjTWhwTnk1ZVV2ZVRTZ1lxWWhXTmhwQ0NDRWtYVnhjQ2hqOEFjRHovRVdsb3lHa1hMcDBPWDFaTHVlQnlWSlNndEx4NU1Sb0U5M293TUFFU2NKOXpybmtIL0FRTDhMQ2xRNkprSElqUENJQzl3TUN3RG5ua1BpRFo4LzhqSzVrUENHRWtQTHAyYk5uR2k1eEg4NGhQbmdZaUdlaHo1VU9pWkJ5NWZtTEZ3aDRHQWpPSVhMQUx6b3dNRjdwbUhKaXRJa3VBTTVVN0FZRGtxS2pZM0RyRHEzQklLUzArTjMzUjFoWU9CaWc1Ukt1cHUzbVFBZ2hoQmdGemdFZkFPRmFyUlpYcjlIR0FJU1VwbHQzZkpDWW1BUUdSRVBpUnJ0K3dKZ1RYWWhpOG0wT2xwQ1FtQWdmWDcrMEJjK0VrQklsU1JMdSt3Y2dKallPQUxSNnpxbmlNaUdFRUtPU29wWDhBUDVDcjlmajlsMGZhTFcwUXdjaHBVR24xOFBYN3o1U05CcHc4T2drbGY2MjBqSGx4cWdUM1djQkFhRUFmOEE1eHgwZlh5UWxKU3NkRWlHdlBhMU9CKy9yTjhFNUJ3ZjNDdzI4KzB6cG1BZ2hoSkRNSWg3N2huT08rd0J3Nzc0L0lsNVN6VVJDU2tOTVRPei9GNklDOTQyOGYvK0YwakhseHFnVFhhVE5UZGtOQUw3MzdpTXFocFlKRWxMUzR1TGljVHQ5cVlBazhwMUt4ME1JSVlUa2hJTWZBb0FIRHgvUk9sMUNTa2xZV0RqODd2c0RBQ1FKZnlvZFQxNk1QdEdOajBnNHdEblhKQ1ltNGZ3Rm85eUxtSkRYeW1uUGMwaElUQVFIa2hNaWsvWXBIUThoaEJDU2srU281OGM1ZUhKeWNqSXVYNlZWTm9TVWhndVhMaU1wS1JrUzU0a3AwYytQS0IxUFhvdyswWTJKQ1lvRCtGOEE4UGZoSTVBa1NlbVFDSGx0U1pLRS9YOGRUTC9ELzBuNy9CRkNDQ0hHSnpJeU1nSEFMZ0E0Y2RxVDJvaUVsREJKa25EaytJbjBlM3h2K21mUWFCbDlvZ3NBRE5JdjREejFycThmSGo0S1Vqb2NRbDViUVkrZjRLNlBIempuR3M1Qm83bUVFRUtNbWdqdDk1eHp6WU9BUVBqZGY2QjBPSVM4MXZ3ZlBJVC9nNGZnSENtaWlKK1VqaWMvWlNMUjFlcUZld0R1QXNCL3gwNHFIUTRocjYzanA4NmszV0R3RjBVOTdlbEZDQ0hFcVBHRWhFZU00VG9BL0pFeEk0a1FVaUwrT3ZSUCtpMStGeW5pUTRYRHlWZVpTSFJEQSsrR1M0eWY1Wnp6NDZkT0l6cWFpbElSOHFyRnhzWGg5Tm56NEp4ekFGZWVzZFNuU3NkRUNDR0U1T1haczJjYVNjSnh6cm4wejMvSEVCa1pwWFJJaEx5V29tTmljUFRFYVhET0pUQ2NlL2JNeitpWHQ1V0pSQmVBam9PZllHRHhUNTg5eC9GVFo1RFdGaWVFdkFxY2MzaWV2NGpBUjBGZ1FDclhpLzhpTURCVjZiZ0lJWVNRZkhET2NaWXg5aXd4TVFtSGpoeWx0YnFFdkdLU0pPSG9pZE9JaW80Q1kzakpKWDRjZ0toMFhQa3BLNGt1UWxJU0xuTHd3SlNVRkp3NDdZbWtwQ1NsUXlMa3RhSFY2WEQ4eEdra0ppYUJNLzZZNlJKUEt4MFRJWVFRVWhBaFV0STF6bkZiRkVXYzlqeUhpSWlYU29kRXlHc2xKallXSjA5N1FxdlZRZUxjSjFoTUxoTmI0WlNaUkJkUG5taEU4TFdjYytueVZXODhldnhFNllnSWVXMDhleGFLTStjdWdIUE9KWWw5L2VUSkU0M1NNUkZDQ0NFRkVoaVlLa0cvblhNdTNiaDFHM2Y5L0pTT2lKRFhpditEaC9DNmNoV2NjNGxKd3ZkbFpkWmYyVWwwQVR6MXYvc25HTHVyMWVxd1p2MG1pS0xSajVnVFl2UkVVY1NTcjFkQnI5Y0RnRy9JZ3p0VWJaa1FRa2laRXVMdmV3d00xM1E2UGJidjJFVnRSRUplRWIxZWp3M2ZiNFZlTHdMQWpTY0J0LzlWT3FhQ0tsT0pMZ0NkcUpkV3BZM3FYc05Gcnl0S3gwTkltZWQxNVJxOHJuaURjNGljOHcwQWRFckhSQWdoaEJTU1hxOFQ1M0xPcFZ0M2ZIRGl0S2ZTOFJEeVdqanRlUjQzYnQxSmF5ZEswbUlBZXFWaktxaXlsdWhDVU92T2NnWXZVUlQ1bHUwN2thclZLaDBTSVdXV1ZxdkZ6N3YzUUJSRkRzWnZBRGlqZEV5RUVFSklVYWoxaVZjNDU1NmlLUEpWYXpjaUpTVkY2WkFJS2ROU05CcDh0K1VIU0pMRXdYQ0phVlZlU3NkVUdHVXUwUTIrZnorY1NmaU5BYWtCRHdOeDdmcE5xc0JNU0JGd3puSDdyaTk4ZlAzQUdCTTV4LzdnQjNlRGxZNkxFRUlJS1lvblQ1NW9PR2UvTUxENDUyRmgrT2UvNDlSR0pLU0lPT2M0ZHZJMG5nU0hnREVrZ2ZNOVQ1N2NOdm90aFRJcmM0a3VBQ2xaSy83TmdSZHg4ZkU0ZWVZc1VsUEx4SHBvUW94S1JuWEtxT2dZY001amtqVzYzd0RRbmd5RUVFTEtMRDFTamtyZ2ZqcWREc2RPbmtaY2ZMelNJUkZTSmlVbEplSGtLVThrcDZTQWN4YWswUXQvQVNoVFBVZGxNZEZGeEdQZmNBYXNreVJKK3V2UVAvQVBlS2gwU0lTVU9ZK2ZCR1B2SHdjZ1NaSUVTZnJtNVpON1lVckhSQWdoaEJUSDg0Q0FTRUhDVnM0aFhyNTZEZDdYYmlvZEVpRmwwaDBmUDV5OWNFbXU0UklXZUt2TTdkdWxVanFBb29xMXRyaHJaMkxXV3FmVHU5NzE5VVBQYmwxZ1pXbXBkRmlFbEFuUjBUR1lORzBXbm9XK0FJQlRUeDRrendTaXFVUWxJWVNRTWkvVzN1YUJuY3Fra1NpS1RlNC9DRURQYnAxaGJXMnRkRmlFbEJrdlgwWmkrdXo1Q0k5NENZQWZDbjZnV3dTOExIUHR4REtiNkNJMlZtL3JVUGtCZy9CdVpGU1VUVkppTXJwMDZnREdtTktSRVdMVUpFbkN0eHMzNC9ncFQ0RGpwU2hLVStLai9ZT1Vqb3NRUWdoNUphS2pSU3M3cDh1Q2dQZGlZbU1yaFR4OWh0NGVQU0FJWlhJaUl5R2xTcElrTEZpeURGNVhyNEZ6QkVPU1JzZEcrWVVySFZkUmxPbFBmSWkvengzT3NRZUEvdmpwTS9DK2ZvT0tEaENTaDdRQ1ZENzQ3L2hKY000bHp2bUJwdzlOTHlzZEZ5R0VFUElxaFFiZURlVVNYOFU1VHoxMzhSTCtQWG9ja2tSdFJFTHl3am5IOFZObmNPYnNCUURRUWVJYm5nVDRCQ2dkVjFHVjZVUVhnRDZWYWI3bm5QdEZSOGZncDE5K1EySmlvdEl4RVdLMHRGb3Rkdnp5RzhMQ0l3REdIa3VTdEJxNFFmdm1Fa0lJZWQzd1ZDbjVFSUR6V3EwT08zZnRRVmc0bGFJZ0pDOVJVZEhZdVdzUEVwT1N3RG11UTZ2Ylc1WUxsWmJkcWN2cEVpTWpZNjBkSFAwRnNKSFBub1V5WjJjbk5HL2FST213Q0RGS2Z4MCtnaDkvL2hXaUtJbVNKQTBKZWVoRFZUb0lJWVM4bGhLam81T3RLem8vRUJnYkV4VWRMZGphMk9KTnQ5WktoMFdJMGZwMTd4LzQ2OUEva0NRdWNwMStXUEJqdi90S3gxUWNaVDdSQllENHlJZ25kcFdjN0VWSmN2ZTY2czNlNi8wTzdDcFVVRG9zUW96S2s1Q25HRGZwTTZTbXBrcU04MjNCQVhjM0tSMFRJWVFRVXBMaW84SkRiU3RXWnB6ajdadTNid3Z2OU9pR2loWHRsUTZMRUtQejhGRVFwbjArRjFxdFhtUk1XdkVrd09jWHBXTXFyckkrZFZtbTFVdmZBcmlkbXFyRndxKyt4c3ZJS0tWRElzUm9SRWZIWU9rM3E2SFJwSUlCZm5wUitsYnBtQWdoaEpEU2tCcUhOUUEvcGRYcU1QMkwrWGo2TEZUcGtBZ3hLcUdoei9IRi9DK1JtcW9GWS95c05sNjdUdW1ZWG9YWFlrUVhBQkppSWhMdEhKd0J4cnE4ZUJGbWFtbGhqbFl0V2tDbGVtM2VJaUZGSW9vaWR1L2RqLzEvL1ExUkZMVWk1eXVmUHZRNVVkWTIvU2FFRUVLS0lpa3BYR2RYeVNtU2dYbEVSa1ZieFNja29LMTdHNWlabVNrZEdpR0tTMGxKd2JydnR1RE11Zk9RdUJRTFVmcmYweWYzYmlzZDE2dndPbVdCUERZeS9LNWRKYWZta2lRMXVuM1hoelZ0MGdpMWF0U2dMWWRJdWNVNWg5Y1ZiOHovY2lsU1U3VVNnS1BCRCs1K0RxRE03WVZHQ0NHRUZGVnNWUGpqQ2c1TzFjSFIrdUdqSUtGU1JYdTBhTmFVMm9pa1hKTWtDZjhkUDRuMW03WkNyOWRMbkxQZmdnUHVmbHVXQzFCbDlqb2x1Z0FnQ2ZZMng4MEUwenA2dmRqa3dxWExyR0VEVjlTc1VaMHVaS1RjNFp6ajB1V3JtRHB6RHBLU2tqaUFRNG1SbWhISnlWRWFwV01qaEJCQ1NoazNaWlV1bUZpeXlwSWt2WEhyamcrcldzVVpEZXE3VWh1UmxFdWNjL3gzL0NRV0x2a2FLU2twRXNCMmEyS2xxVWxKNGFsS3gvYXF2RzZKTGxLaW8xTXJWSEs2eVFUV0xqVTF0VnJBdzBkNG8yVnpPRG80S0IwYUlhVXE4TkZqTFBsNkpVS2VQZ09BbXpvdEpvYUgrcjFRT2k1Q0NDRkVDY25KTDdVMjVnNlhCRk9oc1ZhbmEzRDk1aTAwYWRJSU5WeGNsQTZOa0ZMbmZmMG1GaTVaanFqb0dIRGdDTlBvUGdzTjlZMVJPcTVYNmJWTGRBRWdMaW84dG9LOTR3dkdXUGZJcUdpcnVMaDR0SHZUSGVibTVrcUhSa2lwU0VwS3h1cjFHM0h1d2lWdzhGaVJTek9mQmQ3MVVqb3VRZ2doUkVueDhTOVRLdGc1UFlDQURpa2FUZVhnNEJDNHU3V20zVHBJdVJJYStoeExWNnlGLzRNQWNJNWdVZVNmaFFUNVBsQTZybGZ0dFV4MEFTQXVPdUtoYlNYbk1NYmdFZmpvc1dsc1hEdzZ0R3NMdFZxdGRHaUVsS2pVVkMxV3J0MkEvUWNPQXB3blN1Q2ZQWDNnczAvcHVBZ2hoQkJqRUJjZC9xSkN4Y3FQR1JQZUM0dUlNUHMvOXU0OHZLcnFYaC80KzEzN1RKbG5NcENRRUVJQ0lRbVRJSU1nemtPMWs2MmRmL1hXMjlwNmI3M2VqdGNPMWxiYjJybDI5bHByYjJ1MXRiV1QxanFEeUNBaVF3WUNnUUFKQ1pCNW5zNDVlKy92NzQ4RXBOWmFyY0FPSisvbmVjN0RHVGJ4VFNUbldlL1phNjkxNUdnYkxqenZYUGo5SENOUzdCc2RHOE10WC80YTFxNS9GcXJhcjhEMUxYdHJudlE2MTZrUXMwVVg0MmQyNjVLemNteUJucnVuWVo5bEdZT2xaeTNpdFJnVXN4elh4ZDIvdUJkMzN2MXp1SzVydTRLdkhOcFQ4d091c0V4RVJQU2kvdTZPQTBsWjJRZEU5Y3FtNWtPKzlvNE9uTDltTll5Sm1aMDNpZjZPN1RqNDh0ZStoZC8vNldHb3VoSFh4VWNPTlZRLzRIV3VVeVdtaXk0QU5ja0pkVUVyVU9DNnFOaTlaNjlKVDAvRG5OTFpmQ09qbU9NNER2NzBsNy9pMjkvN0lVWkdSbDBvZm04amZNdGdWOWVJMTltSWlJZ21HUjNvYXQrVG1wbHRRWFZGdzc3OWx1dTZXRkJWeVRPN0ZKUEd4c0s0OCs2ZjQrZS8vQlZzMjQ2cWkrODJ1OE0vUUUrUDdYVzJVeVhXaXk3R2VudkR5V25UYW95UmtuQWtVcnB0eDA0WUVjeXZySVJsc2V4U2JJaEdvL2pGcjM2TmIzNzNCK2p2SHdDQWRiWnQzM2g0Mys3RFhtY2pJaUthcERTWWtsMXZXY2lBWXZHdStqMFlIQjdDc2lWTFlGa3hQMFNtS1NRU2llQ09IOTZKZTM3eEs0eU5oUUhnZmgyTjNOcC9jRytmMTlsT3BTbnhXOXpmMDlFYlRNbCt5bWVrTEJ3T2wyM2J2aE9PNitDc2hRdjRSa1pudkdqVXhwMTMveC91K05GUE1EUThEQVVlVVlsYzA3SzMvcERYMllpSWlDYXo0ZDcyNFpUNGFSc2tJRm5ScUwxd1YvMXVIRDV5Rkt2UFdjRjFYU2dtaE1NUmZQRXJYOE45RHp5SXNiRXhLUENMaURQNnNkWUREUjFlWnp2VnBrekxHKzV0SDA1SlNIc0dQdDlzMjNaS2F1cDJtVURBai9tVkZTeTdkTVp5SEFmMy92b0IzUEhETzhmM1FGUDlhOVRXNjFyMjdqcmlkVFlpSXFJelFYOS94MWhmVjhhanFWa215N1dkcWoxN0c2MmV2bDRzWHJnQW9XRFE2M2hFLzdLaG9TRjg2M3Mvd1AwUFBBamJqa1pjMVorTjllb05iWWZxKzczT2RqcE1xWWJYMzk4MUZKK2N2c215VEpwdDJ3dDJWTmVJYmR0WVVGVUJ2OS92ZFR5aTEyUmtkQlIzL3ZRZWZQOUhkMkZrWkVSVmNYODBhbi9zeVA2NkZxK3pFUkVSblZrNm5majBsQzBXL0VaVlYrN2QxeWdkSFoxWWZ2WlNCQUlCcjhNUnZXYURHZnNLUXdBQUlBQkpSRUZVZzBQNDZqZS9nOTgrK0VkRW9sRlY0SHRoZStSTDdTMjdZM3E2OG9tbVZORUZnTUhlem41SlRsZ1g4Z1hUb2xGNzBZNmROZExYUDRDbFp5MUNJTUN5UzJlRzBkRlJmT2Q3UDhaZDkvd0NZK0d3cTlDN0I2SkROM1llMkJ2ejAxQ0lpSWhPaGNIdTdwR2dMM3V6UDA0aWp1T2N1M2ZmZnRsWlU0ZnoxNnhDS0JUeU9oN1Jxell3T0lqLyt2aE5lUFNKcHhDSlJsMUFieDNwdHIvUzBkb3daVW91cG1MUnhiRUZxdUtuYlJLL1pEdXVWdFh2MldQQ2tUQVdMYWppcDNZMDZZMk5qZUhIZC8wTVAvdS9leEdOUmhYUVg5dUlmS0pqMzc1ZXI3TVJFUkdkeVlhSDI2TjlYZTBiVXpOejRhb3ViVzA5N0c5dWFjRlpDeGNnTVRIQjYzaEUvMVJuWnhkdXUvMWJlUHpKcCtDNDdoZ2czMnl5aDI4YmFXMFk5VHJiNlRZbGl5NG1yc2RJeUV6YjRJT1Y2S291cXE3ZFpRNDJIY0tNZ254a1pXVnlyMTJhZEZRVjlYc2E4STN2ZkEvMy9lWkIySTV0Sy9SblVYZnNrMGNhR3JxOXprZEVSQlFqWFArMDlCZUNyZ3hEWk0yQmc4MVdYZjF1NU9ia0lIOTZIc2VJTkNtcEtwNTdmaXUrL1BWdjQ4bTF6MERWamFqcXJZUE84TGRIR3h1bjVGYVRVN2JvQXNCZ1Y5ZG8wTXBlYjRJWVVyakxHL2NmQ0d6ZHRoMjV1VGtvTGlya0d4bE5Lczg4dXhFMzMvb1ZiSHJ1ZWJqcURxdnJmbVdzVDI2Wktnc0tFQkVSblM0am5aMlIxS1M0N2JZL3VGTlVMemw4K0dqb21RMmJFQjhmaDdsbHBWeklsQ2FWYURTSzMvM2hUN2pseTEvSDdvYTljTlh0ZytOYzJ4d1p2R2Ywd0lGaHIvTjVaY3IvbGc0UHQwZjd1OXVmUzg3S2JqR0tsZDI5dmZGUHJWc3ZlYm01S0p4UndFV3F5SE9qbzZONGN1MTYzUGpKbTlEVzFxRVE5TG1LVHgxcXFMbGplTGc5N0hVK0lpS2lXTlRYMTJjUGRMWHZTVTdQZmtHTW5EVXlNcEs1NmJubnhYRWNWTXliaXlBdmQ2TkpZSEJvQ1BmODhqNTg3VnZmUS8vQWdJcElvMEt1YTI2bytRUDYrbXl2ODNscHloZmRDZHJmMVY2ZGtqcHRJNHprT0xaZC9NUlRhODNSdG5hVWxzeENha29Leis2U0oxcGFEK1ByMy9rZXZ2bmRIeUFhdFcySVB1NDZjdjJoaHVvL0FGQ3Y4eEVSRWNXNi91NzJneWxwbVd2Rk12R3U0OHpidW0zSCtGVG0zR3prNWVad2pFaWVjRjBYMjNic3hLMWYvUWJ1KzgyRGNHdzdBdWl2YkxnM3R1eXAyZUIxdnNtQVJmY0UvVDBkcmFsWjZldlVOUW1BTE5yWDJHaTJidCtCc3hZdFFFWkd1dGZ4YUlvNTJOeU0vL3JFVFZpL1lSTmMxd1ZjOTJlT2hqL1dzbmZYTHErekVSRVJUU1g5UFIxZFFTdjdLVjhJbzFBc1BkVFNHdHl5ZFJ1bVQ4OURTZkZNcitQUkZMVHUyWTM0N0JkdVEzWHRMaWgwR05DdkRXbjQ1cmFHZW00ek9ZRkY5eVg2dTdxRytydmJIMGxObnhaMW9ZczZPcnBDdi9uZEh5UTNOd2RGTXdyZzgvbjR5UjJkVWlPam8vakxvMC9nUGRkOENHM3RIZXFxOXJ1cVgyMXVxUG5FUUhmM29OZjVpSWlJcHFLSkZaazNwS1psTjRsZ1ZmL0FZUHlqVHp3bGdZQWZKYk9LRVFnRU9FYWtVMHBWTVRBNGlGL2U5eHQ4OGpNM282Ky9Yd1hTNVVKdmJONVRjOGRJZDNmRTY0eVRDWXZ1UDlEWDNiNGhKU043cTRpVXU2NmIrK3lHVGRKNDRDQXkwdE9RbDV2TE56STY2VnpYeFF2YmQrSTczL3NSN3JybkY3QnRHeERzdEYyOXZxV2g1bTZ2OHhFUkVSSFExOU5lbDVLVzlSY1lrd3QxU3padWZ0N2F1bjBIa3BJU01hdDRKc2VJZEVxNHJvc25uMTZIVzcvNlRUenc0QjhBSUFyUmg2T3UvWUhXaHJySHZNNDNHYkhvdm9MKzd2YW1wTlNzcDhVeTZhN2p6bS9jZndEck4yeENWMWMzcWlybUlSUUtlaDJSWXNUZzBCQis4T083OE0wN2ZvQWQxVFd3YlJzS2ZjQ08yQjlwM1ZmM0FxL0hKU0lpbWp6NmV6cTY0bEtUMWxyRzc0cklxcU50N2RqNDNCYlUxdFZqd2Z4S0pDY2xlUjJSWXNqUnRuYmMvS1d2NHU1ZjNJdjlCdzRDQUZ6RmQwYkR6bWZhOXUvYTczVyt5WW9mT2IxS2hiT3JyakkrYzd1cUZvdUlPV3ZSUW56eDgvK0RXVE9MRU9DcWUvUXZpa1FpT05SNkdEZC84U3Q0YnVzTFVGVUYwS1RxZnI2NW9mWlhYdWNqSWlLaVYxWTB1M3lCV29HN0RMUUtJb0c4M0J4ODhYTTNZY1h5cFlnTGhieU9SMmV3MGRFeGJOMjJIVis0OWF0b2Jta0ZnS2lxMXNIVzY1c2FhNTd6T3Q5a3g2TDdHdVROckNyekJlVWFTL0J2Z0dRbnhNZmpuVzkvSzk3eDlyZGkxc3dpVGxXaDErUkFVek4rL2RzSGNmOEREMko0ZUFRS2JWZkZ2V3JqbmtPTjFWeHdpb2lJNkF5UmwxZWE2VStPZTc4UitTaUF3bEF3aUlzdlBCL3ZmUHRic1hqUkF2aDlQcThqMGhuRXRtMXMzMW1OK3g5NEVJODkrVFRHeHNKUTFXYTQrTWx3SlByenpxYjZOcTh6bmduWXpGNnp4ZjdDT2VFbEJ0YlhGVmpoOS9sa1JrRUJyci91V3J6bGpXOWcyYVYvU2xYeDBGLytpdS8vK0M0MHQ3VEN0bTI0aWhjRXppZWE5amliZ1hvdUpFQkVSSFRtOGVYUG1sZms4L3MvSjlCM1E4U2ZQVzBhcnI3cXpianhQei9NTVNLOUtxcUtIL3o0THR6LzI5K2pyYjBkRTJkeEgxVEgrVkx6dnJwOUFLYjAzcml2Qlgvai9rVjVlWG54Z2VUTXowSGtPaWhTUmNTc1diVVNINzMrUXlpYlBSdng4WEZlUjZSSlJGVXhPamFHeHNZRCtNRlA3c0tUYTUrQnFyb1E5S3VEbjBXSE9tOCtjdVRJaU5jNWlZaUk2SFh6RjgycC9BREUzQUtWTEJGWXhVV0YrTlRIL3d0bkwxbU1sT1Jrci9QUkpLT3FHQndjd3ZNdmJNYzM3L2crOXU3YkQxVTRJdHJsMlBqeW9YM1ZQd0VROVRybm1ZWkY5M1VxbkZPNUhHcXVOUVpYQVpLYW1KaUlWU3VXNGNyTEw4SEtGY3VRbEpqb2RVVHkyUER3TURaczNvS0hIbmtVejI3WWpNR2hJUUE2cEtvUE9vNytyR1ZmN1hxdk14SVJFZEhKVlRSblFaRUx2YzZJdkYyQVdZRkFBQXZuVitIS3l5L0IrZWV0UnM2MGFWNUhwRW1nbzZNVFR6L3pMQjU2NUZGczMxR05jQ1FDVlcxUzZPK2NTUFIvV3cvczN1ZDF4ak1WaSs1SmtGbFdscFRvV3JOZytUOHZnaXNBQ1NRbko2RnEzanpjY1AySGNOYmloVjVISkkrOHNIMG52di9qLzBWTjdTNzBEd3dBcWhFRkhsTTdjc3Nnb28wOWpZMERYbWNrSWlLaVU2U2tKRGpUc29yVUJEOE15QWNGa2hBS0JsRlNVb3ozdk9QdHVPck5WOExINjNlbnJBZi84R2Y4OHY0SHNMZHhQOGJHeHFDcXd3TDgzSFdjSHpaSGh3NmlxV25NNjR4bk1oYmRrOHNxTEsyOFdJejVNZ1NsVU1TTGlGeDY4UVc0L29QWG9tUldNYmNrbWdMR3hzSTQwTlNFbjl4MUR4NTU3QWs0anFNUUdZWHFRVWYxTXkwTk5YOEI0SGlkazRpSWlFNmYzTmtWYzRPVzlXV0JuSy9RWkJHUjB0a2x1T2tUTjJMUmd2bElURXpnZGJ4VHdPRFFFSFpVMStMMmIzd0hlL2J1ZzZxcVFBWUFmVGJpMnA4N3ZIZFh0ZGNaWXdWL20wNkZvcUpRVVNENXpUQnl0WWhjQ2NDWGtwS004ODlkalRXcno4R3lwV2NoS3pQRDY1UjBrblgzOU9LNTU3ZGkzZm9OZUdydGV2VDE5d09BcmVvK29xb1BTSGp3d1NaK01rZEVSRFNWK1dlVVZxMFdnM2VJeUJ1aG1CWUtoV1RKNG9XNDhMdzFXTFZ5R1diTUtJQmxqTmM1NlNSeVhSZUhXZzlqNDZibjhNVFQ2L0Q4Qzl1UG5jSHRWTlUvaThodm0vYjRuZ2EyOFRyY2s0aEY5OVNSL1B4NWFTYk9MQkxMM0NMQWNoRXhTWW1KeU12TndlV1hYb1NycjNvTHNxZGxlWjJUWHFlMjlnNzgvbzhQNGFHL1Bvb2pSOXN3T0RoMGJLR3ByZXE0WDdSTjlQbkRlL2IwQUZDdnN4SVJFWkgzc3JPckVnS3A3bHdqMW8wQ2VhY0lyR0F3Z0p6c2JDdy9ld211ZWQrN1VWb3l5K3VZZEJMc2JkeVBYOTczRzJ6Y3ZBVkgyOW9RRGtlZ0NnZWl2N2VkNkRmRHZhanY3S3dmOGpwbkxHTFJQUjFLU29JRlZ0eWxGc3huWURBYktza2lzQklURS9DV04xNkI5Ny9ubmNqS3pFUkNRandNUDhHYjlGelh4ZkRJQ0RvN3UzSHYvUS9nOTM5NkNBT0RnOGZldEFiZ1NxT0srN1ZtZStSaE5EYUd2YzVMUkVSRWsxZGhTZFVpc2VSVE1EaFhnSFJBQWdDd2N2blp1TzdhYTFBK3R3ekpTVW04bHZjTVlkczJCb2VHc0tkaEgrNzg2VDFZdjNIenhDc2FnVXFmQzkzZ09QcjExbjAxV3p5T0d2TllkRTh2TTZOc3dYSWo3b1VpY2prVUN5SGlEL2o5V0xwa01WYXZYSUVWeTVlaWJIWUpMTXZ5T2l1OWhPTTQyTHR2UHpadGVSN1BidHlNTFZ1M0lSd09BMEFVaW1wWDlhK3U2ejdac3E5MkUvYzRJeUlpb3RkQWlrb3J5eUJ5Q1lDTFlXU05RT0l0eThLY3N0azRaL2t5bkxOaUdaWXNYb2hBSU9CMVZub1p0bTFqNjdidGVIYmpjOWk0ZVF2cTl6VEFjUnhBTmF6QU9nVWVWOXM4ZXFoeHgyN084anM5V0hTOTRjc3ZuWjh0cmk2MmZQaVlpRGtYQUFJQlB6SXpNbEJXT2h0dnVPeGlYSExoK1VpSWovYzY2NVEzTWpLQ3g1OWFpNzg4K2poMjc5bUhydTV1UkNLUjhSZFZON3FPZmlmcXVzOGYyVi9YeGozT2lJaUk2SFV3ZWFXbDZaWWRLRElCOHlFRDh3NElrbzB4U0V0TFJYNWVIaTY4WUEydXVPeGl6TWpQNStKVmswRHI0U040NkpGSDhjUlRhOUY2K0FoNmV2dmd1aTZnT3FUQWIrMHdmbUpid3dmYkdodTdBYmhlNTUxSytOc3hDUlFVejF0aStYMmZFTUVhaUtRRDhBR0FaVm00OUtJTDhPWXJMMGZsdkhJa0ppWWdGQXB4ZXZNcDVMb3V4c2JDR0JvZW4zTHkrejg5akVlZmVPckZZZ3ZZVU8xUllFTWs2bnpyeVA2NlRkNG1KaUlpb2xpVlhWZzFNeFNVL3hCTDNnNUZGcUFoRVJGakRPWlhWdUJOVjE2T2M1WXZRMlpHT3VMajR6aTkrUlN6YlJzam82UG83ZTNEeHMxYjhJYy8vd1U3cW12R2l5MEFWUjBUMFU1MTVRKzJiWCsvZGYrdVJxOHpUMlVzdXBPSGxWOVdNYzhTNjBJUkxJUEsyU0tZY2V6RjdHbFpXRkJWaWNxS2NsUlZ6RVBGdkxsSVNVN21KM2tuZ2FwaVlHQVFkYnYzb0xadUYycHFkMkZuVFIzYTJ0dFBQS2dWd0JZWDJHdzc4dFRoZlR0cnVVVVFFUkVSblE3VFpsWmtKNFRNSmE3aUhJRXNGV0FPUklJQWtKU1lpUEs1WlpoZk9RK1Y4K1pod2Z3SzVPWG1jb3g0a3FncWpyYTFZMmROTFdycTZsRmJ0d3U3NnZkZ1lIRHcyQkVSS0JwVXNCVXF6em82K25oTFE4TVJqMk1UaSs3a2xGWmNuSklnY1ZsK24yK1JRdDR0b2hkQUpCRUFmSmFGbEpRVVpHVmxvSHp1SEp5emZCbk9YcklZT2RuVCtJYjJHcWdxT2pvNjhmeTI3ZGl3YVF2cTZ1dlIwZG1GL3Y0QjJQYjQ1YlVLaktqcTB3Szl6NDVFWC9DNXdjNm1wcDE5WG1jbklpS2lxU2t2THk4ZW9kUk1ueFVvRTB2ZmFBUnZBcVFBQUVRRWlRa0pTRTlQdzh5aVFpeGJlaFpXTEZ1SzhqbGxuQTM0R3JtdWk0YTkrN0JweTFaczNySVYrdzhjUkc5dkh3YUhocUE2Zm5tdHFoNkc0aUVJL2hpSlJIYzd3Nzd1OXZhYVlhK3owNHZZak00QTArZk15ZkJwNE0waThoNEl5Z0ZKZ21xY1REUmJ5ektZVlZ5TU5hdFhZdFdLWlNpZVdZVDQrSGpFaGVMZzkvdW1kQUZXVlVSdEcyT2pZeGdlR1VGVGN6T2UzZlFjMXEzZmdIMk5COFlYQ1JnL1RnRVpnK2dBVkJ0Y3lIMFJlL2ozYlkyTm5WNS9EMFJFUkVRdnE2UWtPRVBpVmhsTFBxQ1FWUWFTck5CRUVUbmViRE15MG5IT3NyT3hldFVLTEY2NEFJbUpDWWdMaFJBTUJxZDhBWFpWRVI0TFkzUnNGTU5EdzloZVhZUDFHelpodytibjBOblpmZnc0VlZXQkRMclFBUkZzc2wyOXh4Y2VXTmZVMURUbTZUZEFyMmpxTnFBemsyOTY4ZnhpbjErV0dIRVhxcHE1RUowSFNMNElMRXo4RDAxTFMwUEpyR0xNS2k1Q1VlRU01T1htSURjbkI5UHpjcEdWbVJIVGIycXU2Nkt6cXh0SGpoN0ZrYVB0T05yV2hxYm1ROWgvb0FtTkJ3NmdwNmNIRXgvRVRXd0hoTU5RclFldzIxVnNOK3ErMExTM3RwR3JKaE1SRWRHWkpLKzBOTk9QNEJJeFpna1U1UkNaQTJpWmlJU09IUk1LQlRHenNCQ3ppbWRpNXN4QzVPZmxUWXdUczVHYms0MVFLQlN6SjBoVUZlRndHRWZiMm5Ia2FOdkVuMGV4LzhCQjdEL1FoSVBOelJnZEhUdngrTEFBZTFXd0I2cjFLbWJyV0dSd2EvdisvUjJlZmlQMHFzWG12K1Nwd1o5WFdwcGlISCtxNWNNTUVXczFWQzZDWU5HSmIyZytudzl4Y1NIRXg4VWhQaTRPeWNuSktDc3R3Ynp5T1NpZk13ZWxzMmNoS1RIUjIrL2tkUmdlSGtiRHZ2Mm8zN01IdStyM29HSGZQdlQzRDJKa1pBUWpvMk1ZSFIwOVBoVVpFNHNFQUtoV3dSTnF1OCs0anQxc20yaGZXMk9nSDZpUHZPSi9qSWlJaUdqeWs3VGk0dVE0aEZMRUoyayt5MXBwRk9jcnpCb1JaQncvU0FTaDBJdGp4TVRFQkJRVTVLTjhUaW5tbGMvRjNMSlM1T1htZVB1ZHZFNXRiZTJvYjlpTFhmVzdzWHZQWGpRZmFzSFE4REJHUmtjeE9qS0swYkd4NDFPUkFVQ2hmWEN4emhVODdUalJaMTFiZTBkMXRMK3ZxYW1mV3dLZGVWaDBZMHhxVVZGcVdqQjV0WXBjTHNCS0Zja0FOQVJJRUlyZ3NUTy94L2g4UGhRV0ZLQ3lZaTZxS2l0UU5hOGMyZG5UWUZrV2ZKWUY2OFNiNzhYblRzV25mYW9LeDNGZ093NmNFMi8yaTg5MWRuYWh1bllYcW12clVGZS9HODNOaHhDMTdaZCtIUmNpWTRDR0FZUUJkSXNybTExWC8rcU0ydXRhVzNmMW5QVHdSRVJFUkpPYnpDeWR2d1NDU3lDNEJFQWhJQ0dJQmdFRVZlR1hsd3p3VWxOU1VERnZMdVpYVnFDeW9od2x4VE1SRnhkM2ZHejQ0bGpSSEgvT0dIUFN4NG1xQ2xjVmptM0RjZHpqWThRVHg0eGpZMk5vM0g4UXRidnFVVjFiaDEzMWU5RFQyL3ZTcjZNaVlrTjFESkN3UXNNS09TVEE0eHExSDIvbWJob3hoVVUzdHZuemlzdHpmZjVBZ1JGM2hxdW13Qktkb2VPTEZoUkNkSVpBMHY3dUwvbjlTRXBLUkZMaWk3ZkV4SVRqenlVbUpzTG44eUVVRE1Mdjk4SHY5OFB2OXlQZzk4TWY4TVB2OHg5LzN1Znp3Ylp0UkcwYjBVZ1VVVHVLYU5SR05CcEZKQnBGZE9JV0RvZGgyellHaDRZeE9EU0V3Y0VoREEwTkhiOS83TTlvOU8rM3FWVm9MeFN0QUpxZzBncG9zNHJiNHJyU1lrZWpoNDRlakQ4Q2JPUCt0a1JFUkVRVDh2UG5wZnZpL0RQRXVETmNnM3h4cFJBaStRSXRCRkNva055WG5pQXh4aUFoUGg2Sng4ZUpDVWhLVEJvZkp5WW1JQ2twQ2FGUTZQaVlNREF4Um56eDVqcytaZ3dFL0ZERlM4YUVObXc3aWtqa3hURmlKRHIrZUN3OGRueE1PRFEwak1IQlFRd09EWStQRndlSE1Ed3ljbnlibjJOVTFRVndGSkJtQU0wcWJpdFVEcm5xdGhoSFdxSm03TkNSdlh1N1R2ZlBuazRQRnQycHBxUWttRDhXVEhBRG11aTNUSUlDK1dLWitVWmxnVUlYaWNnc2lBUmV6WmV5aklFWUF6TnhHMzhzeHg4Yk1UQkc0TG9LVjEyNHJndlhWYWg3N1A3RVRWMDR6cXZlUDl0VzFmMkFib2VhblJDdGRtMjdKZXE0d3lhb1EvNnhzV0V1REVCRVJFVDBtdm5TUzByaWsveitCQ2VNUlBGYktSQ3BzRlFXUUxBUWtFcVJ2ejlCOG5KRUJOYkVlRkNPanhISHg0WEh4NGlXQVJRbmpCRmZacHlvTGx6SGhhdXZidGF3dXRxblFKMEl0cXVpMm9WVG84YlhMKzdvOExEakRQVTBObzV3SFphcGcwV1hYc3JLTENqTGprOEk1SXBqNWNEbjVzS1ZIQWl5RFRUWGhlUUtrQ1hqWlZpZ2FoUWlBQXhFUlJRR0VOR0p4NEFLSUFvVkZjQUZWRlhnamo4SFY2QUtnUUxpdXFwUkFCMEN0Q3R3QklwMkZXbURvMGZWT0cwanc1R2ozYTE3Mi9rR1JVUkVSSFQ2cFJVWHA0U3MrTHlBc1hKY285bVdhM0lVYnA0SXNnSEpBVFFYa0tUeFZaOVZkR0pjQ0ZFamdHRGlzUXQzL1BINGhhOXFZRnlNandsZEJSUXFMcUFxRTJQR2lUT3pnd0RhVkxVTlFCdEUyZ1I2VkZYYTFMSGJCK3poSTd5V2xrN0Vva3Yvb3NYKzdPeld3Rmd3R0FoYXlRRy9aZndHYnRBeTRyZEZBd0lFa3Z6bUNtTVFHSXk0RDd1S2lBSVJuMHJFVlVSc1Y2TzJpMGpZR1lpRXdxbVI5blovaE5PTGlZaUlpTTU0QmtWRmdYU2ZMeEF5Sm1DTlNzQ1hhUHlSY0NCb21haGY0QS80L0ZxV0VMVGVKMURmVU5pOXg0NUtneUlhY1Z4L05CQ01oTzBoTityRWFXVFV0cU85cmh0R1UxTUV3S3VlL2tjRUZsMDZoV1Rod29WL0JKQzRZOGVPQy9ucEdoRVJFUkVCd01LRkM4OFZrVityYWdqQW0zZnMyUEdNMTVrbzlzVHVocXJrcVlxS2ltSUFsUURtTFZxMGFJN1hlWWlJaUlpSWFPcGcwYVZUd3VmekxST1JIQUNwcW5xWjEzbUlpSWlJaUdqcVlOR2xrMjd4NHNWK0FGVVQwMUVDcWxwWlVsSVM5RG9YRVJFUkVSRk5EU3k2ZE5LTmpZMGxHV05XeUFSanpQeWtwS1FNcjNNUkVSRVJFZEhVd0tKTEo1MWxXVVdxdWdUakczVkRWY3RkMXkzMk9oY1JFUkVSRVUwTkxMcDAwaGxqcmhLUm9FNXM3aTBpUVdQTUZWN25JaUlpSWlLaXFZRkZsMDQ2RWZuZ3l6ejlQZytpRUJFUkVSSFJGTVNpU3lmVmdnVUwxb2hJMXJHenVaaVl2aXdpZVpXVmxhczlEVWRFUkVSRVJGTUNpeTZkYk8vL1J5LzRmTDVyVDI4VUlpSWlJaUthaWxoMDZhU1pNMmRPaGpGbTJZbG5jNCtaZU83OHlzcktOQyt5RVJFUkVSSFIxTUdpU3lkTlhGemNBZ0JaeHg2TENFUUVKenhPTnNhYzUxVStJaUlpSWlLYUdsaDA2V1F4QUJZQVNIbUZZeEtNTVNzQldLY3hGeEVSRVJFUlRURXN1blJTRkJjWEo2bnFHZ0ErVEp6TlBlYUUreGFBc3hZdVhKanVVVXdpSWlJaUlwb0NXSFRwcEVoTFM4djhSOWZuSGpQeFdrVTBHczA5bmRtSWlJaUlpR2hxWWRHbGswSlZMd1NRK1NvT1RiTXNpOXNNRVJFUkVSSFJLY09pU3llRnFyNGZMN01BMVRISG5oTVJNY2E4Ni9RbkpDSWlJaUtpcVlKRmwxNjNxcXFxTWhGWi9zK09PNkVBTDF1d1lNSHNVeDZNaUlpSWlJaW1KSi9YQWVqTVo0d0p1NjU3elluUGljZ3NFYmtCZ0Y5VmY2eXF0Uy81YTlIVG01S0lpSWlJaUtZS0ZsMTYzWGJ1M05rRW9PbkU1NnFxcXM3MitYd2ZWRlVWa1NkMjdOanhtSGNKaVlpSWlJaG9LdUhVWl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N4ZUJ5QWlJaUlpb3RpMGNPSENQRlZkY3VKeklsS2hxa0VBZmhFNVo4R0NCYWtudnE2cUwxUlhWeDgrN1dFcHByRG9FaEVSRVJIUktTRWlLU0x5eDVkNS90amQyNHo1MjBtbXRtMVhBbURScGRlRlU1ZUppSWlJaU9pVTJMNTkrMjdYZGJlODJ1TlZkVnROVFUzZHFVMUZVd0dMTGhFUkVSRVJuVEtxK3ZPSlA2R3FML2Y2aWMvZmY1cmpVWXhpMFNVaUlpSWlvbFBHY1p3blZMWDNueDJucXIycSt0VHBTVVd4amtXWGlJaUlpSWhPbVdBdzJDVWlPMDY0THZmdmlBaEVaSWR0MjBkUGF6aUtXU3k2UkVSRVJFUjB5bXpidG0xUVZUY0NjREF4VmZtWVkvZFYxVlhWalhWMWRWM2VKYVZZd3FKTFJFUkVSRVNua2d2Z0JRQjkvK2dBRVJtZU9NWTV2ZEVvVnJIb0VoRVJFUkhSS1JXTlJyY0FPSDYyOXFVTFU2bnFZRGdjZnQ2cmZCUjdXSFNKaUlpSWlPaVVxcXVyYTNkZGQvUExYYWM3OGR5bSt2cjZOaSt5VVd4aTBTVWlJaUlpb2xOT1ZYL3hqMTRUa1orZTNqUVU2MWgwaVlpSWlJam9sS3V1cm41R1ZZKzg5SGxWYmR1K2Zmc1QzcVNpV01XaVMwUkVSRVJFcDRNTDRQK09UVitlMkZJSUFCNlllSTNvcEdIUkpTSWlJaUtpMDhLMjdRZFZOWHpzc2FxR0hjZjVrN2VwS0JheDZCSVJFUkVSMFdrUmpVYWJBTlNlY0ZhM0RzQmVyM05SN0dIUkpTSWlJaUtpMDhJWU13aGdxNzVvYTA5UFQ3Zlh1U2oyc09nU0VSRVJFZEZwVVY5Zkg1azRvenNHSUtxcXRhMnRyYU5lNTZMWXc2SkxSRVJFUkVTblRUUWFYYWVxYlFENlZmVVpyL05RYkdMUkpTSWlJaUtpMDZhdXJtNlBpTlNyYWtOMWRmVnVyL05RYlBKNUhZRE9WSXY5MmRtdGdiSGd0RURRMG9EZk1uNEROMmdaOGR1aWdkR0lreDl2VEEyQXdFall6aXNvcXpoTGdZaFBKZUs0R25VVUVkdEZKT3dNUkVMaDFFaDd1ejhDYkl0Ni9WMFJFUkVSMGV0aVVGUVVTUGY1QWlGakF0YW9CS3lFdUVBMG9nSExSUDBDZjhBUkRZeEY3R3BqVENCL2R0VVNTeVdpaUVZYzF4LzFCeVRpREk5R25EaU5qTnAydE5kMXcyaHFpbkQ3SVhxdHhPc0FORm1WQi9LS2tlUHpCd3FNdWdVcUtJRElERkV0QUNSWFJFS0FHaFV4VURVQ3NWUmdvR29nWXVDNkJnSUxnRkVWMXdoY0ZYR2c2a0xFRmNCVlZRY2lycWk2Z0xnS0RVUDBpS3EwUVBXUUNGcGRWMXBzTzNyb3lBRzBBZlVScjM4cVJFUkVSRlBkakJtVmFXNmNGbGdxK1NKbWhvZ1d1Q29GSWlpQUlGVVVsb29ZQUViR3g0YVdxbzQvRmpHcWFnbGdLUlNBT0NMaXFLb0x3QlVSRjZyajQwYW9Ld3BYQlE1VSsxV2xSVVZhUk54V3RlV1FJM2FMaktDbHRYVlhqOWMvRTVwOFdIU25IbDkyZGxYUTczZUNQcDhHSk9oTEFWRG1RcXNBVTJvTWlsU2xVQVI1Lyt5TXZ4R0JHSE44cysveHh3SVJNMzUvNHFhcVVGVzRFMytxdWxEM2J4KzdydjZ6M0xaQ2o2cUxaZ0JOQVBZSzNKb0laSTkvTERyZ09DWWNqVnJoOXZhYU1BRDdwUDdFaUlpSWlHS2ZLU29xQ3ZRYkV3eElZdENDRy9RREJlS3pxbFJRSWFvellhUlFGVE9OU1B3cmZhR1hHeHYrN1dPQmtmRXJLRjExeDhlRGZ6TTJWS2pyL3MzalY2TFFFU2lhb05Lc2NBOUNzVXZGVk51MmZjaUJDVWQwS0p6aXV1RW1uaG1lVWxoMFkxbCtmbHgrTUdXNnoyK21LekFkYWswWDBYd0Zwb3NnWHhUVElaZ0dTT0RFdjJhTVFWSmlJcEtTRXBHVWxJU2twRVFrSjc1NFB5a3hFVDZmRDZGZ0VINi9EMzYvSDM2L0h3Ry9ILzZBSDM2Zi8vanpQcDhQdG0wamF0dUlScUtJMmxGRW96YWkwUWdpVVJ2UmFCVFJhQlRoY0JqUnFJMmhvU0VNRGcxaFlIQVFnNE5ER0J5Y3VEODBqTUhCUWJqdTM3MDNSYUhhcnNCaEFWcGQ0SWlvdEtvNHJZNnRSK0E2aDkyeC9zTkhqaHdaT2EwL2V5SWlJcUxKeTJUT25ac2Q1NWg4Qy83cGFybDVvaVlmZ3VrQ25hNktndkdUSHBKNDRsOFNFWVJDb2VQandhU2tSQ1FuSmYzTi9WQW9kSHhNR0pnWUk3NTQ4NzA0WnZUN2dmR0ZxUkNaR0EraWJnZjBBQUFnQUVsRVFWUkdUeGdiSHJ0Rm9sRkVJaEdNallVeE1EZzRQbFljSE1MQTRCQUdCd2N4T1BGNFpQVHZGMjVXMVdFQWh3RzBxdUt3Q0E2cks2MEM1N0FENnpCazlIQkxRME1ieTI5c1l0R05NWVdGYzNNbDRGOERDNWNJWkpFQ0NSREVpMG84QlBFdlBVdWJsWm1CdVdWbG1ET25GS1VseFppV2xZV005UFFYQzZ6UEI5L0VHMVBBN3grLzcvUEJtSk8vanBucnV1T2wrTVEzT3Z2RU56d2IzYjA5Nk96c3hyN0cvZGpkc0JlNzl6U2dvN1BycFYvS2htSkVSVWVnR0JGZ0JFQzE0K0l4RjZOUHQrN2RlL2lraHljaUlpS2EzUHd6WmxlZWF5dzVYMFF1VUVXS0FBa3FpSWNpSGtCUVJJNTNnMkF3Z05rbHN6QzNyQXp6NXBZaE55Y0htWmtaU0lpUE96NGUvSnNDTzNHaXc3SXNuUEJsVGdwVmhlTTQ0K05ET3dvN2FoOHZ4OGZHamlPam8ranE2a0ZiZXp2cTZuZGpUOE5lN05uYmlFZ2tjdUxYVVFCaENFWkVNUUpnUklFaEZYM0tqYnBQdGpUV3JRUEFTK1ZpQkl2dW1jdEtMeWxKU1BMN0U2RFdUS2hjS21LdUFLUkt4cStOaFlqQTcvY2pHQWdnRUFnZ0ZCZENjVkVoS3VlVlkzNWxCU29yNWlJbk85dnI3K04xVVZWMGRIYWhybjQzcW12cVVMdXJIdnNQSE1UbzJCZ2k0UWpDa1FpaTBlanhLUytxY0FDdEU5R0hiY2QrRE9Mc0gzYWNvWjdHeGhGT2VTWWlJcUlZSUhsNWkrUGMrUDRFbndaVExNdTZXQXd1aGNqNUFrazRkcERQc2hBSUJzYkhpY0Vnc3JPeU1LOTh6dkZ4NHV5U1dmRDVMRysvazlmSmNSdzBIamg0Zkl5NHEzNFAydHJiRVo0WUkwWWlFZGoyaThNL1ZSMkY2bHBWL2F0dFJ4OTNqTjFyUmthR2p4dzVNZ3JnbjE1blI1TUxpKzZaeGNxZk5XK201ZmN2TmRERkNzd1RZSjRDZVRKK3dULzhmajhLcGs5SFdWa0pTb3FMa1Q4OUQzbTVPY2R2d1dEUTYrL2hsSXRFSWpoeXRPMzRyZlh3RWV3L2VCQU5EZnR3cUtVVmtlajQ0czRUaXg0Y0JiQUxxdlV1M0cwMnpOWWpEVFdOQUJ5dnZ3OGlJaUtpVjJ2Nm5Ea1pmZzBzZ2NoU0VhbFExWElCWmtOZXZFUXRLek1UcGJObm9YUjJDV2JrVDBkZVhpN3ljbktRbTV1RDFKUVVHQlBiMVVCVjBkOC9NRDVHYkd2RDBhTnRPTlRTaXIyTis3RjNYeVBhT3pwUFBEcXF3RDVWclJkSXZicnVsckE3dXJXdHNiSHpGZjRUTkluRTlyL21HSkZXWEp5U1lpVmVEaU5YdzBpbEtMSVVtblJzZWtrd0VNQzg4amxZcy9vY0xEMXJNWEp6c3BHU25JU0VoQVJZMXBuOVNkeko0RGd1aGtlRzBkOC9nUGFPRG14OVlRZldybjhXdGJ0Mkl4d09BeE5UV1FReXFOQXVBTHRjeFFPRFVkOUR2UWUyOVh1ZG40aUlpT2psTGZiUEtCMDlHK0ovanhHc0VzZzBoV1ljT3dFQ0FETUtwbVBWaXVWWWRjNEtsQlRQUkhKeUVwS1RreEdZdUVaMnFvdEdveGdZSE1UQXdDQU9IR3pHK28yYnNIN0RKalFmYWpsK2pLcTZBdWxSMFE1MVpaTTR6cjFOQVdjejZya2p5R1RHb2pzSjVlZm54MFg4cWNtQm9HK3VCZjEzQTdrQ2doUk1MQlFWSHhlSHRMUlV6Sytzd0lYbm40dVZ5ODVHUmthNjE3SFBPTDI5ZmRpMDVYazg4ZFE2N0t5dVJVOWZIMFpHUm80dmVLWHFEZ0w0aXl0NnR6V210ZEZvMzBCcmErdmZyM1JBUkVSRWRGb3M5aytmTTV6c2swQWhGRmVKbUhjSU1PdllxNkZRRUlrSmlTaWVXWVR6emowSDU2OVpqZG16aXIyTmZJWTYyTlNNSjlldXg5cG5uc1grQXdjd05EU01zWEQ0MkNyUUNxQUppZ2NjT0w5enhUNTRlSThaNUZhWWt3dUw3dVJoQ21kWGxNR3lMaERvY2tDV2ljanhkNmFNOURRc3FLckMvTXA1cUtxY2g4cUtjcVNtcEp6MGkvMm5JbFhGd01BZ2FuZlZvNlp1RjZwcmQyRkhkUTI2dXJwUFBLWUprTTB1ZEROc1BIMm9zWG8zVitnaklpS2kweUd2dERRellJVXVGR0FWMUN4VmFJV0loQUFnUGo0T2M4dktNTCtxQWxVVjg3QndmaVh5cCtkeGpIaVNxQ3FPdHJWang4NGFWTmZ0UWsxdEhYYnQzb1BoNFpGakI0UVYyQVhCODZyeTdGalVmYko5ZjAySDE3bUpSWGRTeUNzcFgraTNmTmVMTWVkQmRmcXhOeTRBV0xuOGJGeDUrYVZZdkhBKzB0UFRrSnlVeE9uSXA1RHJ1aGdZSEVSUFR5KzJWOWZpNFVjZXhZWk56NTF3bGxmSEFCeFJ4VE11bkIrMU5OUzk0SFZtSWlJaWlrMTV4ZVV6QWdIZkJ3RHpGZ0NGZ0NZZnUzUnRWbkVSM25EcEpUaDMxUXJrNWVZaUxUVUZnVURnbjM5UitwZEZJaEgwVFZ6aisrekdUWGo0a2Nld2IvK0JGdzlRRExqUVExRDhJU3p5czdZOU81dTh6RHZWc2VoNnc1ZFhXcHBxdVhHTExCLytSMFRPdzhTMDVNU0VCT1RuNStIS3l5N0ZXOTk4SmJJeU03ek9PdVYxZG5Yanp3OC9nai8vNVZFMHQ3UmdhR2o0eE9uTjY5WFYyOFB1NkF0dGpZMjlYTG1aaUlpSVhnZVRWbHljbEdSU3BodkwvYWlJdkJ1Q1pBQ0lqNHREYW1vS3pqOTNGYTYrNmkwb24xdDJTclo3cE5lbWZrOERmdnZnbi9EazJuWG83ZXZENk1qbytQTE1xb011OU5kaDIvbHUyQjA5M0h2Z3dDQm5BNTVlTExxblUzbDVZS2FhYzlXMUxvVElKU0tZQjhBbklxaXFuSWZWSzFkZzVmS2xtRjlaTVNWV1J6N1RoQ01SMU5idHdzYk56MlA5eGsyb3JxazdWbmh0VmRRcjhMZ0xmYkpsclA4Wk5EV05lWjJYaUlpSXpoaStHWE1xNXh2SXhSTjczSzQ4TnNPdmNFWUJWaXhiaXRVcmwyUEZzck9SbEpUb2RWWjZHU01qbzlqNDNCWTh1MkVUTm03ZWdvUE5oNDY5RkZYVkRhcnlsQXY3c1phR3VwMDhNWEo2c09pZUJwbGxaVW1KRXJnS1lqNGlpaUtJcEFQd0JmeCtyRHBuQmE1NTM3c3dhMllSTWpJeTRQZjV2STVMLzRSdDIranU3a0hqZ1lQNDVmMFBZTjM2RFloRUlsQ0ZJOUFlQlpwVTljNkI2TkR2ZWc4YzRLck5SRVJFOUE4VmxGUmNiSHpXaDQzSVlxam1ITnNPcUdSV01hNjk1cjFZdHVRc1pHVmxJaTRVNG5XM2s1eXFZbXdzak02dUxqei93bmJjL1gvM29tSHZ2bU92UmdDMHErb09kZlVuelh0ci8rcHgzSmpIMzVaVFI0cUtGcVFnNEt3Ulk3NE9rZG1ZMk9jMkpTVVpxODlaZ1g5Nzc3dFJQcmVNYjFwbk1GVkZ3OTVHL1B6ZSs3SDJtV2ZSUHpDQVNDUnk3TFdEcnVxbk1LcFBIVHBVMjgvcEtrUkVSQVFBZVhtTDQvMXg0UVhHWjkwT0k2c3djUWxiU25JU0t1YVY0LzN2ZVJmV3JGN0pxY2xuT05kMXNXSFRGdno4M3Z0UVhWdUgvdjZCNDVlL1FYV3JvL1ovaC91c25lM3ROY05lWjQxRmJGaW5RSDcrdkhSZmd2VU9DTjRoWXM0RmdHQXdpQlhMbHVLQzg4N0ZPY3ZQeG95Q2ZLOWowa25XZXZnSU5tNStEayt0WFk4Tm01N0QyTVFldllCdWNCVy9jWWJzKzFwYmQvVjRISk9JaUlnOGtwVlZucGlZSHJqTUZmZHFBM014Qk1tV1phRjhUaGt1dnZBOG5Idk9TcFNWbHNEUFBXNWpTdFMyc2E5eFA5WnYySVRIbjF5THV2cmRzRzBiVUIxUzRBbUlQakRjWlQvYzJWay81SFhXV01LaWV6S1ZsQVFMSmU0cXNjd25JQ2lGSWw1RXBLcGlIajV5M2JWWXNtZ2gwbEs1SlZBc1UxWDA5ZmRqUjNVdGZuVG4zZGhSWFFQWGRSV0NFVlVjVkZlL2NTZ3k4QUN2NFNVaUlwcGFwcGRVTHZkWjhqa3haZ1ZVVTBSRTB0TlNjY04vZkJnWHJGbU4zSnhzbnNHTmNhNHEydHZic1hiOVJuejdqaCtpcDdkM2ZFOWVrWDZvUHUrNGVsdkwzcG9Od1BoNlZ2VDZzSEdkQk5uWlZRbStGS2ZFYjN6ZkJyQkdSRXdnRUVCQmZoNCsvTUVQNEUxdnVBdytYbnM3NWRpMmpiODgramgrZU9mZGFHazlqUEQ0SnVNdW9Cc2l0dHdZN1kvdTR5ZDNSRVJFTWF5OFBKQS9GaWkwZ3ZwNUEza1hBSjh4QnRuVHN2RG1LOStBNjYvN2R5VEV4M21ka2p3UWlVVHd3enZ2eHUvLzlCRGEyanZnT0E0QXRWM1ZCNkpoZk9tSU5kS0V4c2J3cS9oUzlBK3c2TDVPaGFXVmw0bGwvZzJLSzBVa0ZBZ0VzR1R4UWx4NSthVTRmODBxWkdad2U2Q3BycWUzRjJ1ZmVSWVBQZklZbm52K2hXUFg4RVpWOVNFWHVPZlFudXFIdmM1SVJFUkVKMWRoeWZ5RnNQVGZSY3hiUkpCcldSYm1sTTdHRlpkZGdvc3VXSU9pb2tJWXp2S2IwbFFWellkYThNVFQ2L0R3WHg5RC9lNEdPSTREaGJiRHhSOWNjWDk2YUUvdE5xOXpucW40Mi9VdlNpc3VUa24xSjM0RkltOVRJRk5FVFBuY09maVA2NjdGa3NVTGtaR2V6aW5LZEp5cW9xZTNGOXQzVk9OSC8vc3pWTmZXUVZWZGdYUzdjUC9ZUHpid3FiNm1wajZ2Y3hJUkVkSHJWRklTTFBRbC9LY1J1VUVWMDBWZ3BhYW00S01mK1JBdU9uOE44bkp6T0VXWi9vYnJ1amphMW82bjE2M0hEMzV5RnpxN3VzZDM4eEE5b3FvL2JocnErUzVhVzBlOXpubW1ZUk43N2Z6NXBlVUxmY2IvSXdDTGpER1NscHFLOTc3cjdiaitRLytPUUlDTEI5QXJpMGFqdVBPblA4ZlA3NzBmZlgxOWNGV2g2dGE0Nmx4L3FDSDBQTEF0Nm5WR0lpSWllczJzL05MU0hKL0VmUnNpVjRuQVNreEl3TVVYbm9mYnZ2QTVoRUpCci9QUkdXQnNMSXhiYnJzZGp6eitCSWFHaHFFS1I2Ri9Vc2Y5NUtGOXRZZTRCKytyeDZMN0dzd29tVDlQZkxoV0JPOFhTSG9nRU1CYnJud0QzdjJPdDJGZStSeCtPa2V2U2YzdVBianZnUWZ4dXovOGVYd2ZYbWl2S243bHFITlhhME5kamRmNWlJaUk2TldaT2JNaTJ3MmFhMFhrb3dMSjhmbDhXTDF5T2Q1MTlWVTRaOFV5QklNc3VmVHFoY01SYk43eVBPNy83WU5ZKzh3RzJMWTlQcDFaOFNOSHgzN2EwdEJ3eE91TVp3SVczVmVwc0hUK1c4VENiVkFwRTRFMXAydzJQdk9wajJGQlpTVVNFdUk1VFpsZU0xWEZ5TWdJNnVyMzRMYmJ2NGxkdS9lTXI3d0hOSWppQ3djYnFoL3dPaU1SRVJHOXN1bXp5eGY0TGY4UEFTd1NrVkJtUmpvK2NlTkhjZEg1YTVESzNUYm9YelMrazhjQTFxM2ZnSzkvKzN0bzcrZ0FWTU1LMmU1RW92L1ZjbURYVnE4elRuYjh6WHRsa2xsV2xwc293YStJbVBjRFFGSmlJaTY5NkFKODZ1TTNJQ005M2V0OEZDUDYrdnJ4amU5K0h3Ly85VEVNRG80dnhLelEzOWpPNk1kYjkrNDl3bVhtaVlpSUpwZTA0dUtVbEVEaWpTTG1GZ0NJaTR0RFZVVTV2bnpMNTFBOHM4anJlQlJEbXBwYjhQa3ZmUms3cW1zd01qSitxYTZxM3Q0NzRuNjkvMUJ0cjlmNUppc1czVmRRV0ZaMXZoajVLaFJuQllOQmMvNjVxL0R1ZDd3Tnk1Y3RoY1ZweW5TU09ZNkRyZHQyNEw1Zi94WlBybjBHWStFd0ZMckRkdlV6clEwMWozcWRqNGlJaU1ZVnpxNllDOHU2MVFpdUJDU3djSDRWcm5uZnUzSDVKUmZDc2l5djQxRU1jaHdIanorNUZqKy85ejY4c0gwblZEV3FjQitKT3M0WER1L2RWZTExdnNtSXY0bi9RRkZaMVkwaTVsc0F5a1RFM1B5WlQrTDZEMTJMMlNXemVDMHVuUkxHR09SUHo4UEs1Y3VRbDVlTHA5YXRCeFE1eHNoRnlSblRUSDkzeDBhdk14SVJFVTExaGJQbnYxVXM4MzhDTEJNUjMwYy84a0Y4K3VNM1l1SDhTcFpjT21XTU1aaFZYSVExcTFZaU9Ua0ptN2RzdGFBb3RZeDFlVkxXdExhQnJ2WTZyek5PTmp5ait4TDU4K2FsVzQ1MWs4RDh0ekZpRlJYT3dCM2YvQ29xeXVkNkhZMm1tUDBIRHVMRE4zd2NCNXVhNGJvdW9QckRzRHQ2eTVHOWU3dTh6a1pFUkRUVmxKU1VCRzByL2pvUitSSkVVakl6TXZEWlQzOGNiN3JpTXErajBSVDArRk5yY2ZPdFgwVkhSeWNBSFZMWHZkVWU3djErSzdjaE9vNGZPNTJnc0tSeXVSSHIyMGJNZTBYZ2UrTWJMc050dDN3V1piTkx1SkFBblhicGFXazQ5NXdWR0JnWXhPNkd2WURJSXN0WTg1TXpjcHY2dTl0YXZNNUhSRVEwVlJUT3JwaXIvdUNYUmVRVEVFbFlmdllTZk9Fem44SjU1NTdEbVg3a2labEZoYWlxbUlmT3ppNDB0N1FHQkhLdUNjUVZKbVZsTnc1MHRYZDRuVzh5WU5FZFp3cEs1MTl0Zk9ZbkFpd0pCb1BXNS8vbkU3anUzNjlCWGs0T1N5NTVKaVU1R2N1WExrRmhZUUUyYkhyTzJMWlRJaUtYSldWbTlReDBkZFJ5a1NvaUlxSlRxNkMwYXBXeHpKMEFMdmY3L2I3M3YrZWQrTnovZkJKbHBTVXN1ZVFaRWNIMHZGeXNYcmtjbHMrSDZ0bzZ5M0hjK1FabVpWSm05b0dCcnZiOVhtZjBHb3R1U1Vtd2NGckJoeTNCSFNJeUxTODNSNzd3bVUvajdXOTlFK0xpNHJ4T1IxT2NpQ0FZREtLaWZDNW1GUmVodXJaT0JvZUdra1Rrb3BUTW5MSCsxS1R0Nk9seHZNNUpSRVFVZy93ejVsWmNZSW4xV3hHWmxaaVlJRGRjL3lIODU0Yy9pT1RrSksrekVVRkVFQjhmaHlXTEZ5RXBLUkhWdFhVU2lVUnlSSEJGU2xwV1hYOVBSeE1BMSt1Y1hwblNSVGMvZjE1NldpRDBGV1BrYzJKTTNNVVhuSWViYi9vazFxeGV5VS9vYU5LWlZUd1RTeFl0Ukc5L1B3NDJOUWNBUFMvVkNtU0hVcE9lSCtycEdmRTZIeEVSVWF6SXlpcFB6SnFSKzUrV1dEOHpSaExQV3JRQU45LzBTVnoxNWpmQzcvZDdIWS9vYjFpV2hRVlZGWmczZHc2T0hHM0gwYU50Y1dMa2JTbVoyVkVyTmFsNnRLY243SFZHTDB6Wm9wdGVVcEljQ29XK1pJeDh4QmpqZS90YjM0U2JiL29VaW1jV2Nhb3lUVW9pZ3V6c2FWaTFZaG1HaDBld3EzNjM1YnE2eUxJQ21VblptUnNHT2p1NStBQVJFZEhyWjJVVjVONWd4SHdlZ3ZoVks1Zmh0aTk4Rm9zV3pPY1lrU1l0RVVIaGpBSXNXYndRclllUDRFQlRzeVdDczRNbWlMN1V4TTFUY1FiZ2xDeTYrZm41Y2FGUXlwY0V1TUd5TE91eWl5L0VGejc3S2FTbHBub2RqZWlmQ29XQ1dMeHdQam83dTlDd3IxSFUxZm1pSmlraFlLMGJIQnlNZXAyUGlJam9qRlZTRWl6SW5QNVJZNnl2R1NOeHMwdG00U2ZmL3c3eXArZDVuWXpvVlVsTlNjR3lwV2RoNjdZZDZPanNDcWpxNmxRRVJsS1Q0bDdvNit1enZjNTNPazI1b3B0Zk9uKzZGWWovdWdpdUQ0V0M1Z1AvN3oyNDZaUC9qZVFrWG10Qlo0NWdNSWpsWnkrRlFsRmJWeStPNDV4bEFnbUZDYWxaTHd6MmRneDRuWStJaU9oTU0zNUpXL0FtWTh5dGZyL2ZYSEhaSmZqQmQ3Nk9qUFEwcjZNUnZTWUpDZkc0OUtJTDBOblZoZjM3RDRxajd2bnFDOFlscEtmc0dPenVuaktYdTAycG9wdFRVcExsOXdXK1lVVGVHd3dHckd2Zi8xN2M4Qi9YSVNFKzN1dG9SSzlaSUJEQWtrVUxvYXFvcnEwVHgzRXJqSVdpcFBTY2pRUGQ3WU5lNXlNaUlqcUQrTk56ODI0V3k5eGdqQWxjY2RuRitPeW5QbzZNakhTdmN4SDlTMEtoRUJZdFhJRHVuaDQwN0cwVVZWMWt4SitVRU1oL1puRHc2SlNZQVRobGltNTZTVWx5Z2kveE8wYmsvL2w4UHZPdXE5K0dUL3pYZnlJVUNua2RqZWhmWmxrV0ZzNnZ3c2pJS0dycWRobFZMVGNHQlNZMTZiR3B1dkFBRVJIUmE1R2RYWldRbFo5eml4ajV0TSt5L0d0V3I4UTNiNzhOcVNrcFhrY2plbDNpNCtPd2N2blpPSEN3R1FlYkQvbWdlcllKdWlraEszdjk4SEI3ekpmZEtWRjBjK2ZPTFV5d1F2OHJJdTlJU2t6RWRkZGVnNDk5OUhvRWd3R3ZveEc5Ymo2ZkQwdVhMRVpjS0lUYXVucEVJcEY1UWNzM1B5VWplM04vZDN1ZjEvbUlpSWdtcTV5U2txeTR4T0JYUk9UR3VGQUlWNy90TGJqOTFpOGdqaWRDS0ViNC9YNWNzR1kxUnNkR3NhZGhIeHpiWHVxUFEzWmFVdGFXdnI2T1lhL3puVW94WDNRenk4cVM0alJ3aXhIenp2ajRPSFBEUjY3REI2NTVMMHN1eFJTZlpXRitaUVdTazVLd2JjZE9oTU9SV1NKSVMwM01YZGZYMXpibWRUNGlJcUpKeU1ySXl2K0lRUDdic296L1hWZGZoWS9mY0QwU0VoSzh6a1YwVXZsOFBpeWNYNFZJSklLYXVsMXdIS2NjUGduM1RjdlloTTdPbUYyTk9kYUxya3pMblA0QkkvSVpNY2Ivdm5kZGpZOSs1SU1JQkZoeUtmWllsb1dLOHJrWUhoN0I5aDNWQXNnOE5kcmQzOTMrbk5mWmlJaUlKaGtwbURQL0lpTnlwekVtN29MenpzWHR0OTZNZUs3YlFqRXFHQWhnMmRLejBIamdBQnIzSC9SQnNTekpsZXFCN282OVhtYzdWV0s2NkJiTXJYcW5CZm1lR0JOLzFadmZpTTkrK21Nc3VSVFRqREZZdEtBS2ZYMzlxS3ZmYlFGWW5wS1oxZHpmMVZIcmRUWWlJcUxKWXNiY2lvc3NNYjh4SW9ubnIxbU5PNzd4RmE3YlFqSFBHSVBWNTZ4QVU5TWhOQjQ0NkJQSXhVa1oyYnNIdXRzYnZNNTJLc1JzMFMwc3F6cmZndndJSWxrWG5iOEdOOS8wU1NRbkozc2RpK2lVOC92OVdMeHdBWm9PSGNMK0F3ZURBbG1WbXBsVDI5ZlZ2dC9yYkVSRVJGNHJtRnRWNFZQcit5SlNYRlZSamk5KzduK1FrNTN0ZFN5aTB5SVFDS0I4VGhucTZuZWpyYTA5emdDTFUxSnpOdmIzdExkNW5lMWtpOG1pVzFDMk1NK0kzQ0VpVmJPS1orTHovL05KekN3cTlEb1cwV2tUQ2dVeGEyWVJ0dStzUVZkM1Q0SUlTbE15c3AvaTRsUkVSRFNWWlphVkpRWGh2MTFFTGsxSlRzWVhQdnRwTEY2NHdPdFlSS2RWV21vcThuSnpzR0hUY3hnWkhjMkFoZXlFekxRbkI3dTZScjNPZGpMRlhOSDkvK3pkZVhoTVovdkE4ZTl6WnBKTTlrUVNZaW1Ka0VVU2FoZGF4TjVvclZWcjdVc1VwVlNWV29yWDB0cFYrOXBidW9jcStsWmZ5Ni9VV2tzcHRhczlTSWdJSXJMTXpQbjlJVGx2Um5iRWhENmY2M0pkczV3ejU1NkpUTTU5bnVlNWJ5K3ZTazUyRHNvQ0lNTE4xVlZNbXpTZW10V3JJb1N3ZG1pUzlGUjVlQlNqWE5rWCtIWGJEcEtUVTBvSlJTbHRwMU0zM0x0Mzc3a3ZKeTlKa2lSSkR5dFZxcFNEd2VBeVJ5QzZPenM1aWNrVHh0QzhTU041amlqOUk3MVFwalFsMDVQZGxKUlVmMFhWZXpuYjIyeStjK2VPMGRxeFBTblBXNktyODNxaDFLZENpSzRHZzBFMy9WOFRhTnl3UG9xaVdEc3VTWHJxaEJDVUtWMktDdVhMcy9uWHJjSm9OQVhhMkR1V1RZaUwvUTlndG5aOGtpUkprdlFVS1I2bHkwOFVLSU50Yld4MGJ3K0twUE1iN2VVNW92U1BKWVNnZ2w5NWlybTdzMzNuYnFHcWFxaXdOVGpjam92ZEFxaldqdTlKZUo0U1hlRVRHTnBkVWNSSUc3M2U4RmIvUG5UczBBNjlYbS90dUNUSmFvUVErSlI3QWIxZXo3NERCeFZWTlFlNWVSYVBUWWk3ZnREYXNVbVNKRW5TMDFJdW9ISzRVTVMvRkVWeGJ2VnFCRzhQN0kvQllHZnRzQ1RKcW9RUStKWDM1VWJjVFU2Y1BLV29xSUd1eFlyL2Rmdm05VFBXanUxSmVHNFMzVEwrVlVycmhESUxJWHdiMUgrSmQ0Y053VW4yUVpNa0ZFV2hncDh2Rnk1YzRzelpjd29JSDJjM3IwMTM0cS9mc25ac2tpUkprbFRZU3BXcTdtQmpVR2NMSWFwV3FSekNsQS9INHVGUnpOcGhTVktSWUdPakp6Z29rTCtPSHVmS2xhc0dSU2dsbkF3ZVA5KzVjK09aWDYvNzNNelgwQ3NNVnFHYXZjSEFCNk5HVU16ZHpkb2hTVktSNGU3bXhydkRCdVBnNENCQVZGTDB1b0hXamttU0pFbVNuZ1liWjlNZ2hHaG1aMmZIOU1rVEtPa3RLeXhMVW1ZbHZVdnc0UWVqc0xjM0NBUU5kVTY2U0d2SDlDUThGeU82WmZ3cjFWS0VmcmxlcjlPTkhUMlNCaS9WdFhaSWtsVGt1THU3NGVYcHdiYnRPeFhWck5aMmR2SGNjT2ZXOWF2V2prdVNKRW1TQ2t1WmdKREtla1dKVWhURlpraGtQeUphTkxWMlNKSlVKSGw2ZXFEVDZkaXpkNzhDTkhCeThWcDc1OWIxNjlhTzYzRTg4eU82M29HQlBuckZkb2tRNkJxSDE2ZjFxNjlZT3lSSktySmF2L29LTFpvMlJnaDBPbHZkVitVQ0t2dGFPeVpKa2lSSktnemVGU3A0NlJUOUxFQWZHbEtKMTl1MXRuWklrbFNrdmQ2MkZkV3JWZ0hRNisyVVQzMTlRNTdwNlEvUGVxS3J0OFZ1Z0JBRUZYTjM0ODB1SGVXNlhFbktoYTJ0TGQyN2RxUkVjUzlBVkJBS2IwTjFHMnZISlVtU0pFbFBtTERST2I0bVZPcloydGpRdlV2RzN6NUprbkpTek4yZE43dDB4TkhSQWFGU3kyd1Fyei9MK2VJekd6aUFyMzl3c0NMb0JkZzBEbTlBV0syYXNoZWFKT1ZDQ0VIMXFpL1N0SEU0UXFBVGlNN2xLcVRXc0haY2tpUkprdlFrK2ZxR0ZOY0p4Z3FCZmIydzJyUitOVUsyRXBLa1BDaUtRa1R6cHJ3VVZnZUVzQk9xTXJ4c3hWQWZhOGYxcUo3ZE5ib1ZLdGk1NmUyV0NKUVhLd1VGTUd2NlpCd2NIS3dkbFNRVmVVSUlLb2NHczN2UFBtN0UzWFJDRVM4a3hEbXZnbmlUdFdPVEpFbVNwTWRXcVpLdHEwNjNUQkZLdlFwKzVmbjMvRmx5eHA4azVaTVFnbG8xcXZIYnpsM0UzMHB3RjBLOGtCRG5zUlp1UEhQbmljL3NwUzBmdlgxUFZLV1pnNE05SDM0d2ltTHU3dFlPU1pLZUdSN0ZpakZ0MG5nY0hPd0IwZGczMExHZnRXT1NKRW1TcENmQng2aHZKMURhMnRuYU1teHdKRjZlSHRZT1NaS2VLY1c5dkJnMWZCaDJkcllJSVZyNSt1czdXVHVtUi9GTUpycWwvUDA5UVJrbkJMcldMU01JRGdxeWRraVM5TXdKOEs5SXg5ZmJJUVE2RmNhWDhQTXJidTJZSkVtU0pPbHhsQzBiNmk1MDRoMGgwTldzVVkyd1dqV3RIWklrUFpOcVZxOUsvUWVkYlBTcUlvYVhEZ3g4NXE0WVBZdUpybUtqYytnb3dOUFZ4WVZtVGNJeEdPeXNIWk1rUFhQMGVoM05tNFRqNlZFTUlZUzdnOTZ4eHpPOW5FR1NKRW42eDFNY1JDdFVFV2lqMS9OS3N5YTR1YmxhT3lSSmVpWTVPVG5Tb21rVEhPenRRVkJCYjdidENEeFR4WkNldVVTM1hMbWdFc0tzZGxUQnRvSmZlV3JWcUNZTFVFblNJeEJDRUJvU1RIQ2xJRlJWMWFsQ3RQY0pmUEVGYThjbFNaSWtTWS9DeDhmSEFFcFhGZFc1UklrU3ZCclJYSjRqU3RJakVrTFFwRkZEeXBaOUFWUWNoS0s4NGVQejRqTjE1ZWlaUzNSVmcrM0xDRjVTRkVYMDdmVW05dmIyMWc1SmtwNVo5Z1lEM1RxL2dhSW9BcWlwbXMxTnJCMlRKRW1TSkQwS3M2MXJEVkNiS0lvaWhnMk94Tm5KeWRvaFNkSXp6ZG5Ka2NpK1BkUFBFOVdYVlZ0VFhXdkhWQkRQV0tKYndVNFJqQmRDaUZvMXF0RzRZWDFyQnlSSno3eUdMOWNqckhaTmhCQ0tFQXdIYkswZGt5UkpraVFWVENWYlJXRytFRUpVRGcybVZjc1cxZzVJa3A0TEVjMmJVclZLNWZUelJHVUtZR1B0bVBMcm1VcDB5MVMwYnc4RTZmVTZoZzBlaUY2dnQzWklrdlRNMCtsMGpCbytGSjFPQjBJRWxnMm84b2ExWTVJa1NaS2tnaWhiUWQ4Y3FLTFQ2ZWoxWmhkNWppaEpUNGhlcnlleWI2OEhmYWdGbFgwQ1FpT3NIVk4rUFVPSmJpVmJ2VjRaS1lSUWFsYXZSbENndjdVRGtxVG5objlGUCtxRjFVWUlJUlRCQjFCSmp1cEtraVJKendwYm5WNzBGMElvVlNxSFVMMXFGV3ZISTBuUGxTcWh3ZFNxWHUzQnFLNmlESGxXUm5XZm1VVFhKMERmU0tpaXZMM0J3Q3ZObThqRzM1TDBCTm5hMnZMcUs4MXhkSFJBZ004TEFYbzU1MHVTSkVsNkpwUUpEQTBEWHRRcENzMGFOOFM3UkFscmh5Ukp6NVZpeGR4cDBhd3hOalkyb0JKYU5paWtvYlZqeW85bkpOR3RaS3NLR3F1b1R0N2VKV2dTM3ZEQjhMa2tTVStFRUlMNkw5WEZ0MXc1VkxEVFEzTXFWSkI5dXlSSmtxU2lUckZSbGZvcW9xVEIza0RMRnMwZkxNV1JKT21KMGVsME5HMGNqcnViR3lyQ1F6SHJHajhMTFNtZmlXeXhqTCtObDFCRmZTR0UwcmhoZmJ4TEZMZDJTSkwwM0NudTVVbjlsK29paEJDcUl1cThnS0dNdFdPU0pFbVNwTnlVS1ZQR1RvV21RcUJyMXJnUnBVdVZ0SFpJa3ZSY0t1bGRndkFHTHlFRU9vU29YN1pzcUl1MVk4cExrYy9FQVR5OHZNT0U0QjJFMEU4YU53WXZMODlDT1U1S1NncG56cHpCdzhQRG91L2F0bTNiK091dnZ5aFhybHlXNGdZeE1USDgrT09QbEM1ZEdnY0hoMEtKcTdBa0pTVXhkKzVjVHAwNnhlWExsekdielhoNWVlVzVuOUZvWlAvKy9iaTZ1bUpubC9PZ1gySmlJamR2M3NUWjJmbUp4UHZWVjE5eDhPQkJVbE5UY1hGeHlmWFlUMHQwZERTWExsM0NiRFpqTUJqeU5kUGc3Tm16TEY2OG1PUEhqM1B4NGtXY25aMXhjZm5mZDhXVksxZjQ5dHR2dVhqeEluRnhjWmpOWnR6ZDNRdjVuVHpnN3U3R045K3ZSZ1VPSjQ0QUFDQUFTVVJCVktnVVE2ZnN2QjBYZS9LcEhGaVNKRW1TSG9GcmFaOUFCZkdoRUVJLzVjT3hsUFNXMDVZbHFiQjRlaFRqKzlVL0lsQzlUQW8vM1ltUHZXTHRtSEx6VEl6b21xQXpRdGdGK2xja3dMOUNvUjNIenM2T3p6NzdqS1pObTdKNDhXSlNVbElBOFBmM1orTEVpYlJwMDRiZHUzZGI3UFBUVHo4eGQrNWNYbm5sRmQ1KysyMTI3TmhSYVBGbFdMdDJMYWRPbmNyWHRyR3hzVGsrbDVxYXluZmZmY2VubjM3S29rV0x0Q1RlYkRhVG5KeWM0MzU2dlo0dFc3YlFxRkVqaGcwYmxtTXNkbloyREI0OG1DbFRwcENZbUppdmVIT3plZk5tUHZua0V3WU9ITWk0Y2VOSVNrcDY3TmQ4RWpIMTZOR0RsaTFiMHFGREJ5NWV2SmpuUG5GeGNheGF0WXBGaXhheGRldFdYRjB0ZTIvZnVuV0x4WXNYTTNYcVZNYU1HY1BwMDZmNTdiZmZuc2hubUJmL0NuNFBmc2VFc0FQYUZ2b0JKVW1TSk9reENMUFNWd2hoS085Ympzb2hsYXdkamlROTEwS0RLMUhldHh3SVlkRHBSRGRyeDVPWG9wL29saXJsb0VCSGdOYXRXaGI2dW92MzNudVB4TVJFRmkxYVJOKytmVWxPVHFaVXFWTFVxRkdER3pkdU1HellNUDc2Nnk4QVRDWVRhOWV1aGZUazBNL1BqMHFWQ3ZkTGRzMmFOVXllUEpsKy9mcHg0TUFCaStlU2twSXMvaDAvZnB4T25Ub3hhZElrVENaVHJxL3I2ZWxKeFlvVkFaZ3hZd2JkdW5YajdObXpPVzQvZlBod3ZMMjkyYkZqQjkyN2QyZlhybDFadHJHeHNhRjM3OTZzV2JPR3pwMDdFeDBkclQwWEhSM050bTNiU0VoSXlQZDdqNG1Kc1RqKzB4aEJqNHFLeW5kQzNhUkpFOHFWSzFlZzF5OWZ2bnlXRWUvTXN3YWNuSnhvM3J3NTMzNzdMVTJhTk9Hamp6N2kvdjM3QlRwR1FlaDBPdDVvM3dZZWZEbTBwVXdaKzBJN21DUkpraVE5ampKbDdCVkY3UWZRcEZHNFhKc3JTWVZNcDlNUjBid1pBQUs2NCtOanNIWk11U255VGNiS09ubDJFRUxZT3prNTBqUzhRYUVkeDJ3Mm95Z0tMN3p3QWsyYU5PRy8vLzB2eDQ4ZjU0Y2ZmcUJyMTY2RWhZV3hmLzkrVENZVGE5YXNJVFEwbEsxYnQyckoxNUFoUStqWnMyZXV4MWl5WkFtSER4OStyRGpQbkRrRHdMMTc5eGc4ZURCejVzd2hMQ3dNZ0preloxb2tqcWRPbmVMT25UdXNXN2VPK1BoNGhnMGJ4cHc1YzdUbmpVYWpkdnZDaFFzTUhUb1VvOUhJNzcvL0RrRDM3dDBaTzNZc3I3enlTcFk0N08zdGVmdnR0M24vL2ZjeEdvM01uVHVYZXZYcUFYRG8wQ0dxVnEwS1FQUG16Wms3ZHk1WHIxNWw2TkNoZlB2dHQ5amEycko3OTI0Kyt1Z2pBSHg4Zk9qVXFSTWRPblRJOFgybnBLUVFGeGNINllXVFNwYk0veHFjVmF0V2NmbnlaZDUrKzIyTEpOSm9OT2FhTkM1ZnZweVZLMWV5ZnYxNjVzMmJoNGVIUjc2UCtUaHNiTEpXYkI4eFlnU2RPblVpS2lxS00yZk9zR1RKRW92cDlVOVNSUE9telBsa0lZbUppVTQranU2ZExoRDllYUVjU0pJa1NaSWVRemtIanhZQzRlRGc0RUQ5ZW1IV0RrZVMvaEVhaDlmbjh5Ky81dDY5SkpleWRpNnZYb0xWMW80cEowVSswUldDTndBcUJRYmc0VkdzMEk2elpNa1NPblhxaEt1cks4MmJOK2UvLy8wdnBLOHpCU2hidHF5MmJZbjBzdlVyVnF6QTBkR1JDUk1tMExoeFl3QjI3TmlCdTdzN0lTRWhXWTdScjErL3g0N3pndzgrMEdKcjM3NDkxYXBWMDU0YlAzNjhkdHRrTXRHcVZTdElIeUZzMzc0OVpjdVdaZDY4ZWRvMkNRa0pXdHcrUGo3YWMvWHExU001T1JrUER3K3FWNi9PNGNPSHFWSWxhMCs2SmsyYVVLcFVLYTVldldweEZmWDA2ZE1VTDE2YzBxVkxvOWZyYWRTb0VhdFhyK2JDaFF0czJiS0ZpSWdJenAwN3AyM3Y2ZW5KNjYrL251djd2bmJ0bW5hN1JJa1MyU2FEMlRsNDhDQXpaODdFYURSeTlPaFJQdjc0WXp3OUg2enhqbzJOWmNHQ0JUbnVtNUh3bnpoeGdsNjllckZ5NVVyYzNOeHlQVjVLU2dvNm5hN0FqZXBQbmp6Si8vM2YvekZvMENCc2JiTzJzSzFZc1NJMWF0VGd3SUVESERwMGlPam9hRjU0NFlVQ0hTTy9YRjFjcVJ4U2lkMi83ME5GNlFySVJGZVNKRWtxZW9RYUFZS0tmdVY1b1V4cGEwY2pTZjhJM2lWS0VCVGd6NEdEZnlJUXJaR0o3cVB4OVEwcG9RcmxSUUZVcVJ4YXFMMXpyMTY5eXErLy9rcmJ0bTJwWHIwNmJkcTBJU1VsaFU2ZE9nRlF2MzU5eG84ZlQxSlNFdTNidCtlMzMzNGpMUzJOcjc3NlNrdUNkK3pZd2J2dnZvdU5qUTJ6WjgrbVZxMWEyUjRyTFMwTklRUkNpQUpQczhrOEF1bnI2NXRqUWFadDI3WnBvODJ2dlBJS0w3Lzhjb0dPQStEZzRNQ2FOV3RZc1dJRnMyZlAxa2FPTXdnaG1ENTlPcnQyN2FKRmkvKzFYUzFWcWhUSGp4K25kT2tIZjNScTFxeko2dFVQZmdjeVlzbzhMYnBXclZwNWprNW1YdnVhbUppWTc0c0dWNjlleFdBd2FNZDg5OTEzV2JwMEtYcTludEtsU3pOdDJyUWM5MjNTcElsMmU5eTRjWGttdVFBTEZ5N2t5cFVyVEowNk5kL0pydEZvWk5La1NkcGE1NjVkdTJyUHBhYW1hcmViTjIvT0gzLzhRYmx5NVNoZXZQQXFqOXZhMmxDN1puWDI3TjJQSXFoWnl0L2Y4K3JwMDNHRmRrQkpraVJKS3FCUy92NmVpbEJlQktnVUZFQ0o0bmtYMDVRazZmRVZjM2VqYXBYS0R4SmRSVlF2VXlhNFdIVDBzWGhyeDVXZElwM29tZzM2R29xS2s3T0xNMVdyaEJiYTJvdDc5KzZ4YytkTzl1M2JsNldZMU1TSkU3TnN2My8vZmtoUDZPYk9uYXM5ZnZqd1lZeEdJMGFqa2JmZmZwdHAwNllSSGg1dStaN01adjc5NzMvei9mZmZrNXljakp1Ykd5VkxsaVE0T0pqYXRXdFR2Mzc5WEJPa3pJbHVSZ0tYblJVclZrQjZNdHF6WjA4Kyt1Z2p6cDgvYjdGTjVxbkw1OCtmSnpJeUVqSWxWOUhSMFh6KytlY1lqVWJlZSs4OVZxOWVyWTFtWjRpSmllSHc0Y04wNzk1ZGU4elgxNWNmZnZpQnBrMmJBaEFZR0lpTGl3c21rNGtHRFJwZ01wa3NDbGpWcUZFangvZVI0Y0tGQzlydGlJZ0lSbzBhbGVjK2p5TWhJWUZidDI1QitqclpGMTk4MGVMenlxQ3FxbmI3OU9uVDdObXpCNVBKeFBqeDQ1a3laVXFlQ2Z5bVRaczRkT2dRVjY1Y3djbkppYWlvS0lzTEpIZnYzdFZ1dDJ2WGp0S2xTek4xNmxUMjc5L1BTeSs5OUlUZXJTVkZVUWlwVkFsM2R6ZmliOGJiMldEL012QmpvUnhNa2lSSmtoNkJqYkFQVmFHa2pWNVBqV3BWczUwTkpVblNrMmRqWTBPVnlpSFkyeHU0bjVUc3FYZlUxUUwrYSsyNHNsT1VFMTJCMmZ5aUtvUlRNWGQzWHF3Y1dpZ0hNUnFOVEpreWhZU0VCRnEwYU1HVUtWTUt0UC9kdTNkeGRuWW1PVGxaUyt6MGVqMDlldlRBeDhjbnkvYUtvdkQyMjIvVHZYdDNGaTFheE9yVnEwbElTT0RFaVJPc1hyMGFUMDlQM243N2JWcTJiSm50OFRJbnVqa1ZZOXEvZnovSGpoMERvR25UcHZqNCtHU2JHR2FldXV6cjY4dkNoUXNoMDlUbE1tWEs4TjEzMzFuczg5TlBQL0h6eno5cjkvLzg4MC9TMHRJWU1tUUk4K2ZQeDk3ZW5sS2xTdkhISDM5bzI1UXBVNGFOR3pkcUxYaisrdXN2N3QyN0IrbHJmWU9EZzNQOWpIa28wZlgxOWMxeisveEtUazVtMGFKRkRCZ3d3T0xDUWVZUjU5RFFVQ1pPbkpodDRhd3JWLzVYVmYzOCtmTmFrcHFZbU1pNWMrZnc4L1BMOWZqTm1qWGpuWGZleWZLNHM3TXpkKy9leFd3MmMrL2VQUndkSFRFYWpjeVpNNGZvNkdpR0RoMUswNlpOK2VDREQ1NVkrNmJNS2dYNTQxMjhPRGR2eHRzSVJhMEpyQVhVZk93cVNaSWtTWVZPRllRb2doSzJ0cmJVcWxFdEgzdElrdlNrVkFrTndjblJrZnYzazkweGl4ZGxvbHRBeFNwVWNCWkNxU1FFU21od0VONGxudnhVemJTME5JWVBINjYxRENwVnFsU0I5di90dDk4WU8zWXNnd1lOd3NIQmdaU1VGQ0lpSWhnd1lBQmx5cFRKZFY4M056ZEdqUnBGNjlhdG1UcDFxcGFZeHNYRk1YNzhlSzVkdTBiZnZuMno3SmM1MGJXM3o3NGc3dEtsU3lGOU5MZHYzNzZrcEtROHNaNnpyNzMyR3ErOTlob0EzMy8vdlRhNjdlenN6SjA3ZDdDM3QwZFJGSFE2SFdmT25ORXFPV2UrMHBxeEQwRERoZzN6TmNYMzc3Ly8xbTZYTDErK1FESEh4OGRUckZqMjY3c05CZ1BObWpXalg3OStUSnMyVGZ1NVpTNGFWcVZLbFJ5blNuLysrZWZhT3QvbXpac3phTkNnQXNXVzJmMzc5N2wrL1RyWHIxKzMrRXlHRHgrdVZjMzI4dklpTkRTVUVpVktVS3BVcVVMckpWeWllSEVDL0N0dy9PUXBSVlVKTEZzMjFPM1NwYjl1RmNyQkpFbVNKS2tBeXBRcFl5OFFvWUErTkRpUTBxWHlYNkJTa3FUSFY3cFVTU3BXOE9ORzNFMjlxaVBZTXlEQU9lN1VxYnY1MlBXcEtyS0pyajBPTHFBR2dLQk9yWnFGY293TEZ5NW9TYTVlcitlMTExNWoyYkpsV2hHaTNLaXF5cDkvL29tcXFzeVlNWU9LRlN1eWJ0MjZBbFVESm4xYTcrZWZmODZ5WmN0WXVuU3BsdEFzWHJ5WU5tM2FhSVdUTW1UdXBlcVl6WnJsblR0M2FtMkhtalp0U3ZIaXhlbmR1emRWcTFibG5YZmVZZjM2OWRveE1pZk44Zkh4MmpyYXZGb1JaYWR1M2JvVzA1cERRMFA1NVpkZnRFUTNzOHk5aUxPcjZQd3dvOUZvTWNKYW9VTCtleWx2MkxDQlNaTW04YzQ3NzlDeFk4ZHN0d2tLQ3FKcDA2WjA3OTZkQlFzV1VLbFNKZmJ0MjZjOW41K3AxWS9yanovK1lOV3FWWGg1ZWVIbDVZV0hoNGMyZGJwSGp4N1VyVnNYMHYvUFpqZFRvRERVcVZXVEg5Zi9ESWp5WnIzUkU1Q0pyaVJKa21SMXFwT1RnNEJnZ1BENkJhOUJJa25TNHd0djhESzdmOStIQUgrRGFuQUJaS0tiWHpxRXF3Qi9nT0JLZ1lWeWpBb1ZLdkRHRzI5dzl1eFordlRwUTlteVplblRwdzk5K3ZUSmRUK1R5Y1NnUVlPMDlaazZuWTR5WmNvOFVvS1lzWC8vL3YwSkN3dGo1TWlSM0xoeEE1UEp4TDE3OTNKTmRKMmNuQ3lldTMzN05yTm56OWJ1bno5L25tN2R1aEVkSGMzSmt5ZTVlUEVpclZxMTB0YU5aaDVsMWVsMFdyRWxJUVNLb2hBVUZQUkk3NGYwQWxNVEpreWdiOSsrRmxPc1kySmlPSFRvRUFEdTd1N1VybDA3ejllYU4yOGVLU2twV213VEpreklWd3dtazRrOWUvWUE4UEhISDNQaHdnWGVmZmZkYk5kNmQrdldqVTJiTmhFWkdjbU1HVE00Y3VTSUZtT1ZLbFhZdkhrenYvNzZLOTI2ZGN2WFZPdUNDZ2dJWVByMDZkcjlHemR1YUtQWWx5OWZodlFMRTEyNmRNSGIyNXMyYmRydzZxdXY1amhTL1VSaThuOXdrVUtnK3VoMU5vVjNJRW1TSkVrcUNLT3R2ZEEvU0hTcnZwaTFLNFFrU1lXdmNvaDJQbHhScDVwY2dDdTU3L0gwRmRsRVZ3aFRBRUx2ck5QcENLaVkveEc4Z2gxRFBGSlJvMW16WnJGLy8zNXNiVzE1NVpWWDZOV3IxeE5wOVJJYUdzcVhYMzdKNHNXTHFWS2xDdVhLbGJONC92TGx5eGFKN3NOck0xMWRYZm42NjYrWk8zY3VxYW1wZlBEQkJ5eGZ2cHhGaXhaQmVtTC84c3N2YTJ0Uk02ODVkWFYxMWFvTWx5dFhqbVhMbHRHK2ZmdEhmaS9WcTFjbk9UbVpyNzc2aXY3OSsydVBiOWl3UWJ2ZHRtM2JmRTFiSGpCZ0FIcTlubSsvL1pZT0hUb3dZc1NJZk1WZ05CcXBVNmVPZGtIQ3c4T0QxTlRVYktkOEs0ckNpQkVqNk51M3I4VkZqQ1pObXFBb0NrMmFOT0c3Nzc2amUvZnVkTzdjbWVIRGg2TW9TcjdpQUhqenpUY0pDd3ZUV2o1bDl2UFBQL1B4eHg4emR1eFliWjEzNXBId2pGWk1PM2JzSUNVbGhZc1hMekp2M2p5aW82TjU5OTEzQzYwQVIwREZDdWgwT2t3bWs2dFpvU0t3dDFBT0pFbVNKRWtGb0JQbUlJVGlxaWdLb2NHUGZsRmVrcVJIRnhwY0NVVlJNSnZON2tKUktnSW5yQjNUdzRwdW9xc29EUUNDQXZ3TGJSMWlRYXhmdng0SEJ3Zk9uRG5EK3ZYckdUUm9FTzNhdGN0WHk1bUM4UEx5NG9NUFBvRDBSTzNRb1VQczJMR0RuVHQzWmhtSmRIVjF0YmlmbHBaR1FrSUNvMGVQMWg3TFhDeXBRNGNPdVZacXpuRDY5R2syYjk3TWpoMDdtRGx6WnBhMlF2bGhiMjlQZUhnNFgzMzFGUjA2ZE1EZDNSMlR5Y1M2ZGVzZ3ZaQlc1alk2dVhGeWNtTG8wS0YwN05peFFHMTFidDY4YVZFVnVWdTNicm0rLzZwVnF4SWVIczdXclZ1MXg5cTFhd2ZwRjBWNjllckYwS0ZEK2ZiYmJ6R2J6YnozM252NWppVW1Kb1pseTVieCtlZWZFeGdZaUpmWGd6WUllL2Z1WmRXcVZhU2twUEQrKys5ejlPaFIzbm5uSGZ6OS9iVjlNMGJBLy9PZi8yaVBoWVdGTVdiTW1Id2YvMUhZMmRrU0ZCakEwV1BIVVJSUkYvaXFVQThvU1pJa1NmbWdLTHJHQUJYSysrYnJ2RWFTcENmUFlMQ2pnbDk1VHAvNUc3TVFEWUQxMW83cFlVVTIwVVZRQzZCeTZKT2ZKdm9vUHZ2c00yN2N1QUZBKy9idDZkV3JWNWJXTWNuSnlRd2RPcFRJeUVpcVZxMzZTTWU1Y2VNR3UzZnZadWZPbmV6ZHU1ZDc5KzdoNit2TFcyKzloWitmSDYrLy9qcWtGMUY2ZUNUUHhzYUd6WnMzVzdUNmlZNk9odlFwdUttcHFWb0xJWEpwTDNUanhnMjh2YjBCbUQxN05rdVhMczJTVk9kSHk1WXQrZVdYWDVnMGFSSno1c3hoMDZaTldqeHZ2UEZHZ1M4U1pNU1VrMisvL1paWFhubEZlOTNZMkZqdE9TY25wM3o5TVJ3d1lJQ1c2RG83TzF1c2g2MVRwdzV1Ym00a0pDVHcvZmZmMDd0Mzd3TEZuL0dhWDM3NXBjVmpQWHIwNE9qUm93RGFpRy81OHVYUjYvWGErdVI5Ky9heGE5Y3ViWi9IS1hwVkVOV3FWT2Jvc2VPZ3FvLzJIMXFTSkVtU25qQUJkY20weEVhU0pPc0lEZ3JrOUptL0VTcUZVMURwTVJYVlJGY2dSQ0RwNWF1TG1vWU5HMmJiSDNYYXRHa2NPSENBeU1oSXhvMGJ4NnV2dnBybmE2V21wbkxvMENGKy8vMTM5dXpadzVrelo3VG5mSDE5NmR1M0w4MmFOVU5SRkl0cXhSNGVIdG0rM3UzYnQ3bCsvVHJGaXhkSFZWV3RMVTlJU0FnK1BqNWFDeUZ5YVMrVTRkZGZmODJ6cjI5dWF0V3FoYmUzTjl1M2IrZTc3NzdUaWwxNWVuclNzMmZQUjNyTm5FUkZSVEZ6NWt5Ky9QSkxac3lZUVhCd3NMYTJGY2gza2JDLy92cEx1MzMzN2wzKy9lOS9NM1RvVUVndldGYTdkbTAyYnR3SUR5WFNUMHJHejlYVzFwYXFWYXRxUC9OeDQ4WnAyelJyMXV5eDFrOFhSTFdxbFZuNXpYZUFrR2NUa2lSSlVsRWdWRUdJQUFJRDVKOG1TYktta0VxQi9MaitQd2hCa1Z4RFVDUVRYYzl5UWQ0QzRhWW9DaUdGdlBaaTlPalJKQ1VsNWJuZDdkdTN0ZHNMRnk3aysrKy90M2crSlNWRlMwcU1SaU1USmt6QTBkR1I4UEJ3aSsxVVZlWDA2ZFBzM2J1WGZmdjJjZkRnUWEzUVVvYWdvQ0I2OWVwRm8wYU5MQkxxYTlldWFiY2ZMbEtWb1hIanhzeWRPNWVwVTZmeTk5OS9hK3R3cTFVcldJKzVGU3RXTUgvK2ZFSkRRNWt5WlFxbFM1Zk85NzR4TVRIY3ZYdVhpaFVyTW1EQUFDWk9uTWlNR1RPMDU4ZU5HNWRyNzFkVlZaazZkU3FwcWFuNU9wN1piR2JUcGsyUW5uejI3ZHVYMmJOblcvVGV6YXZkVTRhSCt3Wi85ZFZYdEd6WlVxdjAzTGh4WXpadTNJaWZueC8rL3Y0VzFabWZ0RWFOR21uL3ArTGk0aUI5UlBqZGQ5OHR0R00rN01VcWxUUFdYM2dVOXcwcGNmMzgwU2VmM1V1U0pFbFNQaFgzRFNrdWhIQVhRaFJhRFJkSmt2S25VcVhBalBORVQrOEtWYjFpL2o1MHc5b3haVllrRTEwSE81dEtBTVhjM1NubS9tVFh3RDVzMnJScCtkcXVSWXNXMnRUbHlNaElyZDFMZmhtTlJzYU9IY3UrZmZzc2t1Yk13c0xDNk42OU83VnExY3IyK1V1WExtbTNjNXJHVzZsU0pTNWR1c1NhTld0SVRrN1dIczlZNS9wd1RCa3VYTGlnUForNVd2RmZmLzFGMTY1ZCtlS0xML0pzYTJNeW1ZaUtpbUw3OXUzTW56OGYwcWN2cjFpeFFrczZtelJwd2tzdnZaVHI2d2doR0RCZ1FJR3FXQThlUE5oaS8yTEZpbGtrclg1K2ZubSt4czZkT3psNzlpeUtvbEN5WkVtdVhMbUMyV3htd1lJRnpKMDdGOUlUM1Y5KytRVTNOemRzYkd6eUhkK2phTkdpQmZQbXpiUDRPWTRmUDk1aU5EOXpyK0xDVU16ZERVK1BZbHkvRVlkQkwwSUJtZWhLa2lSSlZtT25Gd0VBN201dWVIcG1QN3ROa3FTbnc5UERBM2QzTjI3ZWpNZUFzUkx3bTdWanlxeElKcm9DSlJDZ2RDbHY3R3l0WDRqcVNkRHI5WGg2ZW1aSmN1M3M3SGpsbFZmbzBxVkxuc2xZUnJzWmdMSmx5K2E0WGI5Ky9SZ3hZb1RXMTdaV3JWcTBhZE9HbGkxYldteDMrL1p0clk5dHVYTGwrUGpqajdOOVBVVlI4a3pxVHB3NHdabzFhNGlMaStQcnI3L1d0aGRDNE9YbHBTVzYyN2R2WjlPbVRUUnIxaXpYMTh0cHhEcS9WRlhWMXIwQ0ZzV2RzcE9SMEFMMDdkc1hUMDlQcGs2ZEN1blZqcTljdWFLTmFoZWtJTmJqY0hGeG9YSGp4dno4ODg4QUZDdFd6S0lkVTB4TURGdTNiaTNVUkZlbjAxSDJoVEpjdnhFSGlnZ0d0aFRhd1NSSmtpUXBENHJ5WUNsTmllSmV1T1F5TzZ5b09IcjBLQlVxVkxDb0UzTCsvSG0yYjk5T3k1WXRzejNmV2Jac0dRMGFOTkJta3hVbGl4Y3Y1djc5KzNoNmV1THY3MC9ObWxtWFpsNitmSmx0MjdaUnVYSmxnb0tDOHQwZDR0Q2hRM3ozM1hjVUwxNGNMeTh2R2pac21PdjViazVNSmxPMnJTUXorL0xMTDZsZXZUcVZLbFhLY1p1VksxZVNsSlJFelpvMXFWYXRXcmJMRnJOak5wdlp1SEVqdnI2KytQdjc1OW1sNCtiTm15eGF0QWd2THkrOHZMd29WNjdjSTlmNmVkb2M3TzBwWGJJa04yL0dZOVlyZ1VVdDBjMS9mNVNuU1ZFREFieTlTMkJyVzdpalprOVR2Mzc5dENtNzN0N2VEQmt5aEEwYk5qQnUzTGc4azF5ejJXeXhmalMzN1JzMGFFRGR1bldKaVlrQm9HZlBuaWlLZ3AyZG5jVy96Rjg4UW9nc3oyZjh5eW5KdlgvL3ZuWjc3ZHExbkR0M2psbXpabWtWaFFFV0xGakEvdjM3dFMvNDFOUlVSbzhlemJ4NTgvSTlOZmxSbkR4NTBxSjlVdVhLbFhQZGZzT0dEWnc1YzRacTFhclJwMCtmTEZQT0R4OCtYR2l4NWlRbUpvYWRPM2RxOStQajQ1a3dZWUkyMHYzNTU1L25XYURyY2VsME9rcVhMZ1dBSWtUT2Z3MGtTWklrNlNrUVFsUUE4UEx5eE1uSjBkcmg1T21QUC80Z1BEeWNpUk1uY3YzNmRVZ2ZYRml6WmcydFdyVml4WW9WRnRzZk9uU0l6ejc3akk0ZE85SzFhMWUrKys0N3pHWnpvY2I0MTE5L1diUi96R3pod29YODhjY2YydjFkdTNheGN1VktQdnZzTTBxVUtNR21UWnVZUG4wNkJ3OGUxT0k4Y2VJRWMrZk9wWGZ2M3RTdlg1OGxTNWJrSzQ2Yk4yK3laY3NXdnZubUcwNmZQcTBOMkZ5OGVKSFJvMGV6ZS9mdVBHZjdHWTFHaGc4ZnpxUkpreXhteEdXV2tKREEvUG56ZWZQTk4rbmF0U3YvL2U5L3M5MnVUcDA2TEYrK25QNzkrOU96WjA5dEdWbGVGRVVoUGo2ZXJsMjcwcUpGQ3hZdVhKaGpMQUJKU1VuODhNTVBMRnk0a0JrelpoUm9ScU8xMmR2YjQrMzk0T2NrSU1EYThUeXNTQ2E2QWtvQk9EazY1bmxGNWxuaTZ1cktnQUVER0RseUpPdlhyNmRuejU3NXJqeThhOWN1aThRdEpDVDNJbDBCQWYvN3Z6Wng0a1MrL3Zwcjd0MjdsK1AyQlMzUC85ZGZmeEVWRldYeDJJUUpFd2dORGRYdXIxNjltaFVyVmhBY0hNeTZkZXNzMmhTdFhMbVNMbDI2YUsxem5yUzFhOWRxdDMxOWZTMlM3NGZGeDhjelo4NGN5cFVyeDh5Wk05SHI5UlFyVm93WFgzeFIyeWEvVi9HZWxPVGtaRWFOR3NYdDI3Y3RwaXB2M2JxVlVhTkdjZlRvVWRhdVhmdEUramZuUmhFQ0Y2ZjBLK1pDemQ5Q1owbVNKRWtxTktJazZXMEtiVzBLcDQvOGs5UzFhMWU4dmIxWnYzNDluVHQzNXZ6NTh5aUt3cXV2dmtwS1Nncno1ODluNWNxVjJ2WnIxcXpSYmpzN08xT3ZYcjA4UndRZng0a1RKeGc4ZUREanhvMnppQ09EazVNVC9mdjNaOVNvVVJaTDN2UjZQV1hMbG1YNzl1MnNXcldLTVdQR3NHWExnMGxmR1FNdEFENCtQdlRyMTYvQWNiM3d3Z3RhZTlHMHREUTJiZHJFa0NGRGlJaUlZT2pRb1RuKzY5R2pCenQzN21UZHVuWDA3Tm5Ub2pCcGh2Lzd2Ly9Ua25JaEJIWHExTWsyQm45L2Y5cTNidy9wSS9QejVzM0w4anFaUDVQTXVuYnRTa1JFQkRkdjNtVEpraVgwN2R2WFlvQW9KM1oyZHRTb1VTTWZuMURSWUtQWDQrVDQ0SUtURUEveXQ2S2tpRTVkcGdUcFZ3a0s4NWM3SnhzM2JrU3YxK1BvNkloaitnOHZjNUw0T0RGMTd0dzV6MjEyN2RyRjFxMWJNWmxNdUxxNmtwcWFxazFmSmYxTEk3Y3F3dkh4OFh6Ly9mZTR1cm9paENBMk5wYlpzMmN6Zi81OEFnSUNxRktsQ2hVcVZNREZ4WVdhTldzU0VoSkNxMWF0dUh2M2JvNFhGbFJWMVQ0TDBvc2paYTQ2L05aYmIyblRvRW12Z3Z6UlJ4L1JyRmt6Smt5WWdNRmc0S09QUG1MUW9FSGF5UFQ1OCtmcDI3Y3ZMNzMwRXBHUmtZOVVTWGp2M3IwY1Bud1laMmRubkoyZHNiZTM1K3pacy96d3d3L2FObmxOazU0eVpRcE9UazRzV0xEQW9vM1NpQkVqR0Rod29QYUh4bXcyazVTVWhJT0RnL1ovSVBPb2RINlM0WHYzN2xtc0p5WjlmWFJtSnBPSjBhTkhjL1RvVVZxMWFzV29VYU1ZT0hBZ1I0NGNnZlJrTjZNRlVuNkxiRDBxSVFRT0R1a1hRVlNSdjlMVmtpUkprbFJZVkx3UUQzcDQ2bTJLNUdrc3BKODNDU0hRNi9XOCtlYWJUSmt5UlJ0Sm5ETm5EbUZoWVZxM2k5V3JWOU85ZTNkdTNMaWhGZGNNRHc5bnlwUXBXcktYblczYnRta2RMUjVWYkd3c2lZbUpBRnBka1A3OSsydlB0MnJWaXZuejU3Tmx5NVpzQzVzZVBIZ1FEdzhQRmk5ZXJFMHp6bHc4OVVrbmJUVnIxdVJmLy9wWGpzOGZQMzZjTjk5OEU5S1hnTG00dUdUWkp1TWMwV0F3TUduU3BGd0huYnAxNjZZTjdLaXFxajIrZGV0VzNudnZQYXBXcmNyTW1UT3pmWTFSbzBieHh4OS9FQnNieTRrVEoxaTFhcFZGQzlEbmdVNm53OTVlTzA4czNHbUdqNkRvZlVQNCtCZ0FGd0I3ZzhFcWlXN0RoZzA1Y3VRSUsxYXMwSW95WmZhNDYwZnpVcTllUGVyV3JjdTJiZHVZTUdGQ2xwSFlEaDA2NUxyLzFLbFRVVldWZWZQbVViSmtTU1pPbk1qdTNic3hHbzBjTzNhTVk4ZU9XV3kvZi85K1B2Lzg4eHhmejhiR2h1SERoL1BHRzI5b2o0V0hoOU9zV1RNMmJkcEUrL2J0NmRPbkQ2UlBHWmsvZno3cjFxMWowcVJKRnV1Q0hSMGRXYmh3SVNOSGptVDM3dDNhNHp0MzdtVG56cDFVcmx5Wk1XUEdGR2pOYWUzYXRhbFVxUkpidDI3bGswOCt5VEt0eE1IQlFic2FsNTJWSzFkeTVjb1ZsaTFibHVYbldxbFNKVFp0Mm9ST3A5TjYybTdmdnAxdDI3YXhhOWN1REFhRHhacHJKeWVuUE9OMWRIVFUxZ0pueU9pakd4b2FpbDZ2Wjh5WU1lemJ0NCt4WThmU3RtMWJBRDcrK0dQNjlPbkRsU3RYTFBiZHNXTUg3ZHExeS9PNGowb0lnWU85UThiZFlsREpGbzRYM3B4elNaSWtTY3BSQlR1aHFDNGdNTmpaWWZPSTdRK2ZobDI3ZGlHRW9GNjllalJyMW93cFU2WUFhRWxsNXJXbkdiVS92djc2YTR4R0k3MTc5MmJnd0lFb2lrSjBkRFIvL3ZsbnRpMHJHelpzU01PR0RSOHJ6alZyMW1peFZhNWMyZUpjai9Sa3NYejU4cHc1Y3liTGxOb0xGeTZnMSt1Wk1tVUtNMmJNWVB6NDhYaDVlVm1NNk5hclYwKzdiVEtaK1BEREQrblNwVXUrQmpmMjdObWpUVjkrRkNWTGxyUVl3Q0I5YXZpcFU2Y2d2UXRJK2ZMbE1adk5YTHg0a1crKytTYmIxM0Z6Y3lNaElZRzB0RFR0czhxNElISG8wQ0Y2OWVyRkYxOThrZVZZVGs1T1JFWkdNbkhpUkhpb2c4dnpRcS9YWWEvTkNsWGRvTG9OL0pGbTViQTBSZTRib29UT3hVVUZHd0hZMjFzbjBiV3pzNk5telpyVXJGbVRZY09Hc1dQSER1MDVQeisvZkZYd2ZWeENDTUxEd3psejVneUxGaTNTSHE5ZnYzNnVpZTd5NWNzNWR1d1lTNWN1MWFZdmYvTEpKOXBVNDkyN2QxdE1nYzZQeU1qSUxGOThBTys5OXg3WHJsMWp4SWdSQUZ5NWNvWEpreWZqNit2THVuWHJzcjI2WlRBWW1EZHZIa3VYTG1YSmtpWGExSkhYWDMrZFBuMzZQRktoSjJkbmJqRVFsZ0FBSUFCSlJFRlVaMXExYWtYeDRzVVpOR2lROXJoT3AyUHMyTEU1OWh6KzVaZGZ1SExsQ2w5ODhVV09VN2N6WDBuVjYvVkVSRVFRRVJIQnhvMGJHVE5tak1XMmVhMERKb2NpWWlOSGpzVFYxUlZYVjFmZWUrODliRzF0K2Y3Nzd5MUdhNzI4dkZpMGFCR0RCZzNpNHNXTDJ1TS8vUEJEb1NlNjl2YjJHWGYxSmZ6MGJyRm51VjVvQjVRa1NaS2tISlR5VjV4UmhkMkRFVjBEK2lLYzZNYkh4N052M3o3cTFhdUhrNU1UZ3dZTjR2RGh3d3djT0JEU0U4aFBQLzJVWThlTzBicDFhK0xpNHRpNGNTUHo1czNUdWxORVIwZlR2MzkvWW1OamlZdUxvMmZQbnRrZTYrRXB4UVdSZWUyb3Q3ZTN4Ym5iMzMvL3pmMzc5K25kdXplblQ1OG1PRGlZSDMvOEVkS1QxZ3NYTGpCaXhBaVdMVnZHbmoxNzZObXpKNTk5OWhsbno1NkY5RVF2YzdHcWhRc1hzbUhEQm43OTlWY21UNTVNbzBhTmNvMXI2dFNwbU0xbXhvMGJWNkQzbEp1TVVmVEl5RWhhdEdqQm4zLyt5Y3laTTNudnZmZm8ycldyeGJiUjBkRU1HemFNR2pWcTBMVnJWNHZsWXBtMzFldjFXWkxjREJFUkVadzZkWXE3ZCsvU3BVdVhKL1kraWdxZFR2ZS9jMmdoYkVzSDNuTzVjcEtiMW80clE1SDdockRCNUFKNlcwVlJNTmdabnZyYXlJZTFhZE9HSFR0MjRPTGlRc09HRFJrMGFOQlRqU2t3TUJBSEJ3ZDhmSHg0N2JYWGFOKytmWTdUaTcvNDRnc3VYYnJFOTk5L24yV3FSbWhvS0tHaG9aak5aczZkTzhlNWMrZTRkT2tTOGZIeDNMbHpoNlNrSk5MUzBqQ1pURm1LSGpScDBpVGI0N203dTJzandWRlJVZHk0Y1lOeDQ4YmwyWE5YVVJUNjkrOVB2WHIxbURadEd0V3JWK2VkZDk0cDRDZVRWWTBhTmJDMXRjWFYxWlVxVmFyUXMyZlBYSzhZQmdVRldVeTNMb2ptelp1emVQRmlMbHk0Z0oyZEhUMTc5clJZMC91d1NaTW00ZXpzbkcxMXY1Q1FFUDcrKzIvbXpadEhyMTY5c3ExZ1NQcVZ5VysrK1laUFAvMVVheC8xS05VSUMwSUlnWjNCRGtWUk1KbE5PcjJhNmdZeTBaVWtTWktlUHR0VXhRa0Rka0lJN0EzV1AwZk16Y2FOR3psNDhDQkpTVW5hWXpxZGpzV0xGMmZaTm1PbVhWQlFFR3ZXck5IVzZWNjhlRkZiSnZiSko1OXcrL2J0TEswaVNSOWRYTEJnQWJHeHNUZzZPbEt5WkVuOC9QeW9VYU1HalJzM3pqRUo0NkhDb2c5ZjlEOTkralRuejUrSFRLMGYwOUllRE5hbHBhVlp4SjF4dm5YOCtIRnQ5cG1OalkyVzJNZkh4MnRMdFd4c2JKZzVjeWJseTVmSHljbEpHOURKUEd2dHh4OS81TzdkdXdCOCtPR0h1WDNVK2JaNzkyNE9IRGhBdTNidHRIWERxMWV2NXNTSkUvVHAwNGRPblRyeDFsdHZZVzl2ajlsc1p0cTBhYWlxeXY3OSs0bU9qbWJhdEdrV3RXanlvcW9xMDZkUEp5a3BpUWtUSnVRNkRmMVpKWVRBWUxCRFVRUm1zMnFqVjIxZFFDYTZPUksyT2dPcVVQU1o1M3hiVVZoWUdCczNiaXowNmNvNXFWKy92c1dJY2s0U0V4TjU2YVdYY3J6YWwwRlJGQ3BVcVBERVN0Wm4vSkZwMjdadGdmdktCZ2NIczNMbHlpZFdYVTZ2MTJjNzFUd25lZlVGenN2SWtTTVJRaEFhR29xRGcwT3UyMll1eEpVZFgxL2ZmRjJ4TkJnTWpCZ3hncUZEaDNMcjFxMWNpMnc5S1FZN08yeHM5SmlUVFFwNm5YMCtkcEVrU1pLa0owN1kyZHFwQXIxZVVYQndLTHAvanFLaW92ajk5OS94OVBSazl1elpCZG8zTVRFUlIwZEhoQkJFUmtacXlXSFRwazFwMEtCQnR2dEVSRVRRdEdsVFZxOWV6Y0tGQy9uNzc3LzUrKysvMmJoeEk3Tm16YUp6NTg0TUdEQWcyL08weklsdXBobGMydXRtMkxScGs1YmtadmpwcDUvdzkvZW5YYnQyMmhUcTdkdTNhOC9QbXplUDRPQmdWRldsVnExYTJ1TUxGaXpRaXFxYXpXWjY5ZW9GNmRPOTkrN2RDOENycjc2cWpZREd4c2JTdDI5ZkFQYnQyMGRrWktUMldtYXoyV0wyWjhhRkJTR0V4Y0RMaFFzWCtOZS8va1hidG0yMUdYblIwZEZzM0xnUjBzK1BRME5EdGM5b3dZSUZIRGh3QU5MWEJjK1lNUU1uSnljbVRweElTRWdJTFZ1MnpISmhJREV4a2VIRGgydHJlUk1URXpsOStqUUFWNjllWmZiczJSUXJWaXlibjJET0RoNDhTTVdLRmJXdUxVV1J2YjA5T3AwZWt5bFZyNXBNUmVvWHM4Z2x1a3FhMFViWTJDbzZmZEZJZEROYTdCUjFUazVPVnUyM1Z0QWtONE9pS0ZhWm52NGs1RlNsNzFFVXRMcTRYcTkvS2trdTZZbXVYcThuaFZTaENQSDg5UHVTSkVtU25pa21rMUd2Q0J0RjBTazQyQmVwODJuTmtpVkx0T214cFVvVnJBanRoUXNYR0RwMEtLR2hvZlR0MjVjREJ3NVF0V3BWSWlNajh5enFaR05qUStmT25XbldyQmx6NTg3VjJnVWxKeWZ6K2VlZmMvTGtTZWJObTVmbGZDUHppSE5PRiszdjNidVhwZUt3d1dCZ3lKQWhqQjgvbmwyN2R0RzZkV3ZHangrdkZSeXRYcjA2d2NIQmtMNDJOZk5zd2N4VGdCVkYwVDRuZDNkMzdYRm5aMmZ0OGN3eDFxcFZ5NklZVmZYcTFiVnRodzhmVG1CZ0lNZVBIOGZQejg5aTZkcS8vdlV2WW1Oak9YcjBLSjA3ZDhac05wT1FrS0RGTld6WU1LMTQ2WC8rOHg5V3JGaUJUcWVqVDU4KzlPdlhUenRYYmRldUhiMTY5V0xac21XTUhqMmFsMTkrV1R1R2s1T1R4WWo5anovK3FNWHE1T1JVNFBQZE8zZnVNR3JVS056ZDNmbnNzOCtzTnVpV0YzdURBWjFPaHhCQ21IV2lTT1dXUlNvWUFMTmlxMWRVVmJHWTh5MUprdFhZR2V3eTF2eklSRmVTSkVteUdwTWk5RG9oZElwU2RCUGRyNy8rV3J2ZHJsMDdkdXpZa1czYm51eWNQbjJheE1SRW9xT2oyYk5uRDU5KytpbTFhOWN1MFBFOVBEeVlQSG15VnJVNW95N0xuajE3MkxadEc0MGJON2JZUG5QQjA1d1MzWTgrK29pWW1CanExcTFMVEV3TTU4NmRBNkJseTViczJMR0R6WnMzczI3ZE9qcDA2TURodzRjQkxGb0taYTdDN096c25PdFU2dXprMVVmNDd0MjdwS1dsYVJjRHlwY3Z6OEdEQjJuYXRLbTJUYnQyN1RoMDZCQm56cHlCVEFXbVNGK21tTkVWWmRXcVZYejg4Y2NFQlFYeHdRY2ZaRmtDRnhvYXltdXZ2Y2I2OWV0NTU1MTNtRGh4b2tYaDFaeTgrT0tMdUxtNWtaeWNuT1g5UE54ak55T3huejE3TnZIeDhjVEh4OU8zYjErV0xGbnkxQVk1Q3NLUW51aUNxdWdVcFVqbGxrVXFHQUJGTWRxbzZOT25MaGZOTHpGSitpZkpxR3lwQ2xVeEc1R0pyaVJKa21RVmVwMU9wNEtpS0FvT2pya3ZHYktXb1VPSHNtN2RPcG8zYjg1cnI3MEdZREhxbDVORml4Wng4T0JCN2I2UGo4OWpMZTFxMUtnUmxTdFg1djMzMytmUW9VT1FROVhmakNyUTVOQTlZdW5TcFd6Y3VKRkJnd2JSczJkUGJacHhoc2pJU0xaczJZSmVyMGV2MTNQNDhHRThQRHdzV2xCbXJQTWx2YU5GZmwyN2RvMERCdzVvaVRYNUtMWmxOQnA1NzczM09IejRzTllqV0ZFVUdqZHV6S3haczJqUW9BRnQyN2JWTGdJMGF0U0lNV1BHYUZPb2p4NDlTckZpeFFnSUNDQXFLZ3FqMFVoYVdocXBxYW1rcHFhU2xwYkc3ZHUzVVJRRnM5bk1sQ2xUcUZPblRvNkZUeCsyYk5reXJWaFhoc3pUeCsvZHU4ZllzV08xKzVtbnErL1pzNGRXclZybDZ6aFBrNzI5QWIxT2g2cWlDRlBST2s4c2NvbXUyU1QwT2oxQ3A4dGNybHFTSkd1eHMvdmZpSzZRSTdxU0pFbVNsWmhNUXE5WFZFVlJsQ0k3R05LMmJWdXROV0IrYmRteVJadnlXcWRPSFhyMzdrMzE2dFVmT3haUFQwLysvZTkvczJqUklteHRiYlhFTzBOQ1FrS1cwZFlNcXFyeTJXZWZjZTNhTmRhc1dVUHAwcVdKaVluQlpESlJxVklsclZDcGo0OFA2OWV2UjFFVURoOCtqS2VuSnhNblR1VExMNy9VV2lKbGpLS1NQcktaazVTVUZPMzJGMTk4d1pkZmZzbWdRWU9vVzdldU5pcisrKysvVzZ6UnpYRDE2bFVpSXlPNWZmdTJ0aTUyeFlvVnBLU2tNSExrU096czdQajY2Ni94OXZabS92ejVuRGx6aHJDd01LWk9uYXBONXc0TURPVG8wYVBFeDhlemR1MWE3YlV6T2xCa2pMUk9uanlaL2Z2M3MzNzllbEpTVXRpMWExZStFOURNM1VFeVhMNThtVFp0MmtCNkc4cUNydXUyTm50dFJGY0lzNUNKYnU2RVVQT3hsU1JKVDRtaUtQK3JiS2t6UDVzTHFpVkprcVJubmtDbzhIeWNKdTdaczBkYkl6cDE2bFRhdEduRG0yKysrZGlGTWg5bVkyUEQ0TUdEdGZ1blQ1OW01ODZkN05peGc5allXSXVweXcrM2hZeUlpTURYMTFlN1AyZk9IRTZjT0VHVktsVXNMalI0ZVhsaFkyUEQzTGx6bVRsekpoVXJWbVQ0OE9Fa0pDVGc1dWFtRlhVQ3FGcTFxc1V4L3Z6elQvNzczLyt5Zi85K3JmQVdRRUJBQU5PblQ4ZmIyNXZkdTNkcmo3ZHUzZHBpV25URzFPNVNwVXF4WU1HQ0xPOC84d2l3dDdjM2UvYnNZZVhLbGJ6ODhzdE1uejdkb3NaTWh3NGRXTDE2Tlk2T2poYWZ5K2JObTFtOGVERlJVVkdRWGxlbFJZc1dyRisvSGg1YVcveFA5T0E4TWVNWFZDMVNwZENMWEtLck01T0dvcHBOSmhQM0g1cXpMa25TMDVlY2twTFJvMDlWMGtTcXRlT1JKRW1TL3BrVXMyb1VPbUV5bTgwVzB6MmZSVC8vL0RPLy9QSUxwQ2QvZ3dZTnlyWWk3K1RKa3drSUNPQ05OOTU0cE9QY3UzZVBmZnYyc1h2M2JuYnUzTW4xNjlkeGMzT2plL2Z1ZE96WTBXS1VOL1BhV1NHRVJaSWJIUjNOcjcvK0N1bHJadXZXclF2QWtTTkhHRGx5SkI5ODhBRURCdzZrWExseWtMNU9kc1dLRlhUdjNwMlRKMDlDK2dqend5UFYxNjVkWTlXcVZWbmlEZ3NMdzl2Ykd4NGE2UzFac21TTzA1ZnptdFo4NHNRSjNuLy9mZHExYThlb1VhTzBrZHk3ZCs5eS9mcDE3T3pzbUQ1OU9yVnIxeVk4UEZ6YjcrR1duYVJYWXM1b1A1U2ZxZW5Qcy92M2t6R2FUS0NxWnAyWnRIenM4dFFVdVVUWHJGZlRkRUtZalNZVHlmZGxvaXRKMXBhU25FeWEwWWhRaGRtc1J5YTZraVJKa2xXWTlHYWpvaXBtczlsTVV0S3puZWhtVnJseTVXeVQzSjkrK2ttYlFudisvSG5lZmZmZFBMczBxS3JLeVpNbitmMzMzOW05ZXpkSGpoekp1RmlObTVzYmd3WU5vbE9uVGpnNE9HQTBHcmwxNjVhMjc4TXhMRjY4bVAzNzl3Tnc0OFlOcllqU3JWdTNtRGh4SXFRbmovZnYzMmZFaUJHTUdqVktTM1JyMWFyRjExOS9qWjJkbmJaZnk1WXRzMVFlYnRpd0lRYURnZVRrWkh4OWZTM1c4MmJJNktjTGFLK2ZtOXUzYjJjcGVMVnAweVltVEppQXJhMHRjWEZ4OU9uVGgvajRlT0xpNHREcGRMUnUzWnB1M2JyUnRHbFRpK25jL3l1MFpFbFJGSzFLOHovZC9lVDdtRXdtaE1Cc3RpbGE1NGxGTHRFMW1jMUduVTVuTnBuTUpLZklSUGRwdTNIakJzdVhMK2YxMTEvSHo4L3ZxUjU3NHNTSnVMbTU0ZXZyaTQrUGo5WklYTEt1ekNPNktrWHJDMHlTSkVuNjU5Q1pWS09xRnlheldTMnlJN3JMbGkzanlKRWplVzUzNnRRcDdmYi8vZC8vWlNsUUJGaE0rWTJLaWtLdjF6Tml4SWdzMjEyOWVwVjkrL2F4ZCs5ZTl1M2JwMVVUenVEbDVVVzNidDFvMzc2OXhaVGoyTmhZcmVjcjZSV2JNK3ZmdnovOSsvY25OamFXMXExYlEzcHhwSXcxcEFrSkNUUnYzaHpTUnowejk2MXQzTGd4eTVZdFk4bVNKWkJlN3lPN1VXbDdlM3NhTkdoQWt5Wk5NSnZOakJvMUtzczJHWVd0aEJCRVJVVng1Y29WbWpkdm5tMXJ5NXMzYjlLN2QyOENBZ0w0OE1NUHRVclNsU3RYeG1nMGtwcWF5bSsvL1FicGJZNEdEUnBFNjlhdExjNDNiOTY4cWQzK3AwOUx6by9rNU9UMHdtbkNiREtiak5hT0o3TWlsK2pxektTcGlxcWFUQ2FTNUlqdVU3ZDU4MmFpb3FLSWlvcWlhdFdxZE8zYTFXTDZSazdPblR0SFZGUVV3NFlOZTZTMlVFYWprZi84NXovYVZiL2F0V3N6ZVBCZ3JUcGZkbGZucEtjakpUa0ZZNW9SVUZXelRIUWxTWklrS3pHWjFUUTlxdGxzTm5PdmlJN285dW5USjEvYmpSMDdWcHU2M0xoeFk5NSsrKzBDSDJ2cDBxV3NXN2VPcTFldlp2dThuNThmM2JwMUl5SWlJdHRwdlpjdVhkSnVlM3A2WnBzNFpod25MUzBOdlY1dkVlZUdEUnUwMGVMT25Uc1RGaGFtUFJjUUVFQ1pNbVdJam80R29FZVBIdHBVNUlkOStPR0gyTnJhc21YTGxteWZqNG1KMFY3ejh1WExUSmd3Z1huejVsbXNaNzU2OVNyOSt2WGo2dFdyeE1URUVCMGR6ZG16WjVrMWF4WStQajU0ZTN2VHNHRkRkdXpZUVhoNE9HM2F0S0ZXclZyL3EwR1N5ZlhyMTdYYlpjdVd6VGFteDNYcjFxM25Kb20rZno4Wms5R0VxcXBtdlZxMGxyZ1Z1VVFYb1NRamhNbGtNbVhwS3lVVnZveUY5YVQzVXdzSkNjbHpuN3QzN3pKOCtIQXVYNzdNNGNPSG1UVnJWcDVOMHNlUEgwOWdZQ0RObWpYRDA5T1RhOWV1WVRhYmNYSnlZc1NJRVJiVjYySmlZdWpjdVROZHVuU2hUNTgrQlc2NExUMmU1SlFVMG94R1ZJR1pWSFBSUExPUUpFbVNubnRtVlUxRkZVYXoyY3o5WlBubnlNL1BMOXNrTnl3c2pLNWR1MW9rbnRuSlBJcjh3Z3N2Wkx2Tm1UTm50T25URVJFUjJxaHRjbkt5VmduWjA5T1RqaDA3V3V5WGxKU2tKY0VBOWV2WHp6RU9XMXZiWE9QTUdQMXUwS0FCMjdkdmgvVFI1NHpSNHN5MmJObWlqUXFYTEZuU1lxUjI0TUNCakI0OU90dHA0a2xKU1Z5OGVKR2dvQ0N0SFJPWmlsM2xKR045YjM1bVFScU5Salp0MnNTNmRlc1lQSGp3ODVQb0pqOVlveXVFTUtsS1dwRkszb3Bjb21zVUtYZHNjVWcxbVV6Y3Y1K01xcXJaWG0yUm5ydy8vdmpEb2dUODlldlhHVGR1WEo3N1hiOStuY3VYTDBONk5iOWV2WHJ4M1hmZjVmb0xmT0xFQ1g3KytXZG16NTVOU0VpSTltVllva1FKTm16WXdJWU5HN1J0cjE2OXlwMDdkMWk0Y0NHSERoMWl5cFFwejgyWFExR25xaW9wS2FrUDFsNm9HSTBpSldzVFBrbVNKRWw2Q3BSVWtZaWRtbUkybTdtZmRQOGZmNDRZSGg1TzFhcFZPWFRvRUk2T2pyUnMyWkpPblRybGF4MHI2UldQTTFTb1VDSGJiZUxpNG5qNTVaYzVjT0FBNjlldlovMzY5Ymk1dWVIcTZzcU5HemNnZmVsWjV0WkVBSFBuenRWR1lnRUdEeDdNSjU5OFVxQSt1Z0JwYVdtY09YTUdJUVRObXpmWEV0Mzg4UGYzeDlQVFU3dGZ2bng1N1hac2JDekhqaDNqeUpFakhEeDRFSlBKeEljZmZvakpaR0x6NXMyUW5vQkhSRVRrZW93OWUvWmdiMitmYmFLYm12cS93YzNmZnZ1TlZhdFdrWnljeklJRkN3Z05EYzMzK3lqS1ZGVWxPVGtGczltTUNtbkdSTjBkYThlVVdaRkxkSytlZHI3dEUyaE1SUWhTVWxMKzhWOWlUOVBDaFF1MTJ4OSsrR0dXZm12WmlZK1B4OTdlL3BINzJXWDBhYnR5NVFyYnQyK25iTm15aElXRldWeUJXNzkrdlZiMHdNWEZKY2VwTmRLVHA2b3FTZmNmOUkxVHdSano5OThKZWU0a1NaSWtTWVVnT3ZyWVhaL0FGNU1SYUJkaDg2cTArN3diTVdJRVVWRlJqQnc1VWx1UG1oODNiOTVrejU0OTJ2M2c0T0JzdHdzTEN5TXNMQXlqMGNpdnYvN0txbFdyT0hqd29MWU9XQWpCbjMvK1NaMDZkYlI5MXE5Znp3OC8vSURCWUNBc0xJeXRXN2VTa0pEQWdBRUQrT2lqajdTS3pmbHg2TkFoakVZampSczN6bmNDbjUzRGh3K3paY3NXenA0OXk2bFRwN1Q0OVhvOWZmcjBvWGZ2M3VqMWVuNzY2U2N0Z2UvV3JSdGVYbDY1dnU2T0hUdG8yTEJobHNjdlhMaGdVVTM2K1BIanVMbTVzWERoUW9LQ2doNzVmUlExRmwxeVZEVTFPdnFZVEhSejkwY2F2SGliOUtGd2s5a3NwNm8rQmIvOTloc0hEeDZFOUNuTEl2MUNnNTJkWFk3N0pDWW04dFpiYjJFMEdwazVjK1pqOVg3ejgvUGowMDgvNWJQUFBzUFoyWms1YytaazZiVUdVS05HRFZtZzZpbDZrT2crK0FKVElSNktWdGw0U1pJazZSOGxEZFRiSUxSbE5jOUNvcnQvLzM1dTNicUZrNU1URGc0TzJOblpjZVhLRmUzNXZDb3A1eVlvS0lnSkV5Ymt1czNaczJkWnUzYXRWdTlFcjllemJkczJiWW1nRUNMUGFjNTZ2WjVtelpwaE1CZzRldlNvTmxxcHFpcExsaXdoT0RpWWwxOSttYTFidHpKNThtU0tGU3ZHM0xsenFWaXhJaDA3ZHVUU3BVc2tKU1V4Wk1nUW1qVnJ4dkRodzdNa2tSbDFXakppQXRpNGNTTzJ0clpFUmtZKzhtZEUrc2p3Tjk5OFkvRlk3ZHExTFNwRkp5UWs4TWtubndCUXJWbzFCZ3dZa08xclhiMTZsYXRYcjVLUWtNRFdyVnV6dlVnUUV4TmpVVUU2bzgvdjR5VHJSZEZEUzAxdkFiSVlWWjRFc1FESjk1TXhtOHhGTmNybmh0Rm9aUDc4K1FCYTRZQUpFeVl3Zi81OC9QMzljOXd2TGk1T20rcmNyVnMzSmsrZW5LL0NWZGxSRklYMzMzK2ZQWHYyY1BmdVhaWXRXNVp0NDIvUzE0WE1tREdEZDk1NVJ5YTloVXhWVmU2bkYveFE0RnFlTzBpU0pFbFNJVklGTjBSNmIxVmptaEVLWHYveXFhdGV2VHBuejU1bHpabzFyRjY5MmlLaEkzMk5hMkh5OC9OanhJZ1JuRHAxaXJGangzTHUzRG1MNXhzMmJKaG5ERWFqa2VYTGw3Tmt5UkxLbGkzTHhJa1R1WFRwRWxPbVRDRTVPWm5rNUdTKytlWWI1c3laUTRNR0RSZzdkaXh1Ym00QWZQVFJSL1RzMlZQcmg3dHAweWFPSERuQzh1WExNWnZOckY2OW10MjdkMnNqcVFCT1RrNGtKU1h4NjYrL01tVElFSXRweDQraWV2WHEyamx1bVRKbEdEWnNtTVU1YTFwYUdpTkhqdVRtelp1RWhZVXhZOFlNaTRzb21XOHZXTERBNGh4MXpwdzVORy9lM0dKWlhaMDZkZWpRb1FPclZxMmljdVhLeko0OSs3bGNkcGV4MURSZFRPNWJQMzFGTW9VMG04MVhkSXBDNHIxN21Nd21hNGZ6M1B2bW0yKzRjT0VDSFRwMG9FR0RCZ3dlUEJqU3J4TE9temN2eC8wT0hUcEUzNzU5SWIwb3dLT3VOOGdZc2ZmMjlxWlpzMlpzMmJJbDE5NWtjK2JNWWUzYXRadzhlWkpQUC8xVSt5S1ZuanhWVmJsejk4RXNGRldJUzNudUlFbVNKRW1GeWF4ZVF4SGNTMG9pTmExSUZYak5rYUlvVkt4WWtWR2pSbEc2ZEdubXpKbWpQV2N3R0hJdDFQUWtCUVFFOFA3Nzc5Ty9mMy90c1RKbHl2RCsrKy9udXQvT25UdFpzR0FCcWFtcGpCMDdscFl0VzZMWDZ3a0pDU0VvS0loang0NnhkZXRXb3FPam1UOS9mcGJSWVg5L2YyYk5tc1h3NGNOSlRVM2wxVmRmWmN5WU1kcXN3U0ZEaHVEdDdjMzA2ZE8xZmFwV3JjcFhYMzFGZUhnNG5UdDN6aEpUZEhSMHRxTzhtZnNDWnlhRW9IWHIxdHk3ZDQrQkF3ZGFKSzUzNzk3VkxnU01HREdDenAwN1oxazI2ZXZybStQbjQrenNuRzNIa1dIRGhuSGh3Z1ZtenB5Wjc0R1paMjI1WmxxYWtjVEVSQUJVUkxTMTQzbFlrVXgwVlRnTkVCTjduZFRVVkJ3ZWNmMm5sTGN6Wjg2d2ZQbHlSb3dZUVpjdVhkaTdkKzhqdlk2enMzT09Wd09qb3FLMGhmMFpNay9aR1RKa2lNVnpJU0VoL1BUVFQvejAwMC93VUQrekw3LzhVaXRWZi9Ma1NVYU9ISmx0MVQzcHlUQ1pURnk1K21BZzEydzJuN1IyUEpJa1NkSS9teGx4VmdIaTRtNlNtSGdQajJ3cTZCWmxyVnUzWnM2Y09kalkyRkN6WmswR0RCaEF5WklsbjlyeEF3TURzYlcxcFdUSmtqUm8wSUJldlhyaDR1S1M3YmFiTm0zaTk5OS94OVhWbGJGangyYmJpZVBTcFV1Y1BIbVN0bTNiVXJObXpSeVBHeFlXeHNLRkM1azdkeTdqeG8zTE11VzhhZE9tVEo4K25WS2xTdEc3ZDI4cVZxeklqaDA3R0RkdVhKYmt6OGJHaHJadDIyYmJVM2pMbGkyTUh6OGVIeCtmTEFNdzNicDF5MUxoZWMrZVBYenh4UmZVcWxXTFdiTm1aU21xbGFGMTY5WW9pc0xaczJlMUFxb0dnNEZTcFVvUkhoNmViYTBhZzhGZ1VmOG1OM3E5bmdvVkt0Q2pSNDk4YlY5VTNFOU9KaWIyUVRzbUZkT1pQSGQ0eW9ya1pZTXlGVUlhMnRqb3Q1WW83c1c2cUs4cFhqejNoZURTbzBsTFMrUGpqeittUjQ4ZWxDbFRCb0M5ZS9meTFsdHZBZURtNWtiRmloVnozRDh4TVpFVEowNUErdWp2VjE5OWxhL2pHbzFHNnRXcmg5Rm94Ti9mbjIrLy9aWVRKMDZ3YmRzMmdvT0RDUXNMc3lnNGxia1kxZWpSbzNuOTlkY2Y2MzFMK1pkNDd4N05YbTFIVE94MXpHWno0NHVuanZ4cTdaZ2tTWktrZjY2eUFjSDFkSXJOVGsrUFlpeGZ1SUNRNEdldnNFOU1UQXpGaXhjdjhqVm96UG1vazFQUW9yRzViWitRa0pEbkxMMzQrSGhjWEZ5ZXlOcnMxTlJVVHA4K25hOVdtbEwyenAyL1FPZWUvYmh4SXc2anlWei84dWtqTzZ3ZFUyWkZja1RYU1BJeEc1eTRFWGVUK0Z1M1pLSmJTR3hzYlBqZ2d3OXlmRDRrSkNUZlU1Y0w0c3laTTlyVnNGcTFha0g2RmNZbFM1YXdkT2xTU3BjdXpkeTVjeDk3UFliMCtPSnZKWEQ5Umh3QXhzVFV3OWFPUjVJa1NmcG5Nd25UU1IwMjNJeS94Zlc0T0d1SDgwaTh2YjJ0SFVLKzVDY1JMK2hVMjl5Mno4OVN0T3g2NEQ0cVcxdmIvMmZ2dnVQcnFxNzA0VC9ybk52VVpWdTJpbTFabG1YTFhaS05qUXNHVXdMRWhBd0pJU1JrU0RMa2wwbUdTY0J2d3FSTk9vR0VGa0lMTUF5OUJZaE5HS29iTnU1VnNucVgxWHUvL2Q1ejluci9rR3dNT0dDTTVLT3l2cC9QUmJmN3VRWmQ5anBuNzdXbHlQMk1PcnE2ME5YVkRRQ2dBQmRabmVmRFJ1U2hwTmFxcWc0d09wVlNLQzR0dHpxT0dHTGJ0bTBEQnFkcEhOOWduSWp3MDUvK0ZIYTdIVTFOVFI4b3NKblpzcXpqWFg1QjBjRGVhTXdkVFUxbFhhZnhFaUdFRUdMWU5KV1ZkWUc1ZzVsUldWVnRkUndoeHJYUzBvcmo0OFQyK3ZyQ1V5K1F0dENJUEtNTEFDQXVBK2k4b3dXRnVQcXFUOTdQVlF5OXdzSkNmUGU3My8ybmp4OWZmUDVwOVBUMG5OaFg3UHJycjBkS1NzcUp4eElURTdGaXhRcnMyclVMd1dBUWQ5MTFGOHJMeTlIYzNIemlPUiszM1pFWWVybDVBNXZKTXpEaTFsMElJWVFZbnhnb0ptQnRhVm1GMVZHRUdOZUtTa29HcjNHcHhWRk9hY1FXdXNyRUFVM0hlWG41QlZaSEdWZGNMaGRtelpvRjB6VFIwdEtDR1RObTROcHJyejNsV3QybXBpWnMzTGdSc2JHeHVPS0tLejd4dlEzRHdDOS8rVXQ0UEI1Y2UrMjFKOVlDbit6MjIyOUhjWEV4Y25KeVlMUFo4TkJERHlFdkwrL0U0eCszM1pFWWVvZU9uUGk3UDJKdEVpR0VFR0lBTTNZVFlXMUptY3o2RThKS0JVV0RoUzdUbVhXekhXWWpjdW95QUlDeEZ3QXFLcXNSREk2Tzl2RmpRVlpXRmw1NjZTWG91bzVnTUloWFgzMFZQL3JSajVDYm0vdVI1eVlsSmNFd0REeisrT05vYUdqNDJQZnQ2K3ZEK3ZYcjBkTFNnZ2NlZUFBLytjbFBUcm4ySXpJeUVzdVdMVHZSWk9DcXE2NDZjZjlYdi9wVlpHWm1EdGxuRlIvUDd3K2dZbkJhR0RNT1dwMUhDQ0dFQUFCVzZqMEFPRlpiaDBBZ2FIVWNJY1lsbjgrSFk3VjFBQUFUdk1mcVBLY3lZcy9vTWh0bFlGdWZZUmh4cFdYbHlNNDZzejFheGFlM1pjc1dWRmUvdis0bEppWUdUenp4Qko1NDRva1BQSyt6c3hPVmxRTXpXbi93Z3gvZzdydnYvc2plYVJqc2tQZmlpeS9pVzkvNkZwNSsrbWxzMkxBQjRYQVlxMWV2L3NTdWVTa3BLWGpoaFJmUTN0NStvamhldjM3OUI3b3lpK0ZSVVZVMTBEU00yYTJaWEdWMUhpR0VFQUlBVEtZeURkeGptdWFFb3dXRldMSDhIS3NqQ1RIdUZCYVh3alJOZ05GUHBqa2l4NGtqdHRBMW9mZnJvRW9BNXhRVWxVaWhlNVo0UEo0UGJHVCsxRk5QZldRZk1neHUxSDN5WGwvUjBkSEl5OHM3WmFFN2NlSkUvT2QvL2ljQTRQSEhIOGUrZmZ1d1k4Y081T1RrSUNvcUNtVmxaUWdFQXJEYjdWaXdZQUV3dUVmdXlmZFZWbFlpRkFyaGIzLzdHeW9xS3ZESUk0OUExL1ZoK2xzUUFGQXkyQWlPaWFvTk5rWm5hMHNoaEJCakRqbE5INW0yRWhCV0h6NlNKNFd1RUJZNHZyeVVpY3VVWnV1ek9zK3BqTmlweTM3NCtoa0RaNUgySHp4a2RaeHg0ODQ3NzBSN2V6dW1UWnVHMy8vKzk3anR0dHRRVmZYQmd6Uzl2YjI0K2VhYjBkdmJDd3kyZzMvMDBVZFB1ZWIyNC96bU43L0JmZmZkaDlqWVdIZzhIdGhzTnR4MzMzMm52TytDQ3k0NDhicXZmT1VyVXVTZUJibDVKM1lUcWtNUTNkYW1FVUlJSVFiMTlmbEJLQU9ndnlQeUFBQWdBRWxFUVZTQTdUdDNXNTFHaUhGcHo3N0JaYm5NVlQ3bGRWdWQ1MVJHYktIYlhWWGxWZ3Fsekt6S0tpclIwdHBtZGFReDc3WFhYc09iYjc2Sml5KytHTTgrK3l5dXVPSUtYSDMxMWJqKyt1dHgrKzIzbzZHaEFjZU9IY00zdi9sTjFOYldBZ0NtVEptQ2h4OStHR2xwYVZiSEYwT29yYjBkcFJVVllHYUc0dkxHeHVJUjF6SmVDQ0hFK05UWTJCaGd4WVhNTU1zcnE5RFkxSHdhcnhKQ0RKWG1saFpVVkZhQkdTWUR4ZDFWVmYxV1p6cVZFVHQxR1FDVFRrZUkyZHZkM1JPVGwxK0k1S1JFcXpPTldWdTJiTUVUVHp5QnUrNjZDeGRkZE5HSis2KzU1aG9ZaG9HNzc3NGJHemR1aE5QcFJDQVFBQUNzWExrU2YvakRIMDVyZzI4eHVoU1hscUcxdFEwRWhKVENnWUhkSElRUVFvZ1JnUmtvSktBdEZBcWxIRGgwQk5PbXBwekd5NFFRUXlFdnZ4QWVqeGNFZExQaXZOTjRpU1ZHY3FFTDAvUWRKUzNTN2ZaNFlncUxpbkhaSlJmS2xOVmg0bks1c0dIRGhsTTJoNW8yYlJxbVRKbUM5dmIyRTBVdUFCUVZGZUhtbTI5R2Ftb3Fac3lZZ2NURVJFUkhSeU02T2hwUlVWR1lObTBhWW1Oamh5VnZaV1VsVWxKU0VCVVZOU3p2UDU0cHBWQmFWb0dlM2o0QUNCbk0wbkZaQ0NIRWlPSVBxZUpJSjdVWWhwRnl0S0FRVjY2N0RBNkh3K3BZUW94NVljTkFVWEVwL0lFQUdOenQxWTJqVm1mNlowWjBvZHRZVWRHVU5qZXJuQmtwK1lWRjhIcDlpSTJOc1RyV21MUm16Wm9QM1BaNFBOaXlaUXRlZWVVVmxKY1BOQ1hLeU1qQXZIbnpzSG56WmdTRFFiamRiaFFWRmFHb3FPZ2o3M2ZKSlpmZ3h6Lys4YkFVdXFacDRyLy8rNzhSSHgrUEJ4OThVUDdITnNSQzRUQU9IczRGTTRQQnhVMVZCWTFXWnhKQ0NDRk8xbjZzcUcxR1psWXBFWmFXbEphaHZhTlR6dW9LY1JiMDlQUyszNGdLWE5SWld0cGlkYVovWmtRWHVoaVltL0ljRVM0c0tpbEZWMCtQRkxyRHFMMjlIZnYzNzhlZVBYdXdjK2RPaEVJaHpKNDlHOWRkZHgzV3JWdUhlZlBtQVFCdXZ2bG12UHJxcTlpOGVmT0o3WVZPdG16Wk12enBUMzhDRVFFQS92NzN2MlByMXEwQWNLSm9Cb0JmLy9yWGNEcWRhRzRlV0Z2VDI5dUw3My8vK3dEd2tmdnE2dXBPdk82QkJ4NUFlM3M3QU9DUlJ4N0JUVGZkTkl4L0srTlBYMTgvanVZWEFnQ1V5VTlhblVjSUlZUTRGUWEvQnRDL2xsZFdvN0dwV1FwZEljNkMxdFkyRkplV0FRQ1V3dCt0enZOeFJueWgyOS91M2hDWEdQT1F4K04xN2R5MUJ6Tm5wRm9kYWN6d2VEeDQvZlhYVVZOVGc2YW1Kdmg4UHFTbXBpSXpNeFByMXExRFZsYldLZGZmVHBnd0FUZmNjQU51dU9FR05EVTFJVGMzRndVRkJTZ3ZMMGROVFEydXUrNjZFMFV1QnJza2YrVXJYem5MbjA2Y3FXM2IzNFBiNHdFRFBuZW45eVdyOHdnaGhCQ240dXRxM2hROWVhclA1L05GN2p0d1VMWVpFdUlzMkxWbkg3eGVIeFN6eDkvZC9LYlZlVDRPbmNaekxKYzJkL0h6Uk5wMWl4Y3V3TWEvUFFOTkc3SE5va2NWMHpRUkNvVVFFUkV4Wk8vSlBOQ3o2T1JDVjR3ZVNpbDgrZXZmUkVGaE1WanhTN1hsK1Yrek9wTVFRZ2p4ejZUTnkzcVlRTi9QbkpPQk56ZStKR05FSVlhUlVncGZ1UHByS0N1dmhHTDFXRjFad2I5Ym5lbmpqSXB2QTRKNkdzekJncUppVkZiWFdCMW56TkIxZlVpTFhBd1d1Rkxramw0MXgyb0hpbHptQURQa2JLNFFRb2dSelVUb0lXWU9sRmRVb2JpMC9EUmVJWVE0VTJYbGxTZ3Jyd1F6L0thSng2M084MGxHUmFFYk1yUVNBQVVBOE5ZN1c2eU9JOFNZdFducnV3TlhDR1dtYVJSYW5VY0lJWVQ0T094MlZ4UGhNQUM4c3ZFZlZzY1JZa3piK05ycmc5ZTRBSDd6bzQxNlJwaFJVZWcyVlJXMEtlSWR6TXlidG01RGQzZVAxWkdFR0hONisvcXdiY2RPOE1EODgvMk5GR3l3T3BNUVFnanhjUm9iR3dOS1lSTXpxOWZmZWdlZG5WMVdSeEppVE9ydTZjSGJtN2VCbVJVSTd6VTJGdmRabmVtVGpJcENGMENZd1pzSjFOL1EySXhOVzk4OXNSWlVDUEhaTVRPMjc5eU5xdW9hRUJCa3czd0RWVlZCcTNNSklZUVFuNENac1lPSUdqMGVMMTU3ODIwb3Bhek9KTVNZb3BUQzI1dTNvYXU3QzBUb1lNV2JBSmhXNS9va282WFFSYjNmdlp2QlZYNi9INXUzYllmWDY3VTZraEJqUmlnY3hxYk4yK0R4ZU1IRXh5anMyV1oxSmlHRUVPSjAxQ3Z2SVdZY05VMFQyN2EvaC9iMkRxc2pDVEdtOVBUMllzdTI3UWlGd2xETWhYV21iNC9WbVU3SHFDbDBVVnNiTU1IM01MUGFkK0FncW8vVldwMUlpREdqc2JFSjc3NjNDOHpNU3RIdHRiVzFBYXN6Q1NHRUVLZWxxaXFvWUR6R3pPcEkzbEVVRkJkYm5VaUlNYVdzdkJKNzl4OEFNeXRTMmtPalpkYmY2Q2wwQVRTVUZmd2RSQVdoVUJoMy8rVkJtT2FJUDJNdXhJaG5taVorZC91ZE1Bd0RBSXJxeS9PbDI3SVFRb2hScGI2czZCMFFEb1hEQmg1NzRoa1pJd294UkF6RHdIMFBQUUxETUFIZ1NHM0YwVGVzem5TNlJsV2hDeUJzR3VyT2diTzZoN0I3NzM2cjh3Z3g2dTNkZndoNzl4OEVNMHhtdmc5QTJPcE1RZ2doeEtka0dHSHpaOHlzOHZJTHNYbmJkcXZ6Q0RFbWJOdStFMGZ5OGdmR2lVcjlGb0JoZGFiVE5kb0tYV2kyOEE0bTdEVk5reDkrN0VrRVF5R3JJd2t4YW9WQ0lUejEzQXN3VFpOQmZBVEF1MVpuRWtJSUljNkV6ZkRzWitidHBtbnluZmZjRDcvZmIzVWtJVVkxZnlDQUJ4NytIeWlsR0lROUZOTDNXcDNwMHhoMWhXNWRhV2tiS1R4UFFMQ2lzZ3FIRHVkS0IyWWh6Z0F6NDJoQkVRcUxpa0ZFSmpOZXJpc3ZxTE02bHhCQ0NIRW1hbXRyQTh6ME5JSDZtMXRiOGZwYm0yU01LTVFaWW1hOHMyVWJhdXZxUVFRdm1GK29yVDA2NHJjVU90bW9LM1FCS0YvSWZKV0JscjcrZm14NWR3ZUN3Vkd4SGxxSUVlVjRkOHF1N2g0d2M0OHZFSDRlZ096SklJUVFZdFF5NEg5YmdZdkQ0VERlMmJJTmZmMzlWa2NTWWxUeWVyM1lzblU3Zkg0L21La21ZR2diQVl5cUkwZWpzZEJGKzdHaU5nTHVWVXFwamErOWpyS0tTcXNqQ1RIcUhLdXR3NHV2YklCU1NrR3BQM2JVbHJSYW5Va0lJWVQ0TEpvcktqbzFoVWVZWWU0N2NBZ0hEK1ZhSFVtSVVTbS9zQmc3ZHUwNTBjT2x0U3B2MU8zYnBWc2Q0RXoxUmtjVXhOdWRTOE5oWTNaQlVURXV2ZmhDUkVWR1doMUxpRkdodTdzSE45NzhZelEydFFEQTF0cHkzNCtBYm1sUktZUVFZdFRyblJCVEhxL2I1NW1tdWFDMHZBS1hYcndXMGRIUlZzY1NZdFRvNk9qRSt2LzZCZHJhT3dEd2EzWGw0VjhESGFOdW5EaHFDMTMwOWhxeENWUEtDZG9YT3J1Nllyd2VIeTY4NER3UWtkWEpoQmpSbEZMNDgvMS94YWF0MndGR2gybXFIL1IzbDlWWW5Vc0lJWVFZRXQzZFpsUjg0ajVOdzVVOXZiMlQ2aHNhc2U2eXowSFRSdVZFUmlIT0txVVVmdm03UDJEdmdVTmdSaDJVK3JmZXJ1STJxM09kaVZIOUcxOWZWcGpQakJjQUdKdTJ2WXVEaDQ5STB3RWhQc1pBQTZwQ3ZMVnBDNWhaTWZPR2hrckhQcXR6Q1NHRUVFT3BxYXFnaVJYZnljekI5M2J2d1J0dmI0SlNNa1lVNHVNd016WnRmUmZ2N3RnRkFHRW92cSsyb3JEQzZseG5hbFFYdWdDTUlBVWVZdWJpN3U0ZVBQNzA4L0I0UEZabkVtTEVDb1ZDZU9McDU5SGExZzRRSFZOSzNRVWNrWDF6aFJCQ2pEVWNWTDdYQU93TWhjSjQ4cGtYME5vbXJTaUUrRGhkWGQxNDhwa1g0UEY2d1l6RENJVmZITTJOU2tmdjFPVkJuczdPM3VpRXlXVWE2SnVOalUyVWxKU0l4UXNYV0IxTGlCRnA0Lys5aWY5OTZsbVlwaktWVXRmV1Z4WktsdzRoaEJCamtxZTcyeGM5TWFsY0k3cWhxN3RiaTQySnhibkxsbG9kUzRnUjY5a1hYOEhHMTE2SFVteHkyUGg2M2JIaVVxc3pmUmFqdnRBRmdQN085dHI0U1lrVFRLV1c3ejF3a0s1Y2R6bmk0K0tzamlYRWlGSmIzNER2M25nVGdzR2dJdVpINnlvS0hyUTZreEJDQ0RHYytydmFtbUluVGlGbXJNazllbFM3L0hNWFkrTEVDVmJIRW1MRXFheXV3YzIzL0F5aGtHRVNxVC9WVmhRK2JYV216MnEwVDEwK0lXU29Qd000R2d5RzhLdmYzNDZPemk2ckl3a3hZblIzOStEV1A5NkZRQ0FJQW9vTlUvM1o2a3hDQ0NIRTJSRHN3OTBBYncyRndsai9rMStnb2JISjZraENqQ2hOVGMzNHlTOStnMkF3QkNMZUVlb1AzV3QxcHFFd0pzN29Bb0M3cDkwVG41QUVFRjNZMHRMcWlJeHdJU2NyQzdvK1pqNmlFR2ZFTkUwODkrTExlSG5qcXpCTk0yUXkzOUZRV2JoNXRHMzZMWVFRUXB3SnI3Y3RIRDhwc1pOQWwzVjJkVWYxdTkxWXNmd2NPSjFPcTZNSllUbS8zNDk3SDNnWTc3NjNFNHBWTDB6MTN3MjFKVWV0empVVXhsSVZ5TDJkYlFYeGt4SVhLNlhtSFMwb3BJVUw1aUV0TlZXMkhCTGpGak5qNy82RCtNVnZia1V3R0ZJQTNxNHJMN2dGd0tqYkMwMElJWVE0VTcxZGJjZmlFaEtuZzdHMHNycEdtelJ4QXJJV0xaUXhvaGpYbEZKNGE5TVcvT1hCUjJBWWhtS201K3NxQ3Y0OG1odFFuV3dzRmJvQW9MUUpNWnVjbWlQZE1Nd0Z1L2JzbzdtWnN6RWpkYnA4a1lseGg1bXhaOThCL1BCSFA0WFg2MlVBcjNrNkE5ZjdmRjBCcTdNSklZUVFaeGs3YU5JdWV5Uk5VVW90eWNzdnBKVGtKR1RPbVMxalJERXVNVFBlMnJRRnYvcmQ3ZkQ3L1FxZzV3Szk2b2RlYjF2UTZteERaYXdWdXZCM2R3ZmpKaVhta2thcmdzSGcxSXJLYWl6SlhvekpDUWxXUnhQaXJLcXFQb2JmM1g0SDZoc2FBU0EzSE1KL3REVVZ0MWlkU3dnaGhMQ0N6OWNSaW5FbDdORWMydnhRT0p4NU9EY1BDeGJNUStxMGFWWkhFK0tzTzNnNEY3LzYzVzNvNnU0QkEyOVNJSHhUVTFOUmo5VzVodEtZSzNRQm9LK3JyVGR1d3VRV0lycWtzNnM3cXErdkg2dk9YUTZYeTJWMU5DSE9DcS9YaDd2K2NqL2UyN1VIRE80MVdmMm9zYXBncjlXNWhCQkNDQ3YxOTNmNDQrSVR5NkhoUEg4Z01LV3VyaDdMbHkyVjNUckV1TkxVMUl4Yi8zUVB5c29yd0l3NjArU2I2bXVLeXEzT05kVEdaS0VMQUgzZDdaV3hrNUphaVhCWlZmVXhSMjlmUDg1YnRRSTJtODNxYUVJTXEyQXdoRHZ1dVE4dmIvZ0h3T3hSNEpzYXlndGZzanFYRUVJSU1STDBkYmUxeEUyY2NveEl1N0sxdmQzWjNOS0tTeTY4QUhhN2pCSEYyT2NQQlBEYjIrN0E5cDI3d014OUROellVRkd3MWVwY3cySE1Gcm9ZT0xOYkZEczV5U0R3QldYbGxicXVhVmgremhKWml5SEdMRk1wUFA3TWMzajA4YWVnbERJVTRmYjZzb0lIcGNPeUVFSUk4YjYrcnZhYW1NbUpOY1I4WlcxZHZhMnR2UjBYclQwZm1qWm1kdDRVNGlNTTA4UnRkOXlEamErOUFXWVZVZ3IvVVYrZS83TFZ1WWJMbUM1MEFiQVdHMVhrMUIzVGxjTEMwcklLYmVMRUNaZzdaN1o4a1lreHh6Uk52UGJtMi9qei9RL0I1L01yTURZYUNQN1czZG5wc3pxYkVFSUlNY0p3ZjJkYldYeENvZzdtVmVXVjFicFNDdG1MRjhtWlhURW1CUUpCUFByNFUzanEyZWRoR0VhWUZmNVNwN3dQb3J2YnNEcmJjQm5yaFM0Q1BUM0IyQWxUQ2pTTk1vS2gwSndqZVVlaEVTRnIwU0xvdWhTN1ltd0loOE40NXZtLzRlNi9QSWkrdm40QTJHRVl4dnFteXRJbXE3TUpJWVFRSXhRNzR4SkxkQjJUd0ZoYVhGSUd0OWVERmN1V1FkZkgvQkJaakNPaFVBajNQZlFvbm56bWVRUUNRUUI0a2YyaFcvdU9WZlJhblcwNGpZdmY0cjd1OWg1blhPSTJtMGFad1dBdzgwanVVWmpLeERrNTJmSkZKa2E5Y05qQW80OC9qZnYrK2dnOFhpOFllSXNwOU8yR2lwSjZxN01KSVlRUUk1bTNwODBiRnpsbE56bG9jamhzNUJTWGxLS3B1UVhubjdkSytycUlNU0VZRE9GM3Q5K0JGMTdlZ0VBZ0FBYWVDWm4rSHpYV2xMZGJuVzI0alpzcXo5dlQ1bzJMbXZBZWJMYlpobUZtRkJRVmF3NkhIVm1MRmtxeEswWXQwelR4M045ZXhuMFBQVHF3QnhyejIyR0R2OWRRVWR4c2RUWWhoQkJpTk9qcmF3LzBkazU2SjM2eU5sa1o1dUt5aWlxOXU3Y0hTM095NFhJNnJZNG54Qm56ZUR5NDUvNEg4ZUxMRzJBWTRaQmlmaUxRd3plMTFwZjBXWjN0YkJoWEZWNWZYNmNuTW5iaVhsM1hKaGlHa1oyWFgwQ0dZU0I3OFVMWTdYYXI0d254cWZqOGZqejZ2MC9pZ2I4K0JwL1B4OHg0TVJ3MmZ0UmNYZFJnZFRZaGhCQmlkT2t3SXlmR0hkQmgxNWg1ZFVWbEZiVzNkMkRsdWN2aGNEaXNEaWZFcCtaMmUvREh1Ky9GS3h2K2dWQTR6QXpjSHpSOHYyOXJLQjNUMDVWUE5xNEtYUUJ3OTNUMFVXelVEcGZOT1NFY05wYmtIUzJnM3I1K0xEOW5DUndPS1hiRjZPRDMrM0h2L1EvanNTZWZRU0FZVkF4K3ZEL3NXZDlSVXpIbXA2RUlJWVFRdzhIZDFlVnoyaEwzMlNNb1pKcm1CUldWMVhTMG9BZ1hyVjBEbDh0bGRUd2hUbHUvMjQyYmYveHp2TE5sRzBMaHNBTDRWbCtYY1h0N1kvbTRLWEl4SGd0ZEhHOVFGVGxsTDlrcDBWUzh1S1NzVEF1R2dsaVN2VmlPMm9rUkx4QUk0T0hIbnNBVFR6K0hjRGpNQVAvTlFPaVc5c3JLSHF1ekNTR0VFS09aMTlzVzd1MXMyeE9ma0F6RnZMeXhzY2xlMTlDQWMzS3lFUjBkWlhVOElUNVJSMGNuL3ZDbmU3QjU2emFZU2dVQXVydlc4UDdCMTFqdXR6cmIyVFl1QzEwTXJzZUlTcGl3MndZOVdqRXZ5UzhzMW83VjFpTjEralJNbnB3Z2UrMktFWWVaVVZKV2pydnV2Ujh2dkxRQmhta1lESDRpckFMLzFWeGUzbVYxUGlHRUVHS01VUFlwRXc4N0ZYbEJ0TGJtV0oxZVZGS0s1S1FrVEp1YUltTkVNU0l4TS9ZZlBJVGI3dnd6dG01L0Q4d3F4TXkzdWszdm4vMVZWZU55cThseFcrZ0NnTHV6MCsvVUUzZHFUbmdZYW1WVmRZM2owSkZjSkNjbklUMXRobnlSaVJIbHZWMTc4T3RiYjhmZS9RZWhXSGxacWRzRHZmVGI4ZEpRUUFnaGhEaGJmQjBkb2ZpWWlGekQ3anhLekpjMU5iVzQzdHU5RjVHUkVaaVhPVWNhbVlvUkpSd080Kyt2dm9iZjNuWW5Tc3Nyb0ZqMXdqUy9VeGR5UCttdnFmRmFuYzhxNC82MzFPdHRDL2QxdGUyUG5aellvREZXZC9YMFJHN2JzWk5Ta3BNeEkzVzZOS2tTbHZQNy9kaTZmU2ZXLzlmUDBkcmF6aUQwS3NaUDZzc0w3dk42MjRKVzV4TkNDQ0hHb3Q3ZVhxTy9zNjBzZG1MaVlkTG9ISi9QbDdCMy8wRXlUUk1MRjh5RFU1YTdpUkhBN2ZIZ3lXZGZ3QjMzM0krKy9uNG1vaW9HZmErdXZPQlY5UFlhVnVlejByZ3ZkQWR4WDJkYmZsejhsRDNRS01rMGpQUXQyN1pyTGExdG1KTXhDL0Z4Y1hKMlYxaWlvYkVKZDk1N1ArNyt5NE1JaHcwRHhKdVZTVGZXbCtlL0NvQ3R6aWVFRUVLTWRYMWRiY2ZpSmlSc0oxMkxWS2E1NE5DUnZJR3B6TW1KU0VsT2tqR2lzSVJTQ2tmeWp1TFdQOTZGRjE3YUFOTXdRZ0EvYjBDdGJ5Z3IyRzExdnBGQUN0MlQ5SFczTjhaUG5yaURsUllGMEpMS3FpcnRVRzRlemxtU2pVbVRKbG9kVDR3engrcnFjUE10UDhmTzNYdWhsQUtVZXNMazRJOGFLb3FMcmM0bWhCQkNqQ2Q5M2UyZFRqMXhtODBGUHhqTDZ4c2FuUWNPSGNIVXFTbklTSjlwZFR3eER1M1l0UWYvL1pzL0lMK3dHQXoyQW55SGg0Ty9iaTB2a1cwbUIwbWgreUY5bloyZXZxNjJ0K0luVGdrcjhKTDI5azdYUzM5L2xaS1RrNUNXT2gwMm0wMk8zSWxoNWZQNzhlWTdXL0NOYi84N1d0dmFXVEgzS2VZLzFwVVgzTkxmMWVXMk9wOFFRZ2d4SGcxMlpONGRQeUd4bGdocit2cmRrZTlzMlVZT2h4MFpzOUxoY0Roa2pDaUdGVE9qMyszR3N5KzhoUC82eGEvUjI5ZkhCT3BVNFBWMVpRWDMrYnE2UWxabkhFbWswUDBuZXJ2YWRzZE5TanhFUlBPVlVzbTdkdStscXBwam1EUnhBbEtTaytXTFRBdzVwUlFPNXg3RnZmZi9GWTg5K1F3TXd3QUlSdzNGTnphVUZ6eHVkVDRoaEJCQ0FMM2RiVVZ4RXlhL0NVMUxCcXVNUGZzTzZvZHk4eEFURTQxWjZUTmxqQ2lHaFZJS1c5L2RnVnYvZURkZTN2QXFBSVJCL0VaWUdUYzBsaGR0c2pyZlNDU0Y3c2ZvNjJxcmpZbWYvQzdwMmtSbHFxeXE2aHJzM0wwWG5aMWRXTHh3QVZ3dXA5VVJ4UmpoOW5qdzRNT1A0ZTc3SGtSZWZnRU13d0NEWHpaQ3huODBWaFlkbHZXNFFnZ2h4TWpSMTkzZUdSRWZzMTNYN0lxSTFyUzB0bUhQL2dNb0xDcEJkdFlpeE1iRVdCMVJqQ0V0clczNDllLy9pTWVmZVE3Vk5jY0FBSXB4cno5by9xSzF1cmphNm53amxSeHlPazB6WmkrK1dyTnBmMkxtZENMU3psbVNnOS85Nm1lWU5UTU5EdW02Sjg1UUtCUkNmV01UZnYyNzI3SC8wR0V3TXdPb1pWYS9xaXN2Zk43cWZFSUlJWVQ0ZUdtejUyZXo3bmhNQXk4R2tTTWxPUW0vKytYUHNXcmxja1M0WEZiSEU2T1kzeC9Bb1NPNStNMnRmMFJkUXlNQWhKbTVDQWJmV0Z0VnNOL3FmQ09kRkxxZlFzck14WmsySjMxYkovd2JRSWxSa1pINDJqVmZ4clhYZkJtelpxYkpWQlh4cWRUVTF1RnZyMnpBaXk5dmdOZnJBNFBibVBFY0czaXl2aXBmR2s0SklZUVFvMFJLeXB3RWUyekV0elNpSHdLWTRYSTZjZWtsRitGcjEzd1pTNWRrdzI2eldSMVJqQ0tHWVNEM2FENWVmSGtETm0xOUY0RkFFTXhjQjRWSHZLSHdVeDIxSmExV1p4d05wREw3MUpiYVo4d05MdE9nMzhuQUtydk5ScW5UcCtQRzczMEhYL3JpRlZMc2lrL0V6SGo5emJmeHdNT1BvYTZoRVlaaFFERU9FOHhiYXN2TWZVQ0pOQklRUWdnaFJoL2J0RmtMMG14Mit5OEpmQjJJN0lsVHB1Q3JWMStGOVQvNHZvd1J4V2xoWmp6NDhHTjQ4WldOYUcxcncrQlozQTFzbXIrdnF5eXFCREN1OThiOU5PUTM3Z3lscEtSRU9tSVRmZ21pNzRFUlQwVGEyaldyOGNNYi94MlpzMmNqTWpMQzZvaGlCR0ZtK0FNQlZGWFY0TUZISHNQVzdlK0JtUlVJZld6aWliQ240OWZOemMwK3EzTUtJWVFRNGpPenA4MWRkQU5JK3kyWUpoTkJUMCtiZ1ovOCtHYWN1MndwNG1KanJjNG5SaGhtaHR2dHdjSER1Ymo3dmdkUVVWa05acGhFM0drYXVLMitNdjhSQUdHcmM0NDJVdWgrUmpQbUxsb0oxcjZqYWJnYW9Qam82R2lzV2JVQ1Y2NjdES3RYclVCTWRMVFZFWVhGdkY0dmR1ODdnTmZmZWdlN2R1K0QyK01Cd0I1bTNtQ2EvRVJEWmVGT3F6TUtJWVFRWW1pbHpjMU9VK0R2YVVUWEVEREw0WEFnSjJzeHJseDNHUzY2OEh3a1RabGlkVVF4QXJTM2QrRGQ5M2JoOWJmZVFXNWVQb0toRUppNWxzRi9OMFBoLzJtc0thMjBPdU5vSllYdUVFakl6SXlKVnZvczZQWmZFZUVMQURsaVkyT3dlTUVDM0hUanYrT2NwVGxXUnhRV09aeDdGQTg4L0Q4b0tDeEdYMzgvd0J4aVlCTWJvZCs2RWE3cXJxcnF0enFqRUVJSUlZWkpSb1p6cHE2bnNlYjhQa0RmSlZDVXkrbEVSa1k2dm5IdE5iajZxaXRoay9XNzQ5YUdWLzhQejc3NE1pcXFxaEVJQk1ETVhnS2VVcWI1VUYzWWN3eTF0UUdyTTQ1bVV1Z09MWDNHbkVXWGtxYmRCc0ljTUNLSmlDNi85R0xjK04zdklHTld1bXhKTkE0RUFrSFUxTmJpa2NlZXhGdWJ0c0EwVFFhUkg4ekhUT1pmTkpRWHZBbkF0RHFuRUVJSUljNmU1TmtMNXpsMS9UWUNYY1RnV0NLaU9iTXo4UE5iMW1OSmRoYWlvNk5rSGU4NDRQWjRrSmRmaUQvZGRTL0tLaXJCekV5Z2ZvQjNoWlR4eTZhSzRueXJNNDRWOHRzMEhOTFNYR21PMkt1ZzBWZUo2RW9BdHJpNFdGeDB3ZmxZZS81NVdMSDhIRXhPbUdSMVNqSEV1cnA3c1AvZ0llell1UnZidHU5RWIxOGZBQmpNNmkxbWZwbUM3ZzIxY21ST0NDR0VHTS9zcVhNV24wOGFyaVdpTDRJeHhlVnkwYktsT2Jqa3dyVllzM29GVWxPblE5YzBxM09LSWFTVVFuMWpFL2JzM1k4dDcrN0F3Y081eDgvZ2RqRHoveEhSSzdWbHRuZUJJN0lPZHdoSm9UdDhhTnEwQlJPMENHMEo2ZHB2Q1ZoSlJGcE1kRFJTa3BPdzd2TFA0YXRYZndtSlV5WmJuVk44UnExdDdkajRqOWZ4K3R2dm9MbWxGVzYzNTNpanFVTnNxdDhaV3ZoZ1UxbFpOd0MyT3FzUVFnZ2hySmVZdURqS0VhL21hYVN2SjlEWGlLQTduUTRrSlNaaTVibkw4TzNycjhPY2pGbFd4eFJEb0tLcUdzKys4QkwyN0R1QWx0WldCSU1oTU1NRThVYkRETjhkN0VGSlIwZUp4K3FjWTVFVXVtZERSb1p6dWg1eHVRN3RGOUF3RzB5eFJOQ2pvNlB3cFM5K0FkLzZ4dGN3T1NFQlVWR1IwT1FJM29pbmxJTFg1ME5IUnhlZWUvRmxiSHp0ZGZTNzNjZS90UHFocUlwSjNWRm4rTjVBVlZYUTZyeENDQ0dFR0xsbVpDeGVRanI5QkJvdUlHQWlRQTRBV0wzeVhIenZPOS9HL0htWmlJMkprYlc4bzRSaEdIQjdQQ2dycjhTai8vc2tkdTdaTi9nSWg4RFVxOEM3VFpQdmJLd3NPR0J4MURGUEN0MnpTMHZOekY2cGticUVpTmFCa1FNaXU4TnV4L0psUzNIKzZsVll0WEk1TW1kblFOZDFxN09LRHpGTkV4V1YxZGg3NENCMjdkbUhBNGVPSUJnTUFrQVlqSHpGL0xaU2FtdERaZUZlMmVOTUNDR0VFSjhDcGMxWmxBbWl5d0JjQ28zV0VpaFMxM1hNelp5TjgxYXV3SG1yVm1EWjBodzRIQTZyczRwVE1Bd0RoNDdrWXRlZS9kaXo3d0JLeXNwaG1pYkFIR1JnQndPYjJkRGVxYS9LSzVWWmZtZUhGTHJXc0UyYms1VklpcGZxTnZ5SVNMc0FBQndPT3hJbVRVTG1uTm00NHZPWDRySkxMa0pVWktUVldjYzluOCtIemR1MjQ4MTNOcU8wckJLZFhWMEloVUlERHpMdlVTYmZHMWJxWUhOMVVhdnNjU2FFRUVLSXowQkxtVE5ub200NDBqU0g5dThhdEd0QmlOVTBEUk1teEdOYVNnb3V1WGd0dnZENVM1RTZiWm8wcnhvQkdwdWE4ZnBiNzJETHR1MW9iR3BHZDA4dmxGSUFzNGVCVjR3Z0hqRjA3N0hXcXFvdUFNcnF2T09KL0hhTUFOUFRGeXpUN2JaYmlMQVdSQk1CMkFCQTEzVmMvcm1MY2RXVjY3Qm93WHhFUjBmQjVYTEo5T1pocEpSQ0lCQ0V4enN3NVdUamEyL2duUzNiM2k5c0FRUE0zUXpzRG9YTmU1cXJpL1phbTFnSUlZUVFZMVhpak1VelhVNzZUOUxwR2pBbUErd2lJdEkwRFZtTEZ1SmZybHlIODFhdVFNS2tpWWlNakpEcHpjUE1NQXo0L0g3MDlQUml6NzREZVBYLzNrUmVmc0ZBWVF1QW1RTkUzTUdLWGpVTTQ0SEc2dUlxcXpPUFoxTG9qaHo2dE15RkMzVFNMeUhDQ2pDZFM0VFU0dzhtVHBtTTdNV0xzR2poZkN4ZXVBQUxGOHhEWEd5c0hNa2JBc3lNL240M2lrckxVRmhVaklMQ1lod3RLRUpyVzl2SlQyb0VjRUFCK3d5VHRqVlZIaTJVTFlLRUVFSUljVFpNbWJrd01jcWxYYVlZNXhGb09RRnpRZVFFZ0pqb2FNeWZsNG1zUlF1d2FNRUNaR2N0UkVweXNvd1Jod2d6bzZXMURVY0xDbEZRVklMQ29tSVVsNVNoMyswKy9vd1FHT1ZNT0FTbVhTYjdOemVVbHpkYkhGdElvVHN5VFVoUGo0dWlpTWwybTIwSmc2NGo0b3RCRkEwQU5sMUhYRndjSmsrZWhQbno1dUs4bFN0dzdyS2xTRXFjSWw5b253SXpvNzI5QXdlUDVHTDMzZ01vS2lsQmUwY24rdnI2WVJnRHkyc1o4REh6dXdSK3dRaUZEOXVVczZPMjltaXYxZG1GRUVJSU1UNmxwS1JFd2hXZllOTWRtYVR6RnpYQ3Z3QTBIUUNJQ05GUlVaZzRjUUptcHMzQWl1WG5ZTldLNVpnL04xTm1BMzVLU2ltVVYxUmk3NEZEMkhmZ0VLcHJqcUducHhkdWp3Zk1BOHRybWJrSmpOZEIrRWNvRkM0MXZiYXV0cllDcjlYWnhmdWtNaG9GcHM2ZE84bkdqcXVJNkJzZ3pBY29Cc3dSTkZqWjZycUdXZW5wV0h2K2FxeFp0UUxwTTlNUUdSbUpDRmNFN0hiYnVDNkFtUmxodzBEQUg0RFg1ME50WFIxMjdkMlBIVHQzbzdLcVpxQkp3TUR6R0tBQWlQdkJYSzVBTDRRTTc4YldxcW9PcXorREVFSUlJY1FwWldRNFV5bGlqYWJURFF4YW80RmlHUnhOUkNjcTIwbVRKdUs4RmVmaS9EV3JzRFFuRzlIUlVZaHd1ZUIwT3NkOUFheVlFUXdFNFEvNDRmVjRrWnRmZ0oyNzkwWVdHT2dBQUNBQVNVUkJWR0wzdnYzbzZPZzY4VHhtWmdLNUZiaWZDSHNOeFUvYWd2MDdhbXRyQTVaK0FQR3h4bThGTkRyWnBxWm5wZHZzdEV3amxjT3N6UVB4QW9DbUVVSEg0TC9RQ1JNbUlHTldPbWFscHlGdFJpcFNrcE9RbkpTRXFTbkptSnd3YVV4L3FTbWwwTkhaaGVhV0ZqUzN0S0dsdFJXMWRmV29ycWxGVlUwTnVydTdNWGdnYm5BN0lEU0J1UVJBcVdMa2Fxd08xMVlVVmtuWFpDR0VFRUtNSmlsejVpVFk0VnhHbXJZTWpQa2dtZ3R3SmhHNWpqL0g1WEppNW93Wm1KVStFek5uenNDMGxKVEJjV0lpa3BNUzRYSzV4dXdKRW1aR01CaEVTMnNibWx0YUIzKzJvTHJtR0twcmFuR3NyZzUrZitEazV3Y0pxR0JDR1poTG1MUkRnWkQ3VUZ0MWRidWxIMFNjdHJINVgvTDRZRStaTXlkT00rM3h1ZzJwUlByNVlQb2NDRXRPL2tLejJXeUlpSEFoTWlJQ2tSRVJpSTJOUmVhY0RDeVlQeGZ6NTg3Rm5ObXpFQk1kYmUwbitReThYaS9LSzZ0UlVsYUc0cEl5bEZkV29xL1BEWi9QQjU4L0FML2ZmMklxTWdhYkJBRElaOElXTnRSN3lqVHFEQzNjMjFybDZBTktRaC83aHdraGhCQkNqSHcwSVQwOU5nS3VPTExSQkp1dXI5WVlGekcwdFVTWWRPSkpSSEM1M2g4alJrZEhZZnIwYVpnL2R3NFd6SitIZVpsemtKS2NaTzBuK1l4YVc5dFFVbDZCNHBKU2xKWlZvSzYrQVI2dkZ6Ni9IMzZmSC81QTRNUlVaQUJnY0M4VWRpakN1NllaM3FVTTd2R3p2NiszdHJaUHRnUWFmYVRRSFdQaTA5TGlKemhqejJlaWRRU3NacUpKQUxzQWNvTGhQSDdtOXppYnpZWVowNmRqMGNKNVdMeG9JUll2bUkvRXhDblFkUjAyWFlkKzhzWDIvbjNEY2JTUG1XR2FKZ3pUaEhueXhYai92bzZPVHVRWEZpTy9zQWhGSmFXb3E2dEgyREErL0Q0S1JBR0Fnd0NDQUxwSTBUNmwrRzNUYit4b2JDenVIdkx3UWdnaGhCQWpHODJjazdVTWhNdEF1QXpBRElCY0lIWUNjRExEVGg4YTRNWEh4V0hoZ25uSVdyUVFpeGJPUjBiNlRFUkVSSndZRzc0L1Z0Uk8zS2RwMnBDUEU1a1ppaG1tWWNBMDFZa3g0c2xqeGtBZ2dLcnFZeWdzTGtGK1lSR0tTOHJRM2RQejRmZGhJakxBSEFBb3lPQWdnK29KMk14aFkzT2Q3S1l4cGtpaE83YlpVOUxuSjl2c2p1a2FxVlRGMm5TZE9KVUhtaGJNQUhFcWdTWjg1RVYyTzJKaW9oRVQvZjRsT2pycXhIM1IwZEd3Mld4d09aMncyMjJ3MisydzIrMXcyTzJ3Tyt5dzIrd243cmZaYkRBTUEySERRRGdVUnRnSUl4dzJFQTZIRVFxSEVSNjhCSU5CR0lZQnQ4Y0x0OGNEdDlzRGo4ZHo0dnJ4bitId1I3ZXBaWEFQR0kwQWFzSFVDSEFkazJwUWlocU1jTGkrNVZoa00zQkU5cmNWUWdnaGhCZzBiZHFDaWJZSWV5cHBLbFZwbUVhS1pvQm9Hb0ZuQUpqQm9PUVBueURSTkExUmtaR0lQakZPakVKTWRNekFPREU2Q2pFeE1YQzVYQ2ZHaEk3Qk1lTDdGOXVKTWFQRFlRY3pQalFtTkdBWVlZUkM3NDhSUStHQjI0Rmc0TVNZME9QeHd1MTJ3KzN4RG93WDNSNTRmYjRUMi93Y3g4d0tRQXRBZFFEcW1GUWptT29WcXdiTnBJYXdGcWh2cnFqb1BOdC85K0xza0VKM3ZNbkljRTRMT0tPVWc2UHR1aGJGd0RUU3RTeU5LWnZCUzRob0ZvZ2NwL05XdXFhQk5BM2E0R1hnTnAyNHJaRUdUU01veFZDc29KU0NVZ3hXeDY4UFhsakJORTk3LzJ5RG1hc0J6Z1ZyUjBHY3J3eWpJV3dxcitaa2p6MFE4RXBqQUNHRUVFS0lUODAyTVNNak1zWnVqektEaUNhN0hnZWloVHBUTmdnNUFDMGkrdWdKa2xNaEl1aUQ0MEU2TVVZY0dCZWVHQ1BxR3NBNGFZeDRpbkVpS3loVFFmSHB6UnBteGIwTUZCRWhseG41Q21ZQmE3WStVbjZ2MXpROTNWVlZQdW5ETW41SW9TcytURStZbnBrWUdlVklKbE5QZ2swbFExRVNDSWthT0ZtQmtnbVlUQVBGTUlGWll4QUIwRUJNeE5BQUlnWTBrQ0ppNkV4a2dva0pVQUF6RXhSQURJWWlNSVBBQUNuRkhBYlFUa0FiQTgxZ3RERlJLMHh1WWMxczlYbERMVjJORlczeUJTV0VFRUlJY2ZaTlNFK1BjK21SS1E1TlQxSWFKK3BLUzJLb0ZDSWtBcFFFY0RKQU1RTmRuNWw0Y0Z3SVlvMEF3dkZ4SWltTk1OQVpXakVyRFpyQ3dKaFFNY0JnVWdBekRZNFpCOC9NdWdHME1uTXJnRllRdFJLNGhabGEyVFRhK2cxdnM2eWxGU2VUUWxlY29hWDJ4TVJHUjhEcGREajFXSWRkMSt3YWxGUFh5RzRRT3dod1JPbzR4Mm0zWDlYcDhmOWV0OWxDRElSc1RDSEZDQm1LdzRaQ0tHajJoMXpCK0ZCYm16MGswNHVGRUVJSUlVWTlEV2xwam9rMm04T2xhUTdkVHc1YnRHWVBCUjFPWFF2YkNYYUgwOGxMSTJ6NmR3REFGelR2RGhsVXd3aUhUR1VQTzV5aG9PRlJZVE9DUTM3RENQY29GVVJ0YlFqQWFVLy9Fd0pTNklyaGxKMmQvWE5OMDM1b211Ym44dlB6aTYzT0k0UVFRZ2dockplZG5mMHZtcVk5enN3R0VWMlltNXRiYW5VbU1mYU0zUTFWaGRXSWlOWXc4eVJOMDc0RWZMQ1pnUkJDQ0NHRUdKK0l5TTdNT2hHcGNEZ2N0RHFQR0p1azBCWERZdW5TcFpPSUtKMklITXg4MmNLRkMxT3N6aVNFRUVJSUlVWUVPeEhwek16QllGQUtYVEVzcE5BVnc4STB6WmtBWWpGdzFHNlp6V1piYkhVbUlZUVFRZ2d4SXRpWldRZWdZbUppcE5BVncwSUtYVEVzbURtZG1ZOFh1azRpdWxIV2hBc2hoQkJDQ0daMkFOQ0ppRDBlanhTNllsaElvU3VHZzA1RXN3QkVNRE40WU8relM3S3lzckt0RGlhRUVFSUlJYXhGUk1lbkxpdlRORU5XNXhGamt4UzZZc2d0WHJ6WVJVUUxCdlpRRzBCRURpSzYxZHBrUWdnaGhCRENhc3pzR0p5NnpGVlZWWEpHVnd3TEtYVEZrTk4xUFJMQS9KUHZZMllRMGZKRml4WXR0UzZaRUVJSUlZU3dtRVpFTVVSRUFOcXREaVBHTGlsMHhaQUxoVUp4QUdZUFRsaytnWWppYlRiYkYyV3JJU0dFRUVLSThTa2pJOE1PWURJR1RvVFVXcDFIakYxUzZJb2haN2ZienlXaXFBL2Z6OHcyQUpjdlhydzQxWnBrUWdnaGhCRENTZzZId3c1Z0NnWk9naHl6T284WXU2VFFGVU9PaUM0NjZUb0dacVljdjBrNVJMVE1zbkJDQ0NHRUVNSXl1cTZmT0tNTG9NN2lPR0lNazBKWERJZExQdVl4dTZacE41M0ZMRUlJSVlRUVlvU3cyV3kyNDJkMGxWSTFWdWNSWTVjVXVtSklaV2RucHdHWWZvcjF1Y0JnVXlvQUs3T3pzMWRaazFBSUlZUVFRbGpJRGlBQnNrWlhERE1wZE1WUXU0Qk9tcXY4VDJnQWZyRjA2Vkw3V2Nva2hCQkNDQ0ZHZ0hBNEhFRkVrd0dZM2QzZDlWYm5FV09YRkxwaVNESHptdE41SGhHZGE1cW1yTlVWUWdnaGhCaEhkRjFQQldCajVyYkd4a2EvMVhuRTJHV3pPb0FZTytiUG4rL1FORzNweWRPV1Q3NU9SQ2R1RTlFRUl2b1NnQU1BVEVzQ0N5SEVwNmNoTGMweDBXWnp1RFROb2Z2Sm9VZEZPTUloZHVoYTJFNndPMHhpQnhFY0FNQ01rTTRVWW9SRHByS0g3UTRLbVY1L3lJemdrTjh3d2oxS0JWRmJHd0tnclA1Z1FnaHhObWlhdGh3RFk4RWlxN09Jc1UwS1hURms3SFo3R29ENGt3dGFuTFErOTBQWGRXYStaTUdDQlRPTGk0dXJ6bjVhSVlRNHRkVFVSUk5VQkUvWG1hWVJhYWxFUEYweFRTZkNkQkRpaWFFemtRWkFveWpXUU5EdERtaUFYU01palJnNlFCb0lBTE1pSXBQWnJqUkFFVUhab2x4S0p6SWRPcXQ0aHVKNVdTYVkrNWlwZ1lrYWlGUWpHMVJ2a3RGQVBqUTBOaFozVy8xM0lvUVFRMmcxQms2RzVGb2RSSXh0VXVpS29UUVRRQ3crMkh3cXlNeE9BUDJEWjIrN0J5K2R6TnhHUkc2clF3c2h4Z1V0TFMzTjBhZHBUZ2RGTzNVb3B4MllUalo5TVJNV0V2Tk1hRFNER1RNMW9rajlBeThsYUNkMUhpQ05vTkhBaFRRQ2tRYjZ3RzJDUmdNcmd4UXJNRE5ZTVJUendIVm1zRkluYm9NWklNTDd4d0Uxd0Fib3NBTXhRTnE4TEI4WXRXQ3FZNmhqWUJRemFmbUdZZFNiMElJaDlnVGpsQXJXeXBsaEljVG9zQUpTNklxelFBcGRNV1NVVXMwQWJtSG1lbVp1S2l3c3JGMnlaTWtxQU51WXVUOHZMKzlTcXpNS0ljWUZMV0hldk1RSVU1dW13ejZWZFpWQ3JFMERZV284ZUNvenBoUHBLUUJGQXdBQmc0VW13UlhoUWt4TU5HS2lveEVURTQzWW1KZ1BYSGU1WEhEWTdiQTc3QU0vUDNDeHdXNS8vMzRNTkYxQktCeEdPQnhHT0d3TS9uei9FZ3FIRVFxRkVBZ0UwZTkydytQeHdPMzJvTi90Z2R2dGhudmdkcVRQNzU4UHdudzZxYldHWnRlOUFKb2lFTlBJakthMHVWbE5yS2lSWURhWjBKdEEvcWFHOHZKV0tYNkZFQ1BGNHNXTFp4TFJaR2J1VjBvMVdKMUhqRzFTNklvaFUxaFlXQWlnOE9UN1FxRlFwY1BoNkNlaWFiTm16WnBTWFYzZGJsMUNJY1FZWmsrZHZlZ0NUYWVMaU9oaVpzU1JoaWdtamlTbVNJQ2RBK2RNQi83cGREb3dPMk1XNW1WbVlzRzhUQ1FuSlNFaFlSS2lJaU5nczl0aHQ5aytXTURhQm43cXVvNVBiaXovNlRBelROTWNLSVNOTUl5d2NhSTROb3lCNHRqbjk2T3pzeHV0Ylcwb0tpbEZXWGtGeWlxcW9rS2gwQndBYzRnQVptYlNPQWpTZkRabUgrRHlwYzNOOGpEeE5oVldXeHVxaW5ZQUNBMXBlQ0dFK0JTSUtIdndhaU16OTFvY1I0eHhVdWlLWVdXMzJ3TUFxZ0hreE1URXJBTHdENnN6Q1NGR05VcEpXUnFoSXZ1aWJPeU0wM1g5VXRKd09ZZ3VJbERVOFNmWmJUb2NUZ2VjRGdjY1RpY1NKMC9HZ3ZsenNXakJmR1F0V29qWkdiTmdzK2tmL3llZEpVUUVtODBHbTgyR0NMaE8rM1dtYWFLcTVoanlDNHBRV0Z5QzRwSXlhbTFyY3dXRElWY3dGSm9ZQ29WZ0dBWUl0RVN6YS8rVk5qZkxEK2J0elB5MllZUTNtNXJSby9sODN1Ym1aajhBUG8wL1VnZ2hQaE5OMDNJR3J6YVpwaW1GcmhoV1V1aUtZUlVNQnYxT3A3T0NpSEkwVFZzdGhhNFE0a3hNblR0M2twMGR5MEMwbk1oY3lCdzFuNERaSUhJY2Y4N2toQVRNbVQwTGMyWm5JSFhhVktTa0pDTWxLUW5KeVVtSWo0dURwZzN0bVZpcjZicU96TmtaeUp5ZGdhOWVmUldZR1gxOS9XaHVhVVZ6YXl0YVdscFIzOUNJaXFwcVZGUldvYTI5SXdKRTZ3aFk1OUMxTU1OWnliR1JKV214azB0WXFRTkI1VC9VV2xYVllmWG5Fa0tNV1JxQWxZUFhHM3crbnhTNllsaEpvU3VHVlVsSlNTQTdPN3NLQUJQUkNxdnpDQ0ZHazZYMjFEbitjMEgyYjJqQUdpS2F3dUJKQUxUajA0ZFRwMC9GbWxVcnNlYThWY2hJbjRuWTJCakV4c2JDTWJoR2Rqd2hJc1RIeHlFK1BnN3o1MlVDZzJ1RSs5MXU5UGU3VVhPc0RqdjM3TVhPM1h0UlY5OWdKMkErRWMxblpxVnBlcmRMajJxZmtabTlsMHp6dVZxSHVROGxKVExOV1FneFpMS3lzaklBcERCemlKbkxhMnRyQTFabkVtUGIyRHE4TFVhazdPenNiMm1hOWxkbTdna0VBc3RLUzB0YnJNNGtoQmlKbHRxbnp2WEcyc2d4QTR5cmliUnJDWmgxL0ZHWHk0bm9xR2lrejB6RGhSZWNoNHZXbm8vWnM5S3RqVHhLSGF1dHc5YnRPN0g5dlYyb3JxbUJ4K05GSUJnODNoV2FBZFNDOGJJSjgrK0tqR05OWlpvYmtNSlhDSEhtc3JLeXZxUnAydjhTRVFQNFVtNXU3aTZyTTRteFRRcGRNZXdXTDE2OFF0ZjFGNGtvWGluMXIwZVBIbjNUNmt4Q2lKRWpaYzZjQklmdXVvU0FOV0J0T1lNWEVwRUxBQ0lqSXpBdk14TlppeGRpOGNJRnlNbGFoR2xUVTRhOElkUjR4Y3hvYVcxRDN0RUM1QmNWbzZDd0NNV2xaZkI2ZmNlZkVHU2dHSVNEekxRckVGWmIyNm9McEttZ0VPTFQwcFlzV2ZJekFMY3hjNTNiN2M2c3Fxb0tXaDFLakcweWRWa01POU0wSzNSZGJ3VXdGY0E1QU42U3hpZENpSlQwK2FrT2grMEdRUHNTR0RNWUhEdXduU3hoVm5vYXJyajhNbHl3WmhWU2twTXhJVDRPRG9mak5ONVZmQnBFaEpUa0pLUWtKK0Z6RjY5RjcrQWEzMTE3OXVLTnR6YWhzcnJHU2NBU0FFc0l1TTVscC9vWm1WbXZCb21lYUMwN1dtdDFmaUhFNkpDUmtSSE56TXNIRDFKdWt5SlhuQTF5U0Z5Y0ZUazVPUThRMFE4QXZCb09oNzlUV0ZqWVkzVW1JY1JacDAxSVQ0K0owZUttYXJyNklSRmRCMElzQUVSR1JDQStQZzRYWGJBR1g3MzZTNWcvTHhPYXBuM3lPNHBoVlZKV2psYzJ2SWF0MjNlZ3A3Y1hmcDkvNENnbHMxdUIveFkwekw4RWxiK3BwNmJHTGZ2MUNpSCttWnljbkJRQWg0a29HY0RuYzNOejM3RTZreGo3cE5BVlowVk9UczRYaWVnMUFPV0Q2ekpLcmM0a2hEaHJiS2x6RjJWcG9Fc0g5N2hkZlh4cThvelU2VmkxWWpuT1g3MFNxMWFjaTVpWWFLdXppbFB3K2Z6WXMvOEFkdTNlaXozN0R1QllYZjN4aDhMTXZKdVp0aWtZbXhyS2k0NENNS3hOSzRRWWFYSnljajVQUkc4eHN6OHZMeTlLWnZhSnMwRUtYWEZXWkdabXhrUkdSallEY0NxbHZweWZuLytHMVptRUVNTnZlc2JDU3pXYi9uMk5hQ21ZazQ1dkI1UXhLeDNmK2ZhL1lzV3ljekI1Y2dJaVhDNVpkenZDTVRNQ2dTQTZPanR4OEhBdUhuLzZPWlJYVkI1L05BU2dqWm56V1BFamRSV0ZiMXNjVndneGd1VGs1UHdmRVYzSnpIL1B5OHU3eHVvOFlueVFVWVU0YTNKeWN0NGtvblhNL0dCZVh0NFByYzRqaEJnZUtTbExJKzBSd1d6TnB2OEpHcTBCQUUzVEVCY2JnNFVMNXVOYjMvZzYxcDYvV3FZbWozSktLZXplZXdCUFBmY0M4Z3VMME5mWEQ2VUdaeTh6SHpMWitQK0N2ZnJSdHJZQ3I5VlpoUkRXeWM3T1R0TTByUlNBelRUTmY4M1B6My9KNmt4aWZKQm1WT0pzZWc3QU9nRGZBSENUVEZzUllteVpQSGwrZFBSRXgrY1ZoYitxd1hZcENMRzZybVArM0V4Y2VzbUZ1T0M4MWNpY2t3SDdPTnpqZGl6U05BM25uN2NTSzFjc1EyVlZOWGJ1M292Tlc3ZWpxS1FVaG1FczAyRjdKMklDdHFSTlhQeXl0OU40bzZPanhHTjFaaUdFSmE0QjRHTG1FcVZVdnRWaHhQZ2haM1RGV2JOdzRjSkV1OTIrbTRneW1QbWJlWGw1ejFxZFNRZ3hOS1ptTEZwcDArbVhwR21yd0J4SFJEUnhRanh1K3MvdjQrSzE1eU01S1ZITzRJNXhpaGx0YlczWXZuTVAvbnpmUStqdTZSbllrNWVvRDh3SFRjVi9hS2dvMkMwSE9ZVVlQN0t6cytNQnZFNUVxd0E4cVduYVRVZU9IUEZablV1TUQ3clZBY1Q0RVJzYmF6aWR6blFpV2c0Z29iVzE5Vm5wMGluRUtEWi92bU5hek5UMENVbUpmN0hwMnArSktGUFhORmR5VWlKZC8vVnI4ZGY3N3NHeUpkbUlqWW1SOWJmakFCRWhKam9haXhiTXg3ZXYvenFJTkRRMXQ1RFA1M2N4OHl4TncvVnhDWW1aVVRHSnhlNkVHQSs2dTAyck13c2hobGR5Y3ZKcVRkTnVBS0FOTGwzTHRUcVRHRCtrMEJWblRYZDN0NW1jbkJ3SjRITkVsSkNZbUxpcnRiVzF3ZXBjUW9oUGIwWkdWazQ4dEYvb05ycERJMXF0NjdvMmYyNG0vdTM2NjNETCtoOWczZVdYd3VtUUtjcmpsYTdyV0xIOEhGdzBlRGEvcjc4ZlhWMDlHaGlMZEJ1dWlTZEhXdXprS2ExOW5lMHRWbWNWUWd3YlBUazUrVG9BVndKb0FmRGoxdGJXZ05XaHhQZ2hoYTQ0cXhJU0VqdzJtKzF5QUtuTTNOVGEyaXJUMklRWVRUSXluRE9tVEYrdjZYUXZRQmNTSVRZK1BnNjNyUDhCYnJyeGUxaDcvbXBNbkRoQnp1QUtFQkhpNCtPUWs3VUlGNXkzR3FuVHA2RzRwQlErbno4YW9CeU42SXI0aEVSWHI4dCtCUDM5c2lXUkVHUE0zTGx6SjlydDl0OFEwWFFBenh3OWV2UWZWbWNTNDRzVXV1S3NhbTl2ZHljbEpjMG1vdk1BYUZPbVRObmMxdGJXYjNVdUljUW4wcWZObVpNeVVZdDhoSWh1SXNLRW1PZ283UXZyTHNQelR6NkdaVXR6RUJzclU1VEZSeEVSWW1OaWtMVm9JYTcvK3JYbzZPaEVmV09ERmdxRjR3QmFHK2VJV0JBM1ljcmh2dTUydHl4bkVXTHNtRFp0MnBjMFRidVJtWTFnTUhoZFIwZEhuOVdaeFBnaWhhNDQ2NlpPblZvTjRFWWltazVFdTFwYlc4dXR6aVNFK09kbXpseVlHSmVVOUVOZHN6OU9ST2ZhN1RadDdaclZ1R1g5RC9CdjExOEhsOHRwZFVReFN0aHNOcXhadlFxTEZzeUR6KzlIZlVPanhzenpTS092eFNja3VXSW14VmYyZDNXNXJjNHBoUGpNOU9UazVBMEFFcGo1MmNMQ3dtZXNEaVRHSHlsMHhWblgwdExTazVTVWxFRkVPVVNVMU5MUzhxeE1YeFppWkpvNmUzNjJacmM5UTZDdkVWRjh3cVNKK09YUGJzSDMvOSsvWWQ3Y1ROaHNza3VkK0hSc05oMHpVcWZqdkZVck1YdFdPdklMaXVEMStxSUpXRVZrWHhNVE82bWd2NmVqMmVxY1FvZ3psNU9UODY5RTlCMGk2akpOOCtkdGJXMzFWbWNTNDQ4VXVzSVNpWW1KbFpxbVhRdGdUbUppNHBIVzF0Wktxek1KSWQ0M0lUMDlMaWx4K3M5c3V1MXZSRFE5TWpMU3RqUW5Ddy9mZHcvT1c3VUNFUkV1bWFZc3poZ1JJY0xsd3J6TU9iamt3cldvcXFsQlYzZTN6VENNNlpwTi8yNThRcUtMSTZma0J2dmFwWEdORUtOTVJrYkdaS2ZUZVFlQVZBQnZlTDNlLyszdTdnNWFuVXVNUDFMb0Nrdm91dTZOaW9wS0I3QUV3SnpXMXRhblpHMldFQ1BEak5rTDV6bnRycjlvUlA4UElEMG5hekZ1V2Y5RC9QVEhOMlBTeElsV3h4TmpUSHg4SFA3bEM1L0hySmt6MGRIWmlaYldOZ0E0MStYQWdxaUpDYVh1cm80MnF6TUtJVTVmYW1ycUZVVDAvNGpJSUtJN2k0dUxaVXNoWVFrcGRJVWwzRzUzT0NrcHlTQ2l6Mm1hbHBTVWxGVGUydHBhWW5VdUljYTdHYk96dmt5NjlqUUJLNGpJOXNQLytDNSsrdVAxeU1sYUJGMlgvMldJNGFGcEdtYWxwMkh0bXRXSWpZM0J2Z09IZEREbTZKcStMbWJ5bE5iK3pyWWlxek1LSVQ3Wi9QbnpvLzkvOXU0N1BxbzYreC8vNjd6dnRQUmVDUkJJSUlVVUppQ0tpSUJZRWNTQ29xdXlhOE9PS082QzZLN2RyMlYzUlJTNzdxNmZYVmZSNWFlNEZpd3JDaG9FSVExSWdOQmN5cVNTa0o3TXZlZjNCNVBaQkVJdmQ1S2M1K09SQjNmS25Ya2x0RG4zL1g2ZnQ5VnFmWUNJaGhtR3NVclg5VCtVbFpXMW1aMUw5RTd5cVVXWUpqdzhmTGZGWWhrTElKV0lLRHc4L0Q4VkZSVk5adWNTb2pkS1RrNjJCMGNsM0trVXpTT2kyS2pJU0hyeTBkL2pOOWYvQ29HQkFUSk5XWngwUklTQWdBQ01HRDRNYWFrcFdMVTZqeG9iR2tNVmNHRm9STFFlNkdkYnMxZTJJUkxDcHlVa0pKd0I0QkVpc2htR01iMndzTERZN0V5aTk1SkNWNWltb3FLaU5TNHVyaEhBbFFDU05FMzd3ZVZ5bFpxZFM0amVwditnakRTMjJwOGtvdnRCRkREeTlOUHc4TnpmWWR5WXM2Q1VNanVlNklVR0pQWkhWc1lRVkZSVVl2dC9kOWdJTkViWi9Qb0hSY1dVN3Ewc0t6YzdueENpUzVhNHVMZ2xBR0taZVdsQlFjRWZ6QTRrZWpjcGRJV3BYQzdYeHJpNE9DY1JaUUJJRFFrSitXZFZWVldyMmJtRTZDMzZEczRhclRUMUdvQUpWcXZWOHV0cnI4WkRjMzZMbE1ISlV1UUsweEFSK3NUSDRleFJJNkZaTENnb1dxdnB1cEd0b0VZRlJjWnMyVnRadHRuc2pFS0lUclRzN095NVNxa3BBSFl6ODUzU2FWbVlUUXBkWVRhT2pvNWVTMFNYQVJoa3RWcmRMcGRycWRtaGhPZ0ZyUDNTTXNacnBIMUFSRW1CZ1FFMDQ0N3B1T3UyV3hBY0hHUjJOaUZBUlBEMzk4TnB3M0lRRkJTSWdxSzExTnJhR2t1RWlTRmhVV3RycTh1M1NSTkRJWHpEMEtGRGh5dWxIaVdpVUFEL1YxbForWTRzTlJCbWswSlhtSzZzckt3Nk5qYldwcFE2bTRneVkySmlscnBjTHRsRFVZaVRKQ29xUFRDcVg5eGRHbWx2SzBXQnczT0c0ZzhQL0JaWFhIb0pyRmFyMmZHRTZFVFROQXpOeXNDUXRGVHMybDJHM2J0ZGZxUm9Ta2hrVEpzV0dsVFFKTnVXQ0dHcXhNUkVoNStmM3dORWRBR0FIVzYzZTBacGFhbkw3RnhDU0tFcmZJRVJIeCsvRzhEWkFBWXdzeFlTRXJKVXBqQUxjVkpvVVgzalppaFN2d2ZCZi9Tb00vREV3dzhpWjJpMk5Kd1NQb3VJMEw5Zlg1dzJ6SWtkTzNkaHk3YnRHaEZPdHlzN2FrSURjMUZkclp1ZFVZamVhc0NBQVdPSjZIRm10alB6STRXRmhaK2FuVWtJU0tFcmZNWHUzYnYzeE1URXRIaW1NQ2RhTEpZMUxwZHJrOW01aE9oUmtwUHRmU1A3M0syVTlveFM1RGNvT1FtdnZ2ZzhFdnJFbTUxTWlDTVNHaEtDTTBZTXg2clZlU2l2cUxReDg5bWhzRFdHQnZuOVhGTlRJOU1raFRqRkJnNGNHT0p3T0Q0a29yNEF2cTJwcWJsUC9pNEtYeUdGcnZBWkxwY3JQeTR1YmlpQWJLWFU2UER3OEhka3V5RWhUb3lFaENIaFlUYjdBMHFweDYxV3E1cDQwUVY0NmZsbkVSRWVablkwSVk1S1FJQS9Manh2UENvcUs3RjU4MWJTMlRpSExYYS9nUENRdkxxcXFrYXo4d25SV3lRbUpqcENRME1YQURpWGlGeEVkR3R4Y2ZFMnMzTUowVTRLWGVGVHdzTENjaTBXeTJnaVN0YzBMZDNmMy8relBYdjJ5UG9ySVk2UE5Ud3UvZytrcVJsS0tkdkVpODdIZzcrYmhZaUljTE56Q1hGTUhBNEhjcHhEVVZWZGpRMGJTNG1aY3hSWmd3SnNDZC9WMWUxdU16dWZFTDBBSlNZbVhrdEVNNGhJTWZPekxTMHRpeW9xS21RWmdmQVpVdWdLbjFKUlViRTNKaWFta29qR0VWR1d6V2FyY2JsY1B3RmdzN01KMFIzRnhHUUZSQ1hFUGtLS1psczB6VHIyN0ZINDQ5TlBJRFFreE94b1Fod1hmMzgvakJwNU9yWnMzWTZ0MjMreGdQbDBaVGRDSEZyTTl3ME5aVkxzQ25FU1pXUmt4R2lhOW5jQXNRQythbWxwK2QzNjlldGxGcDd3S1ZMb0NwOVRWbGEyTVM0dWJpQ0EwNGdvTlRvNitzZXlzcklkWnVjU29ydUpUVTZPOGd1MFAwVkVNLzBjRGx3MTVUSTgvZmpEOEhNNHpJNG14QWxodFZveGZ1elphR3B1UXNtR1RkRGQ3aEZXUDhTRUJVWDlWRk5UM21CMlBpRjZvdmo0ZVAvZzRPREZSSlJOUkR2Y2J2ZjU2OWF0MjJ0MkxpSDJKNFd1OEVVY0VSR1JxMm5hYVVRMGxJZ0dCd1lHZmxwZFhTMXJyNFE0Y2xwRVZNTHRCTHBYMDVUMW1xdXV3S3daZHlBZ0lNRHNYRUtjVUJhTEJjN3NMTFMydHFKdzdUcm91cDRPQzdYVVJFZjhDSmxHS2NRSmxaNmVIaGdTRXZJWUVWM056T1hNZkVkaFlXRysyYm1FNklvVXVzSW5WVlJVTkVWRlJTMVhTbDBKSU4xbXN3MVZTaTJxcTZ1VDZXaENIQjcxVGMwK1R4RzlwcFR5R3o5dURKNSsvQS93OS9jM081Y1FKNFhkWnNNWkk0YWpkTXNXbEc3ZWFnSGpqQ0NEQ3ZaV2xXODBPNXNRUFFqRng4ZmZvSlNhemN4V0lucXJvcUxpOWIxNzkwcVhaZUdUcE5BVlBxdTh2THdtTmphMlZpazFqb2hTQWdJQ05JZkQ4WU8wclJmaTBQcWxaWnlua1hwZkVRV2VNL1pzdlBEY1UzRElkR1hSd3ltbGNQWlpaMkxidGw5UXVtV3JoVURuQjBYRUZPK3RLdHRnZGpZaGVvS3NyS3djaThYeVYyWU9CVkRZMU5SMDg1WXRXMlRLc3ZCWlV1Z0tuK1p3T05iYjdYWUR3SGdBbVhhN3ZiYXNyR3lsMmJtRThGVjkwN0l5TEt5OVNFUURzekxTOGVoRGN4QWJFMk4yTENGT0Nadk5odlRVRkt4ZFh3eVhxOHhQQWNOQ1FtTi9xSzB1YzVtZFRZanV6T2wwamxGS2ZVaEVNUUNXdDdXMVhibCsvWHI1ZXlWOG1oUzZ3cWZWMU5TNExSYkx6LzcrL2c2bDFEbEVORElxS3Fxd3ZMeTgxT3hzUXZpYXlKU1VJRHVzVHhQUmhTSEJ3WGo0d2RrWTVoeHFkaXdoVHFtdzBGREV4OFZpK1k4cjBOalVGQUVOTVFHUllWL1hWVlpLUjFnaGprRldWbGFHVXVwbElrcGw1dldlZGJuRlp1Y1M0bkNrMEJVK2IrL2V2ZTdBd01EdmJUWmJHaEZsYVpwMmFVeE16SGN1bDJ1bmJEc2t4RDd4OGZIK0RrZnc4d1NhRmhRWVNJOC9QQmNYbkhzT2lNanNhRUtjY24wVCtpRE9VK3kydExRT1ZteUpDdkt6ZmlWckNZVTRPcW1wcVJGMnUzMGVFWjNEekh1WWVVWitmdjUvek00bHhKR1FRbGQwQzlYVjFYcE1UTXc2SWhvR1lDQVJPVDBqdTdMdGtCQ0FpdWd6OEZHQ3VzdG10V296N3J3TjExeDFCWlJTWnVjU3doUkVoT1NrZ1FnUEM4UDN5MzhrWnM0a204Ty90ckxzYTdsQUtzU1J5YzdPN21PMzIvL0V6Rk1BTkJxR01idWdvT0JkMFhPOWNRQUFJQUJKUkVGVXMzTUpjYVNrMEJYZFJsbFpXVVZjWEZ3dWdJa0FVcFZTWXlJakk3OHVMeSt2TkR1YkVHYnFuNUkxamhROW9aUUt1bVRpQk15NGZUb2NEcnZac1lRd0ZSRWhhZUFBVkZSV29iaGtnMkp3YWtoNGRGRnRWZmttczdNSjRldFNVbExpYlRiYnF3Q3VBTkFNWUc1K2Z2NnJBQXl6c3dseHBPUnl2K2hXOHZMeTFnTTRFMEFoZ0NTcjFmcDlabWJtTVBtekxIcXIrUGhoL29yb1BnTEZaR1VPd2YwejcwSlFVS0Rac1lUd0NYNStEc3k0WXpxRzV6Z0JScGhTMnIwSkNVUEN6YzRsaEM5TFRVMk5DQWdJbUFkZ0loRTFNL09qTFMwdHJ3S1FmYWxGdHlJanVxTGJjYmxjZFhGeGNRVkVsQU5nb0ZJcUp5WW1Kcitzckd5bjJkbUVPTlhDNDJObWtxTHBkcnRkZS9PVitVanMzOC9zU0VMNGxLREFRR1NrcDJIUng1K1FXOWY3a1kzcWF5dkxscG1kU3doZmxKMmQzY2RtczcwQVlBcUFKbVorb3FhbTVvVk5temExbUoxTmlLTWxoYTdvbGx3dTE4Nm9xS2d2bFZLVEFhUXJwUzZJakl6OFFxWXhpOTRrSVNVank2TFVRcVdVOWU3YmJzR0VDODh6TzVJUVBpa3lNZ0thcGlIM3AxVUt3SmpBNEtpUDl1NHBMemM3bHhDK0pEMDl2Wi9WYXYyYlo0bFlFNEFaK2ZuNUw5ZlUxTFNablUySVl5SFRQVVYzeFlXRmhWc0JuQVdna0prVExCYkw4cXlzclBFQXJHYUhFK0praTAxT2p0S1U1VThBTEprWjZaaHkrV1N6SXduaDA2WmNkZ21HT2JNQndHS3hxd1VEQm1USUJ0TkNlT1RrNUNUYjdmYTNBSXp6VEZkK3JLV2w1ZTh5WFZsMFoxTG9pbTR0THk5dmw2N3J0d0ZZQVNCYzA3UTNjbkp5YmpRN2x4QW5HVm0xZ0VuRUdHV3pXakh0VjFNUkV4MWxkaVloZkZwNFdCaXUvOVZVQkFUNGd4Z2pEQWROa2M5QlFrQmxaMmRmQU9CZlJIUXVnQnBtZnJTbXBtYisrdlhyVzgwT0o4VHhrS25Mb3Rzckt5dmJFUmdZK0luZGJrOGxvak1BbkJNYkc5czNQRHo4cTRxS0Nya1NLWHFjQVFNeVlzaWkzaUdpcUxQUE9oTy92WGVHYkNVa3hHRzBiem0wZGwweE5tL2RaZ0ZUYW5CWTlDZTExZVY3ek00bWhFa29PenY3U3FYVTYwU1VCT0MvYnJmN2hvS0NnbmRrdXJMb0NhVFFGVDFDZFhWMVkzaDQrQ0pOMDZJQlpCUFJDS1hVd01qSXlCL0x5OHNiek00bnhBbVRubTRMMGJTM0ZLbFJ5VWtEOGNyOFB5RXdJTURzVkVKMEMwU0VFY056OE4zeUgxQzlweWFNaVByV1ZFWjhCTWhGVWRHN1pHVmxCY1RHeGw2bmxIb05RQ2lBVGN4OFUyRmhvZXcxTFhvTUtYUkZqMUZSVWFIMzZkTm5tV0VZVlVRMG1vaWNTcW5NNk9qb1V1bklMSHFLeExDNEs0blVndzY3VFQzODRPOHdOQ3ZEN0VoQ2RDc0JBUUhvRXhlUEpWOS9BMTAzQm9XRjA1YWFxcklDczNNSmNhcGtaMmYzVVVvOXBXbmF3MFJrSWFKL3RiYTIzbFJVVkxURzdHeENuRWhTNklvZVpmZnUzUzB1bDJ0MWJHenNNay9Yd0d4TjB5WkZSMGZYbDVXVjVjdFZTdEdkOWV1WEdhYnNhZ0VSOVIxNSttbTQ1WVpwOFBOem1CMUxpRzRuTWlJQ0d6YVZZc3ZXYllvSkF3TWl3ejZvcTZ4c01qdVhFQ2VicDhqOWgxSnFNak1yWm40UHdJekN3c0lkWm1jVDRrU1RRbGYwUkliTDVkb2VHeHY3blZJcWk1a0hLNlhPalkyTlZYRnhjZXRkTGxlajJRR0ZPQlpoY2JGVENlcDZxOVZpditXR2FSZyt6QWtpTWp1V0VOMk96V2FGMjYxaitRKzVhSE8zQlNsRDIxMWJWZmF6MmJtRU9GbUdEUnZtSHhjWE40bUl2Z1F3R01CZUFPL1UxTlRjV1ZKU3N0ZnNmRUtjRE5LOVJQUlkrZm41cTNSZG44TE0vNCtabXdFOFRFVHZlN29MeWtVZTBhMGtKaVk2QUhVdGc0TmlZbUl3Y2NJRlV1UUtjWXlJQ09lZU14YjkrdlVGR1A2azFGV0ppVU5Eek00bHhNbVFsWldWb092NlBHYitHNEJnSXNvM0RPT212THk4TzdadDI5WnNkajRoVGhZcGRFV1BWbEJRc0ZQVHRFY0IvSWFJeXBoNXJGTHFiMDZuODFxenN3bHhOQXhieUhDQXoxVkswY3k3YmtOUVlLRFprWVRvMW9JQ0EzRGJ6YitCVW9vQUhzMDIvVXl6TXdseG9tVm5aMStnYWRyM1Nxa2JpQ2lRaUQ1cmFtcTZyS0NnNEdOWnppVjZPaGtPRUwxR1JrWkdtdFZxZlpHSXptUm1CNEIvNmJyKy82eFdhOUhxMWF1bGpiN3dZZW0yeEZUckNpSnlabWRsNElPLy93VVdpOFhzVUVKMGUyNjNHMWRQdXhscjhndkFCdWR2MjFBd0FvRDhmeUM2dmV6czdENUVORTBwOVFBekJ4TFJEbVorTGk4djcwV3pzd2x4cXNqMFRkRnJsSmVYVi9yNyszOXN0OXNiQVF3Qk1FTFR0UEhNN0FnTURDeXNycTV1TVR1akVGM3BseHczZ1JUTnRGZ3NOSHZXUFVoTFRURTdraEE5Z2xJSzRXRmgrUFNMTDhITTBhRVIwV3RxcXNvM21KMUxpR09WbUpqb0dEQmd3QlNsMUJNQXBoR1JQNEJ2ZFYyL3Y2Q2c0RU1BaHRrWmhUaFZaT3F5NkZXMmJObFNtNWVYOTZ6YjdUNEx3RElBeVVUMGVGQlEwQnFuMHpuRzdIeENkTUdtV1dnNkVhbnNyQXdNYzJhYm5VZUlIaVU3Y3doR0RNc0JFU2xTNm00QVZyTXpDWEVzQmc0Y0dCSVdGdlpYSXZvTGdITUF0QnFHTVhQUG5qMFhGeFlXZmdQQWJYWkdJVTRsR2RFVnZSR1hsNWZ2Y2JsY2Y0K09qcTRrb3NGRWxBemdzcmk0dUlDb3FLanQ1ZVhsdGJKMlJmaUNoTlRNc3pUUUhacW1CVSs3ZGlyT0huVW1sSkpybEVLY0tBNkhIVTFOVGZoaHhVb1l1aDRZSEJXMXByYXlmSXZadVlRNFVvTUhENDVNU0VpNDJzL1BiekVSaldEbUZnRExBVXpQejgvL29LYW1SZ3BjMFN2SnB5WFJtN2tMQ2dvV0dJWnhuV0VZcjNzdS9NeTFXQ3dMblU3bnZSa1pHVEZtQnhTOW5yS3lPcHRCY1E0L0J5Nis4QUpvbWx5ZkZPSkUwalFONTQwZmg3RFFVREFvUWhuYWVCa0lFTjJFMWVsMFhoSVlHUGlHcG1rdkFZaGs1bUptL2wxalkrT2xlWGw1Mzh0RmU5R2J5VC9rb3JmanNyS3luUzZYYTBsMGRQU1BTcWt6QVdRUTBYaWwxSlZSVVZIYnlzdGx2Wll3UjBKQ2drUFovQjhtUllrVEw3b0FVeTY3eE94SVF2UklRWUdCMkx4MUs5WVZseWlBdEdEL3FIL1YxcGJMdGl2Q1p6bWR6dlQ0K1BpL0VkSDl6RHlFaUt3QTNtNW9hTGgyM2JwMTMxZFZWVW5mRWRIclNkZGxJVHBJVFUyTmNEZ2N2eU9peTRtb1B3REZ6SjhDK1BPZVBYdCtrdjNteEtuVU55MHJRMk5hUlVTT2YvM3pIVGl6TTgyT0pFU1BsVjlZaE11dm5nWXdON2ZwUEhiSHBzS2Z6TTRrUkVmcDZlazJwVlNTeFdLNWdZaHVJYUpRQU0zTW5BZmc4Ynk4dk0vTnppaUVMNUdweTBKMFVGSlNVcFdmbno4SHdHUm1mb0tacTRub0VnQWZoSVdGdlpXVmxUVmFaa0tJVTRVTWRUTVJPUVlPNkkrc2pIU3o0d2pSbzJVT1NjZkFBZjBCSW9lbTBYVm01eEdpbzR5TWpDU0h3L0dzeldiN1JDbjFXeUlLWk9ZZkRNTzRTU2wxaFJTNVFoeElQckFMMFFXWHkxWGhjcm1XaDRlSHY2TnBXZ3lBWVFDeWxWSlh4TVhGcFFRSEJ5K3ZxcXBxTkR1bjZNRVNFdnpDSEg3dkU4aDY1UldYNGV4Ukk4MU9KRVNQcHBSQ1pWVTFWdjY4QmdCU2F3TDk1a0dhK0FpVFpXVmxCY1RGeGQyamFkcTdSSFFXZ0FqRE1PcDBYWjlWVjFmM1FIRng4Yys3ZCsrdU56dW5FTDVJQ2wwaERvNHJLaXJxWFM3WDR1am82SlZLcWI1RUZBRmdwTTFtdXlzMk5qWTZPanA2ajZacGUrcnE2dHJNRGl0Nmx2NnhBeVlwUmRmNSsvdmpydHR1UnQrRVBtWkhFcUxIOC9mM3c3OC9YNEsyTnJjOVdMTVYxRmFWclRjN2sraDkwdFBUYlgzNjlCa1lHeHQ3dWFacGJ3RDRGUUFiZ0Y4QS9GOWpZK01WNjlldi8zN1BuajJ5RGxlSVE3Q1lIVUNJYmtBdkxDejhJaXNyYXhrUmpWSktYUTdnZWlLYVliRllwc2JFeFB3UUV4UHpUNlhVNTZ0WHI1WlJYbkZpRUU4QUNJT1NCa3FSSzhRcEVoc1RnN1NVd2ZoNVRUNElOQm5BaDJabkVyMEs1ZVRrbk1YTTF4RFJPQUNwek13QVNnRzhEZUR6dkx5OGRiSWZyaEJIUnRib0NuR0VDZ3NMR3dvS0NyNVVTdDNkM055Y0R1QTlaZzREY0RrUi9aMlpsMlZsWlYwakY1REU4WW9mUERoU2tSb0tBT2xwS1lpSmpqSTdraEM5UW5oWUtKelpXUUFBVWpRc0lXRkl1Tm1aUk84d1pNaVE3S0ZEaHk0RzhBV0FXd0drQXRnTDRMY0FSdVhsNVQyYmw1ZFhJRVd1RUVkT1BwQUxjWlJXcjE3ZEJtQTdnT3VjVG1jT005L3BXVGVUWmJGWTNuVTZuWThBK0R1QXIydHJhOWR2MmJLbDF1ek1vbnV4a2w4bUEzRldpd1hEYzV5dzJXeG1SeEtpVjdCYXJjak95b0NmbndOTmpjMlJsZ0J0aEtmd0VPS0V5OGpJU05JMExWc3BkUzJBaTRuSXpzd056UHdqZ0k5MjdOanhXa1ZGaGF5L0ZlSVlTYUVyeExFejh2THlmZ1p3ODlDaFEzT0k2QUlpbWdwZ0NJQkhBZHdhR2hyNjQ5Q2hRejlyYW1yNjE0WU5HK3JNRGl5NkJ5WmtLRUtNeldiRGlPRTVac2NSb2xmSnpzeEFZRUFBbXBxYXcyRFFVQ2wweFltVW5KeHNEd3dNSEttVXVwU1pSd0lZUWtRQnpOeG9HTWEvQWJ4akdFWnVZV0hoVGdCc2RsNGh1alBaUjFlSUUwZkx5c3B5S0tVdUphSS9FTkZnejlxYVZpSnFOZ3pqbWJhMnR0ZldyVnRYYlhaUTRic1NFaEw4dE1ESUZ4VGhsdE5QeThFLy8vYVcyWkdFNkhXdXUvRlcvTGhpSlF6dzN4dU01anNxNVVLbE9IN1d6TXpNS3kwV3kzMUVsTWJNRGlKU3pHd1EwV2R1dC92SnZYdjM1bS9idHEzWjdLQkM5QlF5b2l2RWlhTVhGaFkyQVBnSGdBK2NUdWQ0QU5jRE9JMlprNVJTVDludDlqazVPVG4vMFhWOU1ZQjhadDdvT1VjSUFBQUhCdnJUdmxrQkdIZjJhTFBqQ05FcmpSc3pHait1V0FrQ0JqdllFUXhBQ2wxeHRDeE9wN01QZ0dRaW1zak1VNGdvZ2ZmWkMyQ3RZUmhmNmJyKzk2S2lvaEt6d3dyUkUwbWhLOFRKMFpxWGwvZDVRa0xDMHNqSXlBd2lHczNNVXdFTUphSkxsVklUUE90OGkzSnljcGEzdHJZdVhydDI3V2F6UXdzZjRMYjVrV1Zmb2VzY21tMTJHaUY2cGF5TUllMkhnelRXZ3dIc05EZVI2QzVTVWxLQy9Qejh6aWFpQ3dBTUk2SWhBRUtJQ014Y3o4d2ZFTkZuQUZibDUrZHZOenV2RUQyWlRGMFc0aFRLek14TXRWZ3Nkd0tZUmtUQjdmZDdwampuR29ieHg3YTJ0ay9YcjEvZmFtNVNZWlorZ3pMTzB5eVdMNVZTV1B2ekQzQTRIR1pIRXFMWGFXNXVRY2J3TTJFWUJtQVlrN2R1S0Z4c2RpYmgyN0t5c3FLVlVnOFEwVFFpNnRTdG01a3JtSGxCZlgzOTA2V2xwYkwzclJDbmlJem9DbkVLZWFZbjNaMmFtdnFJbjUvZitRQXVBWkFPSUltSXpsUksvY3ZoY0d4MU9wMmZFdEZYcmEydDY5ZXVYYnNWZ0dGMmRuRnFLS1dOQjREa2dRT2t5QlhDSkE2SEhjbEpBN0Z4VXlrTW9qRUFwTkFWWHNPR0RiTzJ0cmIySmFKRVRkTkdBSmdFNEF3aWF0KzJzNG1aTnpKemtXZjk3UmRGUlVWN1RJNHRSSzhqaGE0UUppZ3BLYWtDOEU4QTcyZG1aZzYyV3EzWnpEeU9pTTVqNWdGRWREY3ozMmkxV3RjN25jNGlabDZoNi9veVdjZlQ4eEZ3SmdDa0RCNWtkaFFoZXJVaGFhbll1S2tVeERqTjdDekNOd3dkT2pRUndCakRNTTZ5V3EyWnpKeENSS0h0anpQelZnQkxtUGsvdXE0WDZicStSV1pvQ1dFZUtYU0ZNSmZoS1Y1TEFMd1B3RHAwNk5EelBCdkVuMDFFcHdFNGpZaHVWRXJCNlhUdUJQQi91cTcvdGJDd2NJUFo0Y1VKUjB6SUlBQ3BLVkxvQ21HbWpQUlUvSCtML3cwaXBKbWRSWmduUFQyOW44UGh1SUtacnlhaW5JNmZuVDNyYmhzQmZHSVl4bXNGQlFWTFpVc2dJWHlIck5FVndrZGxaR1FrV2EzV0tRREdBT2hIUlAwQUJPRi9hM28zQTFnS1lKbXU2eHMwVGZ0dlhsNWVPUUMzMmRuRnNZa2VrQkVUNExDNGlBaHZMSmlIYzhhZWJYWWtJWHF0bjM1ZWpXdC9NeDJHWWFDcGphSmRwWGtWWm1jU0o1WG1kRHBqQU1Rejh3QUFJNG5vYkFDWlJHVER2djk3RFFDVlJMUVZRSUZoR0Y4VDBkSzhQUG16SVlRdmtoRmRJWHlVcHd2ek04bkp5Zk1DQXdQN0FlZ0hJTnRUK0k0bW9tUUF5UUJ1c0ZnczVjejhYNmZUV1dvWXh2ZTZybisvZHUzYWpRQjBzNzhQY2VUc0Zrb0JnTERRVUVSR1JwZ2RSNGhlTFRJaUFtRmhvYWlxcW9ZRDduUUEzNW1kU1p4WUNRa0pmaEVSRWNPSTZFelBhTzFBQVBGRUZFMUUxdmJuTWZOT0FOOHg4N2NBMWl1bHRxNWV2YnBNK21jSTRkdWswQlhDeDNrNk5HN3lmSDBENE0vcDZlazJtODEyTGhGZEMyQUNFY1VSVVJ5QUVacW0vVW9weFRrNU9mOEY4SVZoR0o4QitDNC9QNy9HN085RkhKcFNOQWdBWXFLakVCd1VaSGFjdzFxN2RpMlNrNU03TmMzYXVuVXJ2di8rZTF4ODhjV0lqSXc4NEp5MzNub0xZOGFNUVhKeThpbE9lMmh2di8wMjFxeFpnNmlvS0VSR1J1TGFhNjlGYUdob3ArY3NXN1lNYTlhc1FWaFlHTUxDd25ENjZhY2pPanI2dU45N3g0NGRXTGx5SlJJVEU5Ry9mMzlFUkp5NGl4eHIxNjVGUkVRRTR1TGlEbmhzM3J4NUNBc0xPK2p2MWFHc1dyVUtmL25MWHhBZEhZMm9xQ2hjY01FRlIveDcydHJhaWxkZWVRWGg0ZUc0L3ZycmorcDlUeVYvUHovMGlZdERWVlUxREl0S2xVSzNaeGc0Y0dCSWNIRHdSQ0s2bklqR0F3ZzV5Rk9ybVBtZnpQeFdmbjUrL2ltT0tZUTRBYVRRRmFJYjhqUzMrQXpBWi9IeDhmNlJrWkhETEJiTFNHWjJFdEZnQUFPWXVTOFJUVmRLVFdmbTFweWNuSTNNWEVoRUJicXVid0t3czdtNWVjZUdEUnRjY2xYYU4zaEc2UkVWRlluQXdBQ3o0eHpXNnRXcmNjc3R0K0RDQ3kvRTdiZmZqdWpvYVBUdjN4K0xGaTNDYTYrOWhsdHZ2UlcvL3ZXdnZjL1B5OHZEeXkrL2pKZGZmaG1wcWFtWU5Ha1NycnJxS2lpbER2ayt4Nk9vcUFqLy9lOS9NV0hDaEVNK2IvZnUzY2pOelFVQTNISEhIUWNVdWRqWFJBN3Z2UE1PQU9EODg4L0hXV2VkaFVXTEZxRi8vLzdJenM2R3hYSnMvNlVXRkJUZ3lTZWZCRHhyL202Ly9YYmNkTk5OeC9SYSszdjIyV2V4YnQwNkRCOCtIQmRmZkRIT1BmZGMrUHY3ZXgvLzYxLy9pZ3N2dlBDb1g3ZTJ0aFkvL2ZRVEFHRGN1SEhvMjdmdkVaMjNZc1VLUFBQTU0vamxsMThBQUM2WEM3Tm16VHFwZndhT2xaK2ZIMkpqWTFDNGRoMElTREU3anpoeXljbko5cUNnb0ZobVRtRG1Qa1NVckpUS1p1WU1JaG9Jb0dOTCsyYlB2dmJiUFoyU1Y3dmQ3cC9XcmwxYmJPSzNJSVE0QWFUUUZhS2IyN1ZyVitPdVhidVdBVmdXSHgvdkh4VVZsY0RNZlpWU0tjdzhuSWh5aUNnRlFBWVJaUUQ0bFZLcUhrQ1p2NzkvbWRQcDNNWE1lY3k4dXFtcGFmWEdqUnNyemY2ZWVpK0tBd0IvZjMvWXJEYXp3eHpXdGRkZWk0OCsrZ2lMRnkvRzk5OS9qemZmZkJNREJnekF4SWtUOGVxcnIyTCsvUGtnSWt5Yk5nMEFzR2pSSXUrNVFVRkJHRFZxMUVrdGNJcUxpM0hYWFhlaHZyNGVsWldWM2h5SGs1Q1EwT1g5KzViRzc1T2VubzZ3c0REVTFkVmgrdlRwQ0EwTnhlelpzM0grK2VjZmRjNnlzakx2Y2YvKy9VOVlrYnRqeHc2c1c3Y09BUER6eno4aktDZ0ltWm1aR0RCZ0FBQmcrUERoMkxadEcySmlZbzdyZldKalkyRzMyNzIzOSs3ZGl6ZmVlQVBubkhNT3NyT3pvWlJDY1hFeFhuenhSVzl4M082OTk5NURXVmtabm5qaUNaL2JUc3Rxc1NBd1lOOEZKeUxFbTUxSEhOelFvVU5EQWFRVFVacW5tRTBDRUtPVWltSG1LQUIrKzY0ajdXdE53OHcxQUZZQXlBV3dDc0F1QUx0a3JhMFFQWXNVdWtMMElKNmlkeU9Balo1cHpnQ0FsSlNVSUQ4L3YvRkVkQ0dBQzRnb0VVQWdnQ1RzKzk5L0NnQUVCZ2JDNlhSdVp1WmNBTG02cmkrejJXd2xxMWV2YmpQeisrbzFHRkdnZlh0NFdxeSsrODh6TTRPSVlMRlljUDMxMStQSko1OUVUVTBONXMrZmorZWZmeDRqUjQ3RXE2KytDZ0Q0OE1NUE1XM2FORlJVVk9ETEw3OEVQQ09BVHo3NVpLZmlhSDlMbHk3Rmh4OStlRnc1eThyS1VGOWZEd0I0NFlVWDBOemNqT25UcHgvWGE3WnJINzJkTm0wYXZ2cnFLeFFYRjJQdTNMa1lQSGd3RWhNVGorcTFObXo0WHdQMXpNek1nejZ2dnI0ZU0yYk13TjEzM3cybjAzblkxMzMzM1hlOXh5RWhJWGo0NFljUjFHRksvSWdSSXpCMzdseXNXTEVDWjV4eHhsRmxQcFRXMWxhOCsrNjdlUGZkZHhFV0ZvYms1R1NzV3JVS2Ryc2RTVWxKNk5ldkh3WU1HSUNVbEJRTUhqd1kxZFhWblM0aStBcE4wK0RuNXltK21XTE56aU84VkhaMmRqS0FzNGhvdEZMcWJNKzJmQVRQcklpT09oUzNQd0pZb3V2NmtzTEN3cCs2Zm1raFJFL2l1NStraEJBbnpJWU5HK29BZk9UNVFsWldWb0ttYVpsRWxNbk02VVRVajVuN0FPaERSRW1lcStIWEthVmdHRWFEMCtuY1RrUWJtWGt6Z0ZKbWRoRlJXV3RyYTBWVFUxUEZsaTFiOXNxV0NzY3IyVTZLZ3dHQ3cyNkg5Umlud1o0S1AvendBNGdJbzBhTnd2bm5uKytkZHR0ZVZQYnIxOC83M1BZMXJQLzR4ei9nZHJ0eDQ0MDM0dmJiYjRkU0NqdDI3RUIrZmo0bVRweDR3SHVNSFRzV1k4ZU9QYTZjaXhZdDhtYkx5c3JDVlZkZDVYMXM0Y0tGcUsydHhhOSs5U3NFQkJ6Wk5QR094WmltYVlEblEvUVZWMXlCSjU1NEFzeU1pb3FLVG9WdWEydnJZWXU0dFd2WGVvK2RUaWRhV2xxNmZONWpqejJHZ29JQzNIYmJiWmc5ZXpZdXYvenlnNzVtYlcwdEZpOWU3TDE5MTExM2RTcHlBY0JtczJIczJMRjQrT0dIOGZlLy94MVJVVkdIekhrb0xTMHQrTTkvL29PTExycW8wLzMrL3Y2WU0yY09JaUlpRG5qL2RoMy92UGdTaTBXRG4zZVVtVU9CWVZaQUx2cWRBdGJCZ3dlSCtQbjV4VEJ6aktacE1VUTAwTE5uN1dCbUhnd2dsRHBVdEo1dGZsb0F1SWhvTndDWFlSamJpYWhJMS9XMUxTMHQ2ejMvRHdvaGVoSGYvU1FsaERocENnc0xkd0RZQWVCekFGcGFXbHEwM1c2UFllWVlwZFJBSWtwaDVoUUFhVVRVQjBDNloxb1lzTzlEUlIwelY5bnQ5bXFielZidGREcDNNdk5HSXRybzZVaTVTVWFCajA3OFlCVUVKdnUrRVYzSE1hLzNQQldxcTZ1eGN1VktqQm8xQ29HQmdianp6anRSVUZDQTIyKy9IUUFRSEJ5TUJRc1dZTjI2ZFpnOGVUSXFLeXV4Wk1rU3ZQRENDempyckxNQXo3VGE2ZE9ubzZ5c0RKV1ZsZmpOYjM3VDVYdTUzZi9iTGV0b2Z5Yk56YzNlNDlqWTJFN3Jiczg1NXh4Y2RORkYrUFRUVC9IODg4OGYwZXUxdHJaNmoyMjIvMDB0SHoxNk5DNjU1QkxFeHNaaStQRGhuYzU1L3ZubnNXdlhyb08rWmsxTkRWd3VsL2MxUC9ua0U3ejMzbnNIYlhMVi92TmJ2bnc1Um8wYWRkQnB4Mis5OVJhYW1wb0FBS05HalRwb1VYelZWVmZoMDA4L3hiMzMzb3VYWDM0WndjSEJoL2dKSE56OCtmUHgzbnZ2NFpkZmZzRVZWMXpodmQ5dXR4LzFDTGV2MERUdGY5T3BpV3g5VWh1Q2Q1YWc2bmhlTXprNU9UZzRPUGhNdDl1OXJMQ3dzT0VFUmUydXRLeXNyRGlsVkQ4QWlaNHQ5UG9EaUFjUVFrUVJBQ0tZT1JLQXRjUC9QOEMrQzAvMUFOWUNXTXZNNjVpNUZFQTVNMWUwdExSVWJ0aXdvVjR1d0FyUnUvbnVKeWtoeEttaUZ4Y1g3d2F3dTZzSEV4TVRRME5EUTRjUzBla0FSZ0FZVGtTaFJCVE56UEZFcERHelVrcDVyNjRiaG1FTUhUcDBtMUtxMkRDTTlnSzR1SzJ0cmFTNXVibkozOTlmMzd0M3IrN3Y3MitzWDc5ZWwyMlFBRnVyQ29RRGRpS0NuOE54d1BRN1g3Smt5UktzV2JNR2pZMk4zdnMwVGNQcnI3OSt3SFBiMTRpbXBhVmgwYUpGM25XNjI3ZHY5NjVOZmZIRkYxRmJXNHQ3N3JubmdQTy8vUEpMdlBUU1N5Z3JLME5BUUFEaTR1S1FsSlNFNGNPSFkvejQ4UWdKT1ZqRFZIZ0xQUUFIclArTWpJekU4T0hEc1hMbFN0eDExMTBZT25Ub1liL3Z0cmIvWGJ2cCtIcVJrWkdZT25VcVNrdExEL2g5bXoxNzlpRmZjOTY4ZWQ0UjNVc3Z2UlQzM1hjZjdybm5Idnp4ajMrRTFXbzk1TGtIczNQblRpeGN1QkR3RlBpUFBQTElRWitia1pHQjAwNDdEYXRXcmNMMDZkUHgwa3N2ZGRtQnVhbXBDYk5tellKaDdPdGJ0MmZQSHU5algzLzlOU29xOWkxdGZQMzExMzM2eis3UklDSTRISFlvUlRBTXRscllGZ3djZGFGclNVOVBkOWhzdGl5bDFPM01mRG1BdlpxbURRUFFFd3RkQlVBbEp5ZHJqWTJOV21ob3FHcHVidGFDZzRNSEdJYVJxbWxhR2pPbkVWR0twM0ZpbHd1em1kbGdaamNSNlVUVXpNeDdBR3hnNXRVQWZtYm1WUVVGQlp1a2tCVkNISW9VdWtLSVE5cTJiVnNOZ0tXZUwyRGY5TXA0QUlNQUpETnpFb0QrekJ4TlJORUFvb2tvMHRQWmNxQlM2dUwyODJ3Mkc2eFdheFVSN1FvTEM5dkp6THR6Y25KMkFmaXZydXQ3QU5ReWN3MHoxK3E2WHRQWTJGaXpiZHUyNW9PRzYwSElick16d1dKUkN2NytmbWJIT2FpRkN4ZGl4WW9WaUl5TXhKLy8vT2VqT3JlK3ZoNEJBUUVnSXR4MjIyM1l0bTBiQU9DODg4N0RtREZqdWp4bndvUUpPTys4OC9EaGh4L2kxVmRmUldscEtVcExTN0ZreVJMODZVOS93alhYWElOYmI3MjF5Nkt3WTZIcjUzZmd6N1M5MEhXNVhQajY2NjhQbS85Z2hXNWRYUjErOTd2ZlllZk9uZGl3WVFQdXZmZmVJMnF5VlZkWGg0OCsrZ2p3akZaZmQ5MTFzRnF0U0VsSndXT1BQWVpISG5uRU8wWDZTREV6bm5qaUNiUzF0U0V3TUJEejU4OUhlSGo0SWMrNTk5NTdjZTIxMTJMVHBrMjQrdXFyOGVTVFQrTDAwMC92OUJ3L1B6KzgvUExMM3R1MzNIS0w5L2pjYzgvRi9mZmY3NzFkV1ZtSjExNTc3YkJaNit2cjhlMjMzMkxTcEVsSDlUMmVTbjUrZnRBMEMzUzkxY0s2ZnFSL01iWHM3T3drVGRNeURNTVlxWlE2SDhBUUFKcG5pbTM5U1k1OU1sbUhEQmtTWkJoR2tOVnFEZEkwTGNnd2pDQ2xWSkJoR01GRUZFVkVNUUQ2QkFVRkpRQ0l0OXZ0OFVSa2IvODcwY1dGa0VZQWxaN3RmS284eDdzOFMyVzJHb2F4dWFHaFlidG5xejBoaERoaVV1Z0tJWTVhWGw3ZUxrK1h5dSt3cndPdFRTa1ZaclBad25WZGoyRG1NRTNUK25pMk9Fb0FrQUNnTDRDRTl1bG9SSlRaOFFPUHBtbk56RnpubVJaZFo3VmE2K3gyZTExWVdGZ3RNMWNUVVJVelZ4RlJOVE5YRzRaUnFaU3FibXRycTFxM2JsMU5kOThpU2RmZEZrVldwVFFGL3k2S01sL3d4aHR2ZUp0TXhjY2ZYUlBhYmR1MjRaNTc3a0ZtWmladXZ2bG0vUHp6ejNBNm5ianR0dHNPbU82N1A2dlZpbXV1dVFibm4zOCs1czJiaDg4Kyt3endURTMreTEvK2dwS1NFcnp3d2dzSEZJVWRSNXc3YnFuVHJ1UDMwSEdLTkFBOCtPQ0RxSzJ0N1hUZmxpMWJ2TWR2dnZtbXQxblc3dDI3c1hQblRzRFRBSXFaT3hWK0I3Tmd3UUxVMWUxYk5qaDkrblQwNmRNSDhEUzRtalJwRXVycjYvSDQ0NDhqTUREd3NLL1Y3b01QUHNES2xTc1JGQlNFK2ZQbkl5a3A2YkRucEtTazRNWWJiOFJiYjcyRlBYdjI0STQ3N3NDa1NaTnc5OTEzZDdtbnIyRVlLQ2twT2VKTUIvUHd3dzlqNmRLbDJMaHg0eEZmSERqVi9Cd09hSm9HSWlKRG8wTitac3JNekF6VE5HMENnQXM5SGU0SEVsRVFBR3BmcDkzZUwra1V4VDhxbVptWlljd2N6c3pobXFaRktLWENpU2lDbVNPSUtOeno3M1l3Z0FCbURnQVFBQ0JBS1JVQXdGOHA1VWRFQi8xTjlCVDR1d0M0QU94azVxM01YS3BwMmk2MzIxMERvTVl3akJyRE1QWjR0dEFUUW9qaklvV3VFT0s0ZVQ2VWxIbStEaWt0TFMzTzRYQU1KcUpVWmg3c2FTNlM2aGtKY0FBSUlLSjRBSnJuaTlxblJYZGNvOVgrb2RodXR5TW5KOGNOb01Jei9icTlDRzgvM3MzTXUzVmRkOVhYMTljcHBWalROTlkwamJGdkpJMHJLeXRaS2NVV2k0VXRGZ3RqMytneisvbjU4ZXJWcTlrelBZNDdUSk03NGRQbGRFVVdqVWhUeW5jTDNYLzg0eC9lNDhzdnZ4ekxsaTN6N2l0N09CczNia1I5ZlQxMjdOamVtR3diQUFBZ0FFbEVRVlNCM054Y0xGaXc0SUJSdzhPSmlJakE0NDgvN3UzYVhGTlRBd0RJemMzRjBxVkxNWDc4K0U3UGIyajQzOHpRcmdyZElVT0dJQ0VoQVhhN0hmSHg4VmkyYkpuM3NmWW1WaDA5OE1BRDNzN1JRNFlNd1FNUFBIQlUrVHZLemMzMUZzb1dpd1YrZm40b0tTbEJhbW9xd3NMQ01HUEdERHp6ekRPNDhzb3JNWGZ1WEl3ZVBmcXdyMWxRVUlBLy8vblBpSXlNeEVzdnZZUkJnd1lkVVJabVJsSlNFazQvL1hUdjlqK2ZmUElKdnZycUsxeHl5U1c0K2VhYk94VzhXN2R1N1hRUllmWHExZmpoaHg5dzVwbG5IakJhVjE1ZTN1WFBhZS9ldlZpeFlnWGd1VGpRM055TUJ4OTg4SWp5bmtvT1Q2RUxzTktVMnY4emt5VWxKY1hQWnJNNXJWYnJkR2FlUWtUMi9adVBkZEdNVERNTTQzREZMdTMzaFdIRGhsRlRVeE8xdHJZUzlsMmNvZGJXVmhVWkdVbHV0NXQwWFNkZDEwa3BaYlBiN2NHYXBrVXdjeGd6ZTR0V0lncHJMMXlaT1JSQUZJQndBT0VISzFJNy9wNHlNeE9SUVVRR00zZjhWUWV3bDVuTEFXejI3RW03aFlpMkdvYXhtWWkyNXVmbjF4ekZqMTRJSVk2YkZMcENpRk9xdzNyZzd6cmVIeDhmN3g4Ykd4dnY2ZjRjNTJsSUVnOGcwak42NE84WlFmRHYrRVZFL3A0OUV1TThYem43dnljUlFkTTBEZ2tKY1h2V2V6VUJhUFo4TmNYRXhIaHZNM01URVRWNWpwdWRUbWNUZ0NiUGVlMlBOek96enN5NjU0T2UzdUhEbjA1RWhtRVlCOXhXU25VNjFuWGRVRW9adXE0YlRhMUduemJEVUVvcCtBY2NXSlQ1Z252dXVRY2ZmL3d4THJqZ0F1OTAweU1wd0Y1NzdUV3NXYlBHZXpzeE1SRzZmdXpMc3M4NTV4eGtaV1ZoenB3NXlNdkxBenhkaHZmWDNnVWFucTJ6OXRldlh6OTgvUEhId0VFSzIvMVZWMWQ3anlzcmozMjc2YTFidDJMT25EbGdaamlkVGt5ZVBCbVBQdm9vbUJsWldWbDQ0b2tuY09XVlYyTGx5cFg0OXR0dk1YUG1UR1JsWmVIbW0yL0d5SkVqdXh6NTNMRmpCKzY3N3o2TUdERUNqenp5eUdHbks3ZHJuK3I4MFVjZjRheXp6a0phV2hxS2k0c0J6NGk1MiswK1lOcjMvbnZoaG9TRVlNYU1HY2pLeXNKVFR6M1ZxV2xZZEhRMGZ2LzczM3R2Ly92Zi84WXp6endEZURwclAvNzQ0NERuZ3BVdjh2Tnp3S0pwWUlZaUhWYlB0T1JVWnM1VVNwMU9ST2Q3OWluWDBFVlJ1MStSMkg1b0EzRHgwS0ZEOXlpbGxHRVlXdnV2bm5QOG1kbE9SQTRpY2pDemc1bnRobUU0YkRhYncyNjMyNW5ab1pRS1lPWkFBSUZLcVVBaUNnUVE2UGszOGFEMmIrclVoU2JQN0pwNlpxNERVQStnam9qcUFPdzFES09LaU1vTXc2Z0FVTjdlQUtxeHNiRkNwaGNMSVh5SkZMcENDSi9nMlFPNEZFRHBmZzlSWW1LaTNXS3gyUHo5L1IwQWJJWmgySzFXcTUyWmJicXUyelZOc3h1R0VRd2dTdE8wU01Nd0lqM3JoS004SFRzalBDTVhJUUNDUE5NSnUzU3dQUmpiai9mN2tLaDdCamtNQU8wakhjek1obWZFMk9COW4yNE5pOFhpUGRZMHpmdWM5bk1DRkpmc2JXV0xVcXJMOWFTKzRMTExMc05sbDExMlZPZDgvZlhYM2laVlo1eHhCbTY4OFVZTUd6YnN1TE5FUmtiaWxWZGV3V3V2dlFhYnpYYkFPcythbWhyczN2Mi8vbW9IMjlybWFMUVh1aGFMQmY3Ky9taHBhVG5xQXEyb3FBZ3paODVFZlgwOUpreVlnTi8vL3ZldzJXeG9iR3pFczg4K2k4TENRdHg3NzcxWXVIQWhubmppQ2Z6MnQ3L0Zqei8raU1MQ1FzeVlNUVBSMGRHNDhNSUxNWHIwYUdSbFpjRmlzYUMwdEJSLytNTWZjUHZ0dDJQZ3dJRUhOTURhdEdtVGQ0cDBWRlFVK3ZidDIrbng5bVpZeTVjdlIxcGFHa2FQSG8xbHk1Wmg0c1NKWFk2eWZ2Lzk5NTF1SnljbncyS3hJRGMzRjdmY2NndWVlKzQ1NzJNQkFRR2RSdE03cnFWV1NuVTUwdTVMMnFjdWc2RUNIRFRSNlhUT0JUQ0VpUG93czczanRPU09EdE9RSzBEVHRCZVltWmlaMUw0ckY2U1Uwcm82djR0L2R3NzZhMWM4Mis3c0JWRHJHWFd0VlVyVk12TmVUMStFdlVTMGg1a3JQVnZIMVRGemsyYzVTVk5yYTJ1enpXWnJycXVyYTVKQ1ZnalJuVWloSzRUd2RleHBTTlhzK2JCMlBMVGs1T1NBZ0lDQTlnWXF3Y3djNlBrMVNDa1ZhQmhHc0ZJcUVFQXdnUFpmZ3p3akpjSE1IT1M1MzlLKzNxN2pkbzc3M2FIYTcvTjhHRzYvZjc4dElBbWtzQk44Mk9tTTNVSnViaTVxYW1wZ0dBYWVldW9wWEhycHBiaisrdXRQK0RZelZxc1ZkOTExbC9mMnhvMGJzWHo1Y2l4YnRneGxaV1dkcGk1MzNGcm9XTFVYenJHeHNZaU1qTVRLbFN1UGFFUWJubld0SDM3NEllYk5tNGZ3OEhBODl0aGpHRFZxbFBmeHFWT25ZdG15WmNqTnpjWG16WnZSM053TWg4T0JlZlBtNGJubm5zTUhIM3dBZUtZQ3YvUE9PeWd1THNiOTk5K1BBUU1HSUM4dkQyKzk5WmIzQXNrYmI3elI2YjJ2dSs0Njd5anQxS2xUY2NNTk4zUjYvTnh6ei9WdW5mVEFBdzlneUpBaFdMUm9FYzQrKyt3RHZvLzYrbnJ2S0hwSDU1MTNIbkp6YzdGNzkyNTg4Y1VYM3Z0OXZaQTlIS1VVaUFCU0lMVnZ4RFFCUUd6NzV5ZFBjeW52ODl0dk0vUGhpbDF1N3pidk9aODk1M2RjSHNHZUMya0EwT1FaV1cxZzVnYWxWRDB6MXdEWTQrbGhVTjErck90Nk5SRlZFOUdlaG9hR1NpbE9oUkM5bFJTNlFvamVSQzh0TGQxN0FncG13Tk9FeTgvUHoxSmJXMnV4MiswV1RkTXNiVzF0bXFacEZxV1VSU2xsMFhWZEEyRFZORTBqSW91dTZ4WWk4bjRaaHFFUmthVzV6WWhrd3U4TncralVMYmc3K3ZUVFQvSDU1NThEK3pwMDQ4NDc3K3h5S3Uzamp6K09sSlFVWEhYVlZjZjBQZzBORFZpNWNpVisvUEZITEYrK0hPWGw1UWdORGNXMGFkTXdkZXJVVHFPOEI5dUdpSm54K2VlZkh6Qkt1VCtYeStYOWZVbEtTa0pDUWdLKytPS0xJeXAwaTRxSzhPYy8veG1OalkyNC8vNzdNWEhpeEU3NzhMYTc1NTU3b0pUQ0dXZWM0ZTNxckdrYTVzeVpnN1MwTk15ZlB4ODFOVFU0ODh3ejhjSUxMM2luTUY5NTVaV0hmUCtPSTl0ZHJkdHRIKzBGZ1A3OSt3T2VOZGhkK2ZUVFQrRjJ1eEVVRk5UcHZQVDBkRzloRnhZVzVyMi91eGU2VFUzTmNPczZtS0hYTlJydmJ5c3R2QzhySzh1cGFkcGtJa29Ea09acE9uWEFON3AvQWR6aHVJV1pwekh6TG1aMld5d1d0MkVZdW1FWWJnQnRTcW1XbHBhV0Zwdk4xbHhUVTlQY1d6clBDeUhFaVNhRnJoQkNIQ05QRTY0VDBoMDBJVFV6MHdxbEc0YUJ4c2J1WGVoMmxKV1YxV1dSKzhrbm4zaTMxdG02ZFN2dXYvLyt3MjZsdzh3b0tTbkJpaFVydk5ONTI3c2xoNGFHNHM0Nzc4VFZWMThOZjM5L3VOM3VUbnU5ZHBWaDVjcVZtRGR2SGpaczJIRFk2ZUpidDI3MUh1Zms1Q0FsSlFWUFAvMDBicnZ0dGdPbUFyZmJ0R2tUUHYvOGMxaXRWc3llUFJ1cHFha0hmZjNYWDM4ZGZuNStlUHp4eDdzc3lpZFBub3h4NDhiaGxWZGV3Y1NKRTQrNFEzRmpZNk8zYVJjUkhiQmZjRU5EZy9kbnFKUkNRRURBSVYvdlgvLzZGMkppWW5EVFRUZmhxYWVlOHQ0L2FOQWd2UC8rK3pBTW8xTmgzZFdldk4xSlUzTVRkRjBIRVF6RGlsWUFYRmhZdUFiQW1zVEVSRWRRVUZDODFXcE5CSEFPTTE4S0lJMkkxR0VhVW5GYlc5dFBhOWV1L2UrcC9uNkVFS0kza1VKWENDRjhnS2F6bXkya0d3Yjc3SWp1VzIrOWhjTEN3c00rYjhPR0RkN2piNzc1QnBzM2J6N2dPVC8vL0xQM2VPSENoYkJZTEpnMWE5WUJ6OXUxYXhkV3JseUpuMzc2Q1N0WHJ2UVdiZTJpb3FKdzNYWFg0WW9ycnVoVXJKYVZsWFVxTGpwMkRkNjFheGNlZSt3eHJGcTFDdkEweDhyS3lzTGl4WXNQK2oxMWJLYlZYdWo2K2ZsaHdZSUZlUHJwcDdzOFo5Q2dRWjFHVUl1TGk1R1dsb2JTMGxJOC9mVFRDQTBOUlZoWUdDWk1tSUFMTDd3UVYxNTVKVjUvL1hYTW1qVUxsMTU2cWZlOGlvb0tmUGZkZHhnN2R1d0I2MjhQcCtNMDR4RWpSaHpRbEt0amc2MlFrSkJEVHJmTnpjM0Y5dTNiOGVhYmI2S3M3TUFHNisxYkdiV3YrWVhuWjl1ZE5UYzNleHFua2FFYmVxYzlxRHdqclZzOFgvOEI4SWZzN094c3BkU05BSzcwYk1WamEyOVUxUUVkUWRkbElZUVF4MGtLWFNHRThBRzZ3VzBXc0dFWUJocDhkRVQzcHB0dU9xTG5QZlRRUTk2cHkrUEhqOGVNR1RPTytyM2VmUE5OZlB6eHg5aTFhMWVYanljbEplRzY2NjdEaEFrVE9uWDViZmZMTDc5NGp5TWpJenMxUVFvTEMrczBRanQzN3R4TzYwcTcwdDVwdUYrL2ZraExTd01SSVRzN0cxOTk5UlhPT3Vzc1RKdzQ4WkRudTkxdXpKOC9INis4OGdxYW1wcThCZWlnUVlNd2QrNWNFQkdtVEptQzk5NTd6enVxTzI3Y09NQlR6QmNYRitPWlo1N0J4SWtUY2RkZGQzVzV2MjFYdnZubUcrL3hsQ2xURG5pOHZMemNlM3lvMTNTNzNWaXdZQUgrK01jL0lqTXpzOHRDdDkzMjdkdTl4OW5aMlVlVTAxYzFOVFZEZCt0Z1pzUENkTGpaRzBaQlFVRWVnTHZqNCtOblIwZEhqd0J3cGxMcU5HYk9CdERmczRXUDVxc041NFFRb2lmeHZkM1poUkNpRnpLWVc4SGtOZ3dEVGMyK1dlaWVTa2xKU1YwV3VTTkhqc1JMTDcyRWhRc1g0cEpMTHVteXlBWFFhUlI1LzZuRmZuNSt1UFBPT3dGUDhYZTRMdERsNWVYZVprNVRwa3p4am5xT0dERUNBUEQwMDAranFLam9rSy94K2VlZlk5MjZkUWZjYjdGWXZLODNkZXBVNy8yTEZpM3lIcnZkYnN5ZVBSc3hNVEZZdkhneHJyMzJXbXpidHUyUTd3ZFA1K2tsUzVZQW5vS3p2WER1cU9QUE9EWTI5cUN2OWNNUFArRE9PKzg4b2pYSnBhWDdHcWVIaDRjZmNycDJkOURVdkcrTkxoSHBVRzFIdkZaMjE2NWRqZm41K1V2ejgvT2ZhbWxwdWNudGRrOW01dXVaK1o4QXFtUkVWd2doVGo0cGRJVVF3Z2VvVnFvSGNZdGhHR2hxYkRwZ1A4N2VadHk0Y1hBNm5ZQm5pNXFycnJvS2l4WXR3a3N2dllTUkkwY2U5dno4L0h6dmNYSnk4Z0dQVDVvMENVNm5FM2ZmZmZkaFgydmh3b1V3REFPUmtaR1lQSG15OS80TExyZ0FTaWswTlRYaHR0dHVPMkIvMlhZdWx3c3Z2dmppWWFlazkrdlh6MXRzdGplRmdtY2ZZcHZOaGx0dXVRWHdUR1Z1MzRmM1VGNTQ0UVUwTnpjaklDQUFEejMwVUpmVGtyZHMyZUk5VGtoSU9PaHJqUmt6NW9oKzdxMnRyZDdSNnNzdXUreHduWWQ5R2pPanVia0ZobUdBZ1RaM3ZYWk1UZXpXclZ0WFhWUlVWSlNmbi85dVhsN2VyOXh1ZDNKZVhwNnN6eFZDaUpOTUNsMGhoUEFCTzNhc3F3TlRNd0MwdExSNjFnWDJick5temNJbGwxeUNMNzc0QXJObnorNVUvQjFLVlZVVmNuTnp2YmVIREJseXdIT0lDSysrK3VvQmExYjMxOURRNEIxZGZmREJCenM5UHpvNkdtUEdqQUU4YXpsbnpKaUJCUXNXb0tYbGY3dTU1T2ZuNDllLy9qV3FxcW9RSHg5LzJPeC8rOXZmTUgvK2ZNeWNPUlB3Tk13cUtTa0JBRng4OGNYZWpzYWJObTNxdEJaNmY5OSsreTBXTDE0TVRkUHc5Tk5QWStEQWdWMCtyK05hNmZZMXRzZGo5ZXJWM3VMNldMdHArd3BkMTlIVTdCbkVaVzdkc1dQZENlbldYbGhZMkFEQU9CR3ZKWVFRNHVCa2phNFFRdmlHTm9CckFVSnpTd3ZhM082RFRzdjFKYXRXcmNLZVBYc1FHQmdJZjM5LzJPMTI3Tnk1MC92NDRUb3BIMHBhV2hvZWZ2amhRejVuOCtiTitPaWpqMUJiVzR1UWtCQllMQllzWGJvVXpaNENoWWdPT2hKNUpEL2ZlZlBtb2JhMkZsZGNjVVdYKzhyZWV1dXQrUGJiYndIUEZPTzMzMzRicTFhdHd0dHZ2NDFkdTNiaGpqdnU4QmErNTU5Ly9nSG5OelEwb0xHeDBmdHpDZ29Ld3ZEaHc2SHJPbXBxYXZEaWl5K0NtZEhTMGdLNzNZNlJJMGZpczg4K0F3RHZGa1Q3S3lvcXdrTVBQWVRBd0VBODk5eHpHREZpQkpxYm0vSGxsMS9DMzk4ZlFVRkJjRGdjV0w5K1BkYXZYKzg5Yi8rT3pNZmkvZmZmQndETW5EbXoyM2RjMW5YZCsrY0l3QjRBN2tPZklZUVF3cGY0L3Fjb0lZVG9KWmhRUVFCYVdscmdibk1EWGRjeFBtWFlzR0hZdkhrekZpMWFoQTgvL0JDRzBYbWc2bVFYTzBsSlNaZzFheFkyYk5pQWh4NTZxTk5VWEFBWU8zYnNNV2ZJemMzRm9rV0xjTkZGRngyMDIvR2dRWU53elRYWDRKLy8vQ2NBNEpwcnJzSE1tVE9obElMYjdVWnI2NzcrUlJrWkdkNW1YbmE3M1h2K0w3Lzhja1RyWG1mTm1vV1hYbm9KVTZkT1JWMWRIWEp5Y3Jyc2FMeHMyVExNbVRNSEF3WU13Sk5QUHVrZEJYYzRIQmc3ZGl5V0wxK09QLzd4andmOG5KS1Rrdzg2Nm51a3RtM2JodVhMbDJQeTVNbTQ3TExManV1MWZJR3U2MmhxOGhhNkxuUFRDQ0dFT0ZwUzZBb2hoSzh3ZURjVW9hR3hFYTF0SjJSNzNwTk9LWVZCZ3daaDl1elo2Tk9uRDU1Ly9ubnZZdzZIbzh0UjBKTWhKU1VGYytiTXdmVHAwNzMzSlNRa1lNNmNPVWY5V2tTRTR1Sml6SjA3RjdmZmZqdHV1dW1tUTY0MW5URmpCZ29MQzlIVTFJVDc3cnZQdThkdFltSWkzbm5uSGRUVTFHREVpQkhlRWVURXhFUkVSa2Fpc3JMeWlETkZSVVVCbm9KNTNyeDVCenp1ZHJ1OW5hcG56cHlKeXkrLy9JRFI5T0RnWUV5WU1BRm5uSEVHSmsyYTVCMnRQTmpXVGtmRE1Bdzg5dGhqbURScDBrSFhBM2MzYlcxdTFOZlhBd0FZdE1Qc1BFSUlJWTZPRkxwQ0NPRWpETkJtQmFDeXNncjE5UTJJQ0E4M085SlJtVHg1TXA1Ly9ubFlyVmFjZHRwcHVQWFdXeEVYRjNmSzNqODFOUlUybXcxeGNYRVlNMllNYnJqaEJnUUhCeC9SdVVTRXNMQXdqQnMzRGlrcEtYanV1ZWZ3NG9zdklpTWo0N0RuMm13MkxGaXdBTG01dWQ0aXQxMTZlbnFYejMvMzNYZngzWGZmd2VWeW9iVzF0Vk5qS2FVVUxCWUwvUDM5RVJFUmdjR0RCeCt5ZTNGOWZUMmVlZVlaWkdkbjQ2T1BQdW8wWXR5VjhQQndKQ1VsWWZmdTNjak96c1pOTjkyRXRMUzB3MzZmKzNNNEhFaExTOE41NTUySDc3NzdEcGRlZWlrdXVlU1N3NTVuc1ZqUXIxKy9McWR5KzVLbTVtYTR5dlp0djhUUU41bWRSd2doeE5IcC9wZGNoUkNpaCtpWE1tU1VwcXpMSXlQQzhmYXJMeUZqeU5FWEgyWnp1VnlJam80K29PRHJicGk1UjR4S2ltTzNaZXMyWFBPYlcxQlJVUW0zYnB6OTM0MkZ5OHpPSklRUTRzaDE3MDhpUWdqUmcraWtsd0JBVmZVZWxCL0Z0RlpmRWhzYjIrMkxYSGhHZUVYdlZsRlZoYXFxYWdBQU5mTmFzL01JSVlRNE90My8wNGdRUXZRUU8wdEtxc0Jjd2N6WVZMclo3RGhDOUdyRnhSdjM3YUhMWFA3TEwwVjd6TTRqaEJEaTZFaWhLNFFRUG9TQmRRQlFYTExSN0NoQzlHcHJ2VnN2Y2JISlVZUVFRaHdES1hTRkVNS0hNR001QUt3djJXQjJGQ0Y2dGNLMW5rS1g2U2V6c3dnaGhEaDZVdWdLSVlRUFljUDREZ0MyYnR1TzV1WVdzK01JMFNzMU5qWmk2N2J0QUFBZC9JUFplWVFRUWh3OUtYU0ZFTUtINkV3bERONmo2enJ5QzR2TWppTkVyMVMwcmhpNnJnT012YVRycFdibkVVSUljZlNrMEJWQ0NCOUNkcjJSR09zQjRPZlZlV2JIRWFKWHlpc29CQUF3Y1ltaExMVm01eEZDQ0hIMHBOQVZRZ2hmVWx2YkJFSUpBSHo3L1hLejB3alJLLzJRNjFtV3kxemFhRFRVbVoxSENDSEUwWk5DVndnaGZNaU9IVHVhMmVBaVp1Z2JOcFZpeDg1ZFprY1NvbGZadFhzM05tNHFCVE4wQnRaVmw1YnVOVHVURUVLSW95ZUZyaEJDK0JabW9BaEFXV3RySzM1YXRkcnNQRUwwS25rRlJhaXZid0FCMVRCWTFnOElJVVEzSllXdUVFTDRtS1pXWXgzQXU5MXVOL0lMaTlEYTJtcDJKQ0Y2aFRhM0cydlhGYU9wdVJrTXJtN1EzUGxtWnhKQ0NIRnNwTkFWUWdnZlU3NTFiUmt6aWdGZ2ZYRUp5aXNxelk0a1JLK3daMC9OL3hwUmdkZFdGaGZ2Tmp1VEVFS0lZeU9GcmhCQytDQUdmd3dBR3padGxuVzZRcHdpTGxjWjFoV1hBQUFNQXgrYW5VY0lJY1N4azBKWENDRjhVR1BWcmlVTWJteHNiRVR1VHl2TmppTkVyN0RzaDF3ME5EVENZSzV2cXQ3MXFkbDVoQkJDSERzcGRJVVF3Z2RWVmxiV0FYZ0hBTDc4NWxzWWhtRjJKQ0Y2Tk1NdzhPbVNMejIzK0orZXY0TkNDQ0c2S1NsMGhSRENSK2xvWGNETXpSczJsbUpkOFFhejR3alJvNVZzMklTU0RadkFqQ1pkeDF0bTV4RkNDSEY4cE5BVlFnZ2Z4WFYxbTRud013QjhzT2dqcytNSTBhTXQrdmdUenhFWG9rbmZaSEljSVlRUXgwa0tYU0dFOEZFN2R1eG9OZ3dzWVdiams4KytRR1ZsbGRtUmhPaVJxdmZzd2VkZmZnTm1Oa0Q0YnNlT2RiVm1aeEpDQ0hGOHBOQVZRZ2pmeGN4WVNrUTc2dXNiOFBHbm44dGFYU0ZPTU1NdzhQbVgzNkNxdWdwRXFHQ0Rsd0RRemM0bGhCRGkrRWloSzRRUVB1d1hvMkVWTS9KMVhjYzMzMzZIOHZJS3N5TUowYVBzcWFuQlY5OThpOWJXTmhqTVJkdjF4aC9NemlTRUVPTDRTYUVyaEJDK3JMUzB4WUQ3RFdZMlZ1ZmxvM0RkT3JNVENkR2psR3pZaEI5WC9BUm1Oc2hRQzFCYTJtSjJKaUdFRU1kUENsMGhoUEJ4djVTcy9RS0VWVzF0YnJ6eDlqdlFkWmxWS2NTSjRIYTc4Y0tDVitGMjZ3Q3dldHZHL0grYm5Va0lJY1NKSVlXdUVFTDRQcmU3VFovRHpFWmVRUkcrL09aYnMvTUkwU044OCszM1dKMVhBR2JvYkJpUEFIQ2JuVWtJSWNTSklZV3VFRUowQXhaMy9RcG0vbGJYZFg3MlQvUFIxTlJrZGlRaC92LzI3ajY0cnJyTzQvam5kMjd1UTlLa1NkUFN0TEgwaWREU0oxckVsb0tBaUEvZGRSWjF4bkhkY1dkblhKMWRYWGRYbVZXWkZmRUJBUUVCRWRFUmRSVUZnUkVzQ0NvTGxDY3BiU21GbGo2bFNacTBTWnUwU2RNODNudHpuODQ1My8yamhkSGRkUUJwZS9Md2ZzM2NPYm4zbnR4ODd2MGo5M3pPNzV6ZkdkTnkrYnh1LytHUEZZYWh5V21ESzhZMlJwMEpBSERpVUhRQllBeG9iMi9QbTdsZk9MbmhROTNkK3Uyamo4dk1vbzRGakVsbXBzZldQYVgyamdOeVRsbVozZHZlL2dxWEZBS0FjWVNpQ3dCamhLL2NmNGV5M2FWU1NZK3RlMHBEdzhOUlJ3TEdwR3cycTNWUFBxT1JYRTVtYmwvZTl4NlV4SjRqQUJoSEtMb0FNRVljYW1rNTZvVzZ3MHpCcHMxYjlPS1dyVkZIQXNhazdUdDM2OW4xRzQ2ZG0ydDJXM2ZyTnE3YkJRRGpERVVYQU1hUS9XSDJmamw3c0ZBbzZLYnYzcTd1bnA2b0l3RmpTbS92VVYxei9VM0s1L09TN0pHTzV0SXZvODRFQURqeFlsRUhBQUM4Q2YzOXdhU2F1azJlcDhzR0JnZW5IampZcVErc2VaODhqLzJXd09zSncxQlhYWDJ0Tm03ZUlqTjFLQXovY2JCdk4zdUxBR0Fjb3VnQ3dCaVQ3dTlKVjlmVzVlUzBwdlBRb2JJNXMwL1hnb1lHT2VlaWpnYU1XbWFteDU5OFdqLzUyVjBxbGtvbGhYWnRlOHVPUnprM0Z3REdKNFlBQUdEc3NVSTQ4ckNrNTRyRmt1Njg2MTUxOTNSSG5Ra1kxZnI2K25YblhmY3FrODNLVEMrcFdMcFBVaGgxTGdEQXlVSFJCWUF4cUx1MXRkY1BkWldaZ3QxN21yVDJONytMT2hJd3FxMTkrSGZhdG4zSHNRbW9TdjRYMjlzYjJUc0VBT01ZaHk0RHdCZzEzTmZUTmJsMnVqUFRSVnRmZWNYN3EvZTlSN1cxVTZLT0JZdzZlOXYyNmZOZi9FOFZpMzdnWEhoRGU4dk9YMFNkQ1FCd2NqR2lDd0JqV0dGSU4wdjJaTEZZMHVWWFhLbURuVjFSUndKR2xhNnVRN3JpeXErclVDaktPWHUyT0Z5OE5lcE1BSUNUanhGZEFCakRzdG1lVXMzVXVxTk9iczNSdnY1SncrbTBWcTk2aDVMSlpOVFJnTWpsY2puZGV2c1A5ZlFmbmxObzRhQ0M4Q3NIMnh0ZmlUb1hBT0RrbytnQ3dCZzMyTmV6djNwYTNla3luYnUzYlo4M3RYYUtsaTlieWl6TW1ORENNTlNqajYvVGQ3OS9oM3pmRDgzY1BSMHRPNzdEQkZRQU1ERlFkQUZnN0xPRW03bytYdUdtaDJINDltM2JkN3I2bVRPMGNNR1psRjFNU0dhbVJ4OWZwNjllL1MzbGNybFFjci9NRDRiL25zMzJGS0xPQmdBNE5TaTZBREFPakl6MEZxdFMwelo0Q1c5eHNWUmErTkxXYlZxeVpKRm16NW9WZFRUZ2xIdnhwYTM2NnRYWHFhOS9RQ2I5M3VWTG4rdnEyalVRZFM0QXdLbEQwUVdBY1dKNHVEZFhYVlBYTEU4WDV2TDU2UjBkQjdScTVibXFxYTZPT2hwd3luUjFIZEkxTjl5aXB1WVdtYWtqQ094ekIvYnRhbzQ2RndEZzFLTG9Bc0E0TXRUZmM3aTZkdnArNTd6THVvOGNTUjQ2M0szM3Z2dGRpc2ZMb280R25IUzVmRjdmdU81R1BmUGNlcG5aa0VtZlBkaXk0OG1vY3dFQVRqMktMZ0NNTTBOOVIvWlZuVmEzejVsZDF0NXhvS3pueUJGZGVzbkY4anl1S0lmeHl3OENYWGZqTFhydzRkL0pMQ3lHb2Y3bFFQUDIrNlBPQlFDSUJrVVhBTVlmR3o3YTAxUXpyUzRtc3d1YTk3YkZ3akRVaXJPWE1iS0xjU21mTCtoSFAvMjVmbjczUGZKOXYyU2h2dHNSWnIrdi9uNC82bXdBZ0doUWRBRmdmTEprZFYxakxLYXBNcDI3dTdGSjZXeEdxMWV1VkN6R3YzNk1IOFZpVWJmOTRFZTY4NjU3bE04WEpPayt5eFd2R2RyZk1oaDFOZ0JBZE5qYUFZQnhLanZRazYydW1QNjhTN2pUU2lYL25OMk5lOVIxNkxBdXZ2QUNsWlV4c291eHIxQW82dXB2M2FoNzcxK3JmRDR2ays0cUJybi82TnpYZkNUcWJBQ0FhRkYwQVdBY0d4bzZraDg4T3ZXeG10TzgwMEkvT0x1cHBUWFdQemlnYzg5Wm9WUXlHWFU4NEMrV3lXUjB5L2Urci92dVh5dmZMeFZEczUvbEIreHozUWNhaDZMT0JnQ0lIa1VYQU1hOTNxQ2l0bnB6VEhIUHpON1pzcmZWSFRuU3EvUFBXNlZFSWhGMU9PQk5TNmN6dXY3bVcvWEEydCtvV0NxWlNkOHIrQ1BmN0RtNGg4T1ZBUUFTUlJjQUpvWjBYOTlJc3F4dVU3emNGWU1nZUZmTDNqYjN5bzVkdXZTU2k1UktwYUtPQjd4aHcrbTBQditGTCt1eGRVK3BXQ3FGa2wwejB1ZC82MGhuTXlVWEFQQWFpaTRBVEJEWmJFOXA4R2pQaHBwcE14V2FyZXJzN0lwM0hEeW9kNXl6UXBXVms2S09CN3l1M3Q2anV2YUdXL1RFazA4cENNTzg1RzV1OTdQWGpuUTI1NkxPQmdBWVhTaTZBREN4aFBIcHRTOGxRNWVWYzVmczI5OFIyOVc0UnpObnpOQ3N0OVhMT1JkMVB1RC9NRE85OE9JV1hmZnQ3K2pKWi80Z3M3Qm9adGVrZyt4M2NxMnRJMUhuQXdDTVBoUmRBSmhnUm5wN2l6VlY1VnY5ZVBJVlo3YW1xK3R3NmcvUGIxUkZSYmtXTFZ6QTVZY3dxcFJLSmYzNm9ZZjFqZXUrclQzTkxRb3RIRlFRZktxam1MNHp0MjlmTnVwOEFJRFJpYTBaQUppQUJnY0gvZUdqUFUyVGErdGVjcDU3eDhqSXlMU05MN3pvZ2lEUTBpV0xsR1NTS293QzZVeEdkOTU5cjI2ODVYc2FHaDQyNTF5cnlYMjZvM25IUXhvYzlLUE9Cd0FZdlNpNkFEQ0JEZlgxN0srZU11MFpGL01xd2lCWXN1WGxiY2NPWlo1WnAvcVpNemlVR1pFSXcxQXZiM3RGMTF4L2srNzkxVm9GdmwrVTdCNWY0ZVVIbTNZOEgzVStBTURvUjlFRmdBbHVxUC9JMFdTczdxbXlsSEl5clRwd3NETzVlY3ZMZXR2YjZ0VXdmMTdVOFRBQlBidCtnNzd5OVd1MWZlZHVtU3dyMlkwWkszeXR1N254WU5UWkFBQmpBMFVYQVBEcWpNelAxMHlwYTNkT0Z3ME5weXNlVy9lVVN5VGlhamhqdmhLSkJLTzdPS25NVE1QcHRPNis5MWY2MHBWZjArRFFrRG01bzZIczhvNm1IYmVOOVBVVm84NElBQmc3S0xvQWdOY005dmZzcXA1eTJ1L2xlVE5sWWNPR1RTL0d0bXpkcHFxcVNwMHhmeDVsRnlkRkdJWjY4dWxuZGMzMU4rdit0UTlKVWtuT2ZsY0svVTkyTnU5NlBPcDhBSUN4aDZJTEFQZ1RRLzFIanBiWFZEMFQ4K0toYys2aXc5MDkydkRDWnUzYzFhZ1Z5NWRwY2xWVjFCRXhqaHp1N3RIWHZubTlmbnJYTDlXMmI3OGtLVFRkbWlzRVYzYTM3VzZMT2g4QVlHeGkxendBNE0rYWUrYmlGUlpML01TVG5TM25FdlV6WitqcXE3NnNDODVmcGZKVUt1cDRHTU55dWJ5MnZMeFZYNy9tZW5VYzdKU2trcG50a20rZmJXL2Q4VUxVK1FBQVl4c2p1Z0NBUHduZ2p2MEFBQWxvU1VSQlZHdXd2N2Q3VW1MeVExNHkzdWVjVzVqT1pHcldQZldNMmpzT3FLYW1XblYxMHhYenZLaGpZZ3p4ZlY4dmJkMm0yMzV3aDI3N3dSM3E2eCtRbVhVbzFFM1pRdWxMaC9idGFvbzZJd0JnN0dORUZ3RHdScFROT21QSjNMSjQvQ29uKzdpY2k5ZE5uNjYvL2NpSGRmbS9mWVp6ZC9HR21KbSsvOE9mNkw0SEhsUjNUNCtPaitLdXRTRDRac2ZlWFhzbGNXMWNBTUFKd1pZSkFPRE5pTTg5YTlrbjVieHZ5TnhwemlrMmYrNGNYZkdGeit1OGxlZXFldkxrcVBOaGxERXpwZE1admZqU1Z0MTgyKzFxMmRzbU13WE8yZEhBMTNVSDltNi9RMUlwNnB3QWdQR0ZvZ3NBZU5QbW5yVmliaWo3dE9mY1I1MTBSaUtSMERuTHo5WmxIMWlqUzk5OXNXWk1ueDUxUkl3Q1I0NzA2dWsvck5kdkgzMU1XN2R0VjZGWWxKbTFtK3pYUWJIMDQ4NTllL1pHblJFQU1ENVJkQUVBZjVtR2h1UzhXR3l1ZWNuUFNPNmZuTnlrVkRLcGhvYjUrdnVQZlZRZitmQmxLaXNyaXpvbElyTDJvVWQwOTMzM3E2VzFUZmw4WG1hV2RkTFB3eUQ0UVVjcHMxL3Q3Zm1vTXdJQXhpK0tMZ0RnTFp0NTV0SkZ5VmpzT2lkM3Fja21PK2ZjZ2pNYjlPVXZYcTYzcjFpdXlzcEpuTWM3QWFRekdXM2J2bE0zM0hTcm1scjJ5c3pNeVExTHRyNFkrbGQxdGV6ZUhuVkdBTURFd0ZZSEFPQkVpYzllY1BiRnp0UEhuSE1mbEdsNktwVnlLODg5Uis5OTl5VzY2SjJyTlh2MjZjelNQTTZFWWFnRG5WM2FzUEVGclh2NldiMzQwdFpYUjNCN3pld1I1OXdEN1UxbFQwc3ZjeDR1QU9DVW9lZ0NBRTZvdXJxekp5VnF3a1dlaTEzdTVQN09PY1dTeVlSbTFOWHAvUE5XNmhQLzhIRXRhRGdqNnBnNEFWcGEyM1QzdmIvU2hrMmJkYmk3VzRWQ1VXWUs1T3hCUHlqZFhCaFFZMjl2WXlicW5BQ0FpWWVpQ3dBNGFlWTBuUDEyRjNOWHlOTzduRlFydVlRa3ZmUDg4L1RwVDMxQ2l4Y3QxT1NxS3M3bEhTTjgzMWM2azFGVDgxNzk2TC91MUhNYk5oMS94b295TnhqS25nOEMrM2JuM2gyYkk0NEtBSmpnS0xvQWdKUE56VjJ3YktHY1d5UHAvZkxjSlU2dUloYUw2YXlGWityQzgxZnJ3Z3RXYStXNTV5aVJTRVNkRmY4UDMvZTE1ZVd0V3IvaEJXM1l0Rm1OVGMwS2drQXlLNWowckVsUG1PODlkcUIxMng1SkZuVmVBQUFvdWdDQVU4V3JYN0NnTnVZbjVub0o3NTg5ZVIrVDAyVFA4elJsU28xbTFkZnJ2ZSs1UkgvejErL1g3Rm16bUx4cUZPanNPcVRmUHZxWTFqMzFqRHE3RHFsL1lGQmhHRXBtR1pNZThBdTZ3NDlsOTNlM3R2WkpDcVBPQ3dEQXE5aUtBQUJFb203TzJmTlNTZmV2THVZK0t0TnBrcVdjYzg3elBDMWZ0bFFmdXV3RHV2RDgxWm8ydFZZVkZlVWMzbnlTK2I2dmtWeE9Bd09EMnJCcHN4NTY1UGZhdG4zSHNXSXJ5Y3p5emxtdmhlNGgzL2R2NzJ6YjNScDFaZ0FBL2h5S0xnQWdVdFBuTGEyYmxQTFdoS1lMbmR3cUo1MGw1NUtTVkZWWnFjV0xGbXI1c2lWYXRtU0pWaXhmcXZxWk14bnRQVUhNVEllN2UvVEtqcDNhc2F0Uk8zZnQxdTdHSmcybjA2K3VVWlNwMlp5MnlOejZ3SEpQSEd4dVBoUnhiQUFBWGhkYkNnQ0FVYUcrdnI1Q3FacHBaYkhFUWhlekQzcE9INUxjNlpMa25GUGxwRW1xcloyaWVYUG5hUFdxZCtpQzFhdTArS3lGOHJoYzBac1NocUdhVy9acTQrWXQyclI1aTlyMjdkZkF3S0RTbVl6TWpwMWVhMlpkTXYxV1RyOHBGa3Q3Z214WlgwL1BqbXpVMlFFQWVLTW91Z0NBMGFtaElUbmJsVi9reGR3blRlNGlUMjZ5eVNxZGM2ODEyNmxUYTNYaDZ2TjA4VVVYNk54elZxaXljcExLVXlrbGs4a0pYNEJETXhYeUJlWHlPV1V6V1czZHZrUFBQYjlSejI5NlFiMjlmYSt0WjJibTVOS2hiTmc1YmZSRHU3T3NNUHhzZTN0N1B0STNBQURBVzBEUkJRQ01ldlVMRmt5TEs3blNlZDVLbVJiTHViTWtXK2ljUzcyNlRpcVYxTHc1YzNURy9IbWFOMitPWnRYWHEzN21ETTJjVWFlWk0rcVVTcVhHN1NIUFpxWkNvYUREM1QwNmRMajcrUEt3MnZidFY5dStkdTN2NkZBdWwvL2o5UXRPYWpHbkpwazFtdk8yNUl2cExUMXRiVWNpZlNNQUFKd2c0L01iSHdBd1hya3A4K2RQTGxlcTJwVzVLV1d4MkRzOTA2VW03eExuTlBXMWxaeFRLcFZTUlhtNUtzckxWVms1U2FlZlBrdUx6MXFnSllzWGFkSENCYXFmT1NQYWQvSVdkWGYzcUxHNVJic2I5MmhQVTRzNkRoeFVKcHZWU0M2bjNFaE91WHordFVPUkpjbGtnd3IxYk9qMGRCQ1Uxb2UrRGVRc056VFkzajdFSllFQUFPTU5SUmNBTUI2NGVRdVdyNVRUR2ptdGtUUkhjaWs1UzBwS21pbnUvdGR3YmsxMXRaWXVXYVRseTVacTJkTEZhcGcvVCtYbDVZckZZb3JGWWlvN3ZvekZ2TmNlOHp6dmhJOEttNWxDTXdXK3J5QUlGUVNCZ2lDUWYzd1pCSUh5K2J4YTIvWnI1KzVHYmQrNVM3c2JtOVEvTVBDL1g4ZWNjNzdNOHBJcm1LeGdjZ2VjOUlTVi9DYzYyblp0UEtIQkFRQVl4U2k2QUlCeFo5YXNKYlZsNWZIWnpndG5oNTVtdWRETmtYT3puR3lPcERrbU45TTV4Zjc0ZHp6UDA2U0tDbFZXVmFxcXNsSlZsWk5VVlZtbHlzcEp4MzZ1cWxJcWxWSWlIbGM4RVQrMi9KTmJtZUx4WTQ4bkVuR1pTYVZTU2NWU1NhVlNTYVdTTDk4dnFWaDg5ZjZ4NTRyRmt2S0Z2Tkxwak5LWmpES1pyTkxwdE5LWnJES1pqTkxwakxJakk2OWQ1dWRWWmhaS09peTVEa2tkNXNKT21Uc1FXbmpRQzl6QmtwYy9jS2lsNWVpcC91d0JBQmdOS0xvQWdJbWdyTGFob2FJcUhwOFVGRlRwNHJGcU9iYzBabTZGbk02UjNETG4zSlEzOGtMT09jVTg3OWpvcnVjcGRuenBlVTZlNThsem5yeVlKNWtVV3Fnd2ZQVm1zdkNQN2x1b01BZ1YyaHM3YXRoQ0d6UnBsM1BhYXFidG9ZSWQ1cFVOdVRDWHpRWkJwcisxZFVTUy8xWS9LQUFBeGdPS0xnQUFrcWJNbjErZGlsWFVKN3pZak5DenVsam96VENGOWM2cFRuSXpKSnNwdWFwanN6NmJNNU1uT1Nkbm5wT2NqdDgzWjk0ZmZiK2FNeGRLWm5JS1RUSWR2KytjUXNuWjhaSFp0S1J1TSt1VzFDM251cDNzc0pucnRzRHZHZmF6aHppWEZnQ0FONDZpQ3dEQUcrZHA3dHhFYlZsWkl1VjVpVmpPSmNvcXZYaXhrRWpHdkZMY0taNEluQ1djVTBLU3pGU01tU3VhU3NVZ2pKY1N5V0xCejRTbG9OeUtPZDh2RFlSaFFlM3RSVW5oNi85cE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ppdy9nZWhSSzQyU082U2l3QUFBQUJKUlU1RXJrSmdnZz09IiwKCSJUaGVtZSIgOiAiIiwKCSJUeXBlIiA6ICJmbG93IiwKCSJVc2VySWQiIDogIjUyMTI2MzU0MiIsCgkiVmVyc2lvbiIgOiAiMTIiCn0K"/>
    </extobj>
    <extobj name="ECB019B1-382A-4266-B25C-5B523AA43C14-6">
      <extobjdata type="ECB019B1-382A-4266-B25C-5B523AA43C14" data="ewoJIkZpbGVJZCIgOiAiNDk1MjkzODIyOTk5IiwKCSJHcm91cElkIiA6ICI2NzkxOTgzNjEiLAoJIkltYWdlIiA6ICJpVkJPUncwS0dnb0FBQUFOU1VoRVVnQUFCZTRBQUFJaUNBWUFBQUMrREZpR0FBQUFBWE5TUjBJQXJzNGM2UUFBSUFCSlJFRlVlSnpzblhsNEZGWDIvdDlUblpBUTlyQzVJS0tpWUlTa3E2THpkZGR4ZDl3VnQ1RlJ4MTFSUk1VTmR4UUJGUlVWUmNWZFJ3VVhWTkFaOXcyM01WMmRvQWlLQ2dnb084aVdoSFNkM3g5NUs3bTBBVUZ4QUgvbjh6dzhKTjFWdCs1V25lcjNuUHRld0R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EV09iSytLN0FxT25UbzBGaWF0TndoSWQ3K2dPd0NvS3NDbTNvaVRkZDMzUXpETURZRVZIVXBnSmtDZkIwcFBvMlFlYTE2b2ZmVnJGa1ZTOWQzM1F6anoweUhEaDBhSi9JTHQ1Y2NITWhubE8wVTJOeWVVUXpETUdxeFp4VERXSCtZbG1JWWhyRjZOcWJubEExU3VPK3d6UTZkRTdrNWZUeEJEMERhcisvNkdJWmhiQnpvTEZXOFZGTXR0MDMvTHYzTitxNk5ZZndaaVo5UkJIS1VDRFpiMy9VeERNUFlPTEJuRk1QNFgyQmFpbUVZeG05aHczMU8yZUNFKzQ2ZGR5anljbk9laEtKRVJMejFYUi9ETUl5TkNWV05JREpwaGVxUk15YVdmNzIrNjJNWWZ5WTZiTE5ENTV4R09TUHRHY1V3REdQdHNXY1V3L2hqTVMzRk1Bemp0N09oUHFjazFuY0ZYRHAzN3B3WEpScmZLTURCOW9mR01BeGo3UkVSZ1dyckJKQ2ZsMmovenRLbHMxYXM3em9aeHArQnpwMDc1eUVuN3lwQURyZG5GTU13akxYSG5sRU00NC9EdEJURE1JemZ4NGI2bkxKQmZhRFhlSTIzOGtUdEM3RmhHTWJ2Z0oraFJ6WnFHVzIvdnV0aUdIOFdhcnpHVzBHODQrd1p4VEFNNDdkanp5aUc4Y2RnV29waEdNYnZaME44VHRtd1B0UTlPVjZCdHV1N0dvWmhHSDhDMmlZa2NjejZyb1JoL0dudzVIaEFOMW5mMVRBTXcvZ1RZTThvaHJHdU1TM0ZNQXhqWGJGQlBhZmtyTzhLdUlqS0h2RGtGNzc3YlZvWDFsemN1MWZsZ2Z2dFU5Q3FWY3RwQUw0RXNBZUFlUUQrS2lKVFZYVlRBRU1BSEVjTG9La0FEaGVSQ2xYMUFPd0Y0RlVBYjdEZEJ3T0lBTXdDMEFoQWErZVM4d0gwRXBGbjRoZFVWUURzQ0dBVWdJNEFmZ1J3RW9EM0Fad0s0SFlBelFGOEQrQW5BTE1CbkNnaWxUeC9Dd0F2QWlnRjhEbUFvMFJrT3QvTEFkQ0xaWHdBNENVQWd3RjhMU0xkM0w1UTFZNEFubUZkcmdRd0U4RGpBSVlENkFkZ0dZQ2VBTzRHVUFCZ05JQkxBZHdDNENnQWt3QXNCZkFZZ0h0RlJGVTFEOEJsQVByek1rc0JmQXVnQzRBblJlUU1WUzBFOER5QXZRSFVBSGhjUkU1MzZ0VUl3UFc4Vmc2QUpRQk9FNUZScWxvQVlBU0FFM240RWdDK2lFeFcxYVlBbmdCd0pOK2JET0FFRVNsenl0Nk03U2dGc0FoQUt3QlZBRTRYa2FkNHpPNGMyd3lBYWdBZkFUaGFSS3JaWjA4QTJKUHZYUTNnUHJhekVZRFRBUXh6dW5rSmdLc0F6QURRQXNESEhQZHQyTDU1QVBKWVpzUitmWUxsbmNnK21pd2lqemx0S0FMd0NvQ3RBWXdEY0tpSUxIVG0xcllBbmdZUUFGZ0k0R3dBb3pnK0hvQi9jbjcvQ0tCVVJKWmwzeWVxdWpXQUp3SHN4UEZmeHZxT0FyQXJnSzBBdk1WK20rcWMxeHJBb3dBT1pYdnVBTkJQUktyNWZqNkFLOWdYeHdENEZNQVUxdkZtRVJuRU1XN0RPWGtDZ0FORjVET25mVWNCdUovSEtNc2ZwS3FiQTNpSzkrZFh2QzhtOGJ3QzNnZm5PODJzQm5DbmlGenUxUDlnQU0veXZuOFV3TDhCdkM4aWk1eGp0bUQvN2daZ0JlK1Yyem1YSGdOd0NPdjFOV3FYbDM3dnpPcytySWZMVnlKU3BLcTVIUE5IT0RhRkFCbzc4K2c2RWJsZFZac0FPQXpBbXdEbWkwaWtxdTA0Tm5zNjVZN2svRmYyKzJBQXB3QzRtY2N1RjVHZjRvTjMyR0dYd3AzMzNPbks4VjlPdUdET25MbDViZ1dsdHBEL3k1NG5obUg4TmxiMWpOS3ViVnYwN25VMkR0cC9YeFMyYXJsK0ttY1lockdCc1hEaElyengxanU0Njc0SE1HUG1qeXU5Wjg4b2hySHVXZDF6eWlWOXpzZStlKzlwenltR1lSaGtZM3BPMmFBeTdsV3dkVU92OXpuL0hEbmgyS09YdG1yVjhrR0taQ0ZGNmVFVTdVc0FQQURnZU1lM1h3QWtLQnJ1RGVCQkNzcnRBZXhDOGZsVkFDOWtpZlpMQU53R3dGTlZkMm5FWHlpT2Q2UkFleVdBRHdFVVVmUnV3VEpyQVBnTUxrU29GeUJ2QUZCTWNYQW1nT1dxbXFPcUNRQ25BUmdFWURvRENZTW9HbCs2VXYvVWl0eURLTnBYQXRnT3dGMFUrMjRTa2NWczZ6VUFtZ0Y0bllMZkpSUmNwN09vRXZaRERvTUd4d0c0MkxuVUFnQmRLYWhlU21HL040Q2RXZjh5aXQ4dVBRR2N5ejVXQUc4RGVKM3QrenRGWVZCd3Y1bWlmUjRGOGxpMG53MmdkNVpvdncxRjhSMHAyamJuVzkvekgxUzFDNEI3QWVRRGFFSXhOZ1VnbzZvZEtNckg0dWgwQU04Qk9JK0NhRThBTnpudHFLWkFudUNjT1JYQXJSVHRFK3lydXdBY1NOSC9HQjYzbUgyMEU0QXpBTFJ6MnJBSjU4N1dGSVl2QU5CTlZadFJsTitQZFFwNFNobUFmN0RONE91eGNGN0dPYmJ5dlZNcmdOL05lZm9EZzBmbkFuaUhRWUV0blhuYzFUa3ZqM1B6SUw2VTRiOGMxQXZYRjNLYytyQi9aZ000R2NBREZOOExBVnhIOGZ4STl0ZjNUdlcyNDV4c3c5OW5BUGhLVlp0Um1ONlZyMGNjdjNpdVg4V0FGcHozeC9MK2pPdS9NKy85QkFYNE5neGU3T3djMHg3QVVPYzZDUUNiOEI1eDIvNHpyem5WYVhzdko2QVZzd3pBQ0k3ZDRReUtlUUEyZDBUN0JZNW8zNHJYZVpqQmkxNFU1UzhINFA0eHFBYVFkajZYZXpFSWNodUFieGlRZUVaVlc4UW5mUEhGUjgxRzNEdDB6NzRYbnArSGh0QzZjVGNNNDNleXFtZVUzdWVkaGI4ZmQ0eDlHVFlNdzNCbzJiSUZqajNtU1BRKzcreUdEN0JuRk1OWXA2enVPZVhZb3c2MzV4VERNQXlIamVrNVpZUEt1QWQwMDFxOWZXVU8zRytmc1JTS0p3Rm9DdUJPL2p4VVZmOUtVWFJiMUo4Y01TdjlDMllaMzB2Uk5BS3dQY3Q0QU1DL0tLYTUvRWpCckNWRnhSdFZkUitLa3ExNWpmNDhONS9YNmNKemMzaWRFUUQ2eHhuTEZISlBBcEFMWUM3RjlITllsemNCRE9DNXVSUStWNkEyZS8zMXJMcmRBNkFIajB0UWVINFd3SGtpc2xSVlN5bmlGekpEL1F3S3JHZnd1bDhCMkorWnU3ZUl5QXBtcXQ5QlVUaW1BN1A0KzRqSVlsVTlGRUJmdG5jV0JkeTZyRjlWUFlSaWRoTytOQmZBUUFxaFJSVEdtMUxRZjRudEFMT3dZMkYyR1lBelJlUTFwOXlXRktQMzRrdDU3UC9aQU00RThERUYzbXNBN0pEVlZ4V29YU3I0aEhOK2h0bmJSL0NjR3ZaN1U3NWZRekUxQjhDTkZJbVhBemlhcXpBMjQwcVA1d0djeFdEQW5leTd3UUM2VStRZUdyZVI5WHNRd080czR3ek9sM3NaVUpuS3ZtN3YxSDBQQmdMQXdNTUxISk0weDdyYWJTaUY0WmNaa0ZuTzRNNE5QRDZmS3hVOHRuOEVWM1dBd3ZOdHpKeVBQd3RDQUFPZGpQN2pHRFRJWVVEZ1lmNytDb0NibUhGK0dlZUVNT2l4SFlDWFZQVklpdEV2Y0s2RDlic0p3QmpXNVRqTzU0ajM5RlFHZTg0RGNCRlcva0NZQ3VCaUVabUQrcURPY0FDYmNweDNZRWI5SXdEaWJQK1dGUFFQY01xYXpmdDNBTnNlQi9zdUF6Q2EyZkRDKytzNnpydVlHbzc1Y0xacEtEOHJ3REZieXZ2dkZnRDNVUHkvbk1HYVpWenBzNHgxT0MrcjdINEFob3BJUmxYUDUrZk0vUXlDdmNwNU5vYkJ4VGl3OEJTQUhmZmJaNi81dk81S2lOUUhrQXpEK0wwMC9JeHk2TUVIcnBmYUdJWmhiQXpzdDg5ZURiNXV6eWlHc2E2eDV4VERNSXkxWldONFR0bWdoSHNSTDcraDE5dTBhWE5FL0xPcUpnRWttWG1mQlBBUXhmbmxUcmJyTE5waWRLS2d1UTFmVDFBODdzc3M3THQ0YnN3S0NtbmpLTGErUS9GeE9ETjVsd01ZSmlLM01sdjQ0U3pCV0NtSzlxZEZTdzRGdzl0NTdaK1lTZDJkb3UxUEZIVGpUT1JObVVrL0pNdG1wVEV6Z1UvSnV0YXJiTXN5VlEwWVJHaEJ5NWl6bVYxOUhZVysxNWo1L3FxSW5NaHlBd3JwcnVDM0FzQXpJbktLMDkvL29pZy9selllbnpoMTY1b2wyaThHY0lHSWZLS3FiUmdraUVYcGJ3QU1ZREJnZTRyTHpTanUzZ1BnUDA2NWhReXVISnpWNWhtMElQcVEvWHNtMnhVL3BWU3l2OTlndmZia2U4dFJHd3lwWVJBbzRxcU5Sanl2aGpZclcxTGNmNVpCbklzQlRHTUdmWVoxN01YZmIyYVdOU2d5SnpnbUEwVmtPUVhvUGd5V3JHQ0FwQlhGMW8vWjc4T2RPc1FzNEZoUFo1Q2dBNjJML2lFaVA3c0hxbW9uQ3Y4QnhlRCtGSW9YczQzN09JZS9EZUJHRVZuR3VwM0Y2OFNySkw2bHZWQnM0VlBFUG10Smk2Sm5HSENheHNESFlxNVk2TU8ydjBZUi9naUs1ZUI5V09UTXJTZjQya0N1Wm9nUml1N2JjZzczYys1bjhKNCtXa1Ntc0c1TldJZnVBRDdoZmJzejIzaWxpQ3pnZlhNamdIMDV2cm0wT1RxWjE0cmJYZzNnSGhGNXdMbmVYemcvM1lEV0N0YjlKbzc3R0dmOGx6T3dFUWU5Ym1lZi9wTnpLSmZYK29UMzNPTU1xc1J6NzM3K3l6QlFkZzJQSGNYUG9tYnMzOEVVOXBzd3FMVWJnSnBXTFZzMm5FSWowclRCMXczRFdHdFc5WXpTdkhtei8zMWxETU13TmhKYXJlSVJ4WjVSREdQZFlzOHBobUVZYTgvRzhKeXlRUW4zdjRhcXRxWDQrU216aSs5akZ2eUx6UEtOUmZSSEtDUS9RdEZ4UEVYK0RBWEY0UlJUajJjbWNnU2duQUwxditsZm5WSFYweW5ldGFlNGR4K0Evc3d5dmdEQTM3S3FPSk9pNFk4VVJvOW5Sbk9DRmlubjgzcFg4M3FiT0JZbVlDYnVZR1lDeDIzT29RaC9RZGExM2dKd2lZak1VZFZ0V2JldG1hVi9JUzFiSG1iVysxZk0xQjlENFJYTXpuOGlTN1N2WWFiK1JhZ1hiaCtoYURpTDJkN3ZPbldMTTRzNzhhWEZBSzRRa1dkcDV6SE15YlNlQitCczdqblFqZ0dYN2ZqZTh4UWtxMUR2YVQrVU5qUXVYd000UjBRK1lFYjBXUlNBWTlGK0Jjc2RScnVXRTluZk5XenJRdjZmdzlkZHdmeDVCbEI2TWh0K0NjZHJPdHRmQU9BOTltMWo5bTNnbko5SE1mWWlFVm5DMXc3bDhYbWNvek5ZOXJjTTJsekhPZFBKS1djaWhmQVAyWTRkMmErWGN4emQrNkVEZ3h1NzhwamhYTm5Sa3ZOck4rZndsN21pWVFGLzM1UGllUHdrTnhuQVAwVmtCdW9EQW84eDZMV2NtZlJ4QU9KVVpyK2Z4Zm1kUTN1YStlenpXeWtxM3dqZ3I4N2N1Zy9BdGV6WGMvbDZobU94ak85MVlzREZGY3huY3U2bG5kZjY4djU2bmRjOWdnR1J5MFZrTG8rNWt2c1hUT004WDg3eEFQdXpLYS8vckd1WHBLcTdjWjVzNmx4dk9ldDFQVmRNM08rTVd6WG5TWHUyOFhxMjZTS09jUzZQKzRHZk1UZGtCU1hHTXFDMVJGVzdjOFZFaXZXL2hkWkcwd0JjSlNLeitmblRpNnNWNE93cHNjSDhZZG1BeVNrdUxzNnJxS2hZdXI0cjhpZEFHSno2emZpK3Y2ZXExbmllTjF0RVpwYVZsZjFpN3c3RE1BekRNUDc4bEphV2JwckpaTHFKeU95cXFxcFpFeVpNK0drTlRqTU13ekNNUHowYmpYQlBuL2k3QVhTamlCd3dZL1UrWnRtTzVLSFRLRGlPWWpic1FHYThDalBHaDdIZDkxSWNuRStoN0FrQWMwUWt3K3RkVElFdEZzUGVCSEF0TFdsMm9uQlk0RlF4b3BENUdYL2ZpNVlhclNtcVhzV3M1ZGNZU0dqdGVvMVRRSHdJd08xeEhjamVGUC9jVVBuSHpEcWZ6NDFGbjJmUTRqMW1uM2RrZ0tNcFBkRjNvZWpkVzBSbVVYQWY0bGo4eEtSb2p6T1BHYjJYTXFPNWtzZS9uSFg4N2N5SWo4WHh4d0U4VEF1V0Urbi9EWXE5ZlVUa0hkcDczT040a0pkUmpQL1pHZWQranU5OXpFSmF0THpQMy9ka243cFdJeDh6NkRHUUFuWTh2NzltOW5KL0NyZ0xuVlVPb0w5OGF3cmcvU2l3UDhUamNubE95RUNDUjZGM0QzZDZNb3Y2Q2lkYnZRdURIcTI0MG1Bd3M3VTlpdDZITUpDeW4xUE96MnpqRzV4ZkovRDZnd0M4N000TFZXM09jUzlsWU9nYTNoTi80Y3FCazV5TTdnL1kvN041Ym1lSzNMRXdIWS92eDZpM2wzbUFRWU1WWEIyeUQ0TXdKNHJJNTZwNkhQdXpnUE1pdzlVUGQvRGY0YndmOHRnL281M3M5MzRNckVVVXZmUFlOOS95dW0yZFBxbm1QQnZqdFAwazlsT0tleWIwNEJoZTd0am9YRW5ybXdrVXlmTjVIMDJrNzMrOHI4VTMzQ2gzQWVxRFZmZGxyY1NKR0tnWndHRFBUYzcrQXdEd0hVWDhSN2tLbzVyQytoWE8vS3lpTmM0NVdmZjlKd0JPRlpHRkRFdytSeEcrRDl1OUQ4ZjNWRm9mZ1dOK2hiUEtwWkpsUDQ0R1VGVlBSS0tHM3ZzMWZOKy9Wa1FtaWNnTFpXVmxLL2phdjBSa2dZamNWRlpXVnJlTFN4QUVaNnRxRHhGNWpNZXZjeEcyYytmT2VYbDVlVTIrL1BMTCtiL2wvT0xpNHE0NU9UbmpmZDlmSWlMdnpwOC8vOWdwVTZaVXJ1NGMzL2Q3QURoS1ZVZW4wK2tYRzlwand2ZjlxMVYxVERxZFRqZGN5cHJoKy81cEl2SVFnSDFUcWRUYnY3V2NJQWdPVXRYK0FHYUt5RGVwVk9yeWVNOFY1MXA3Y25YWTZ6VTFOU01xS2lwbXIwSFJPY2xrOGtBUjZRV2c1ZUxGaXcrYVBIbnl6OWtIK2I0L25QZmRRMkVZdnQ5d1VZQ0kzQzRpcGFvNko1UEpITWpQV1FSQnNIMHFsWnE0dG9FQnpzM0dBR1prTXBtWHk4dkxzKzNtRE1Nd0RNUDRIMUpjWEJ3a0Vva2hJdkpxRkVVUHB0UHBoUTBkcDZxbG51ZTlBZ0I1ZVhraitMMENwYVdsdVpsTXBsTTZuZjVtYmE3cisvNStJbktscWs1WDFSOFdMbHg0MDY4OTh4bUdZUmpHaHNnR3RUbnRxbUQyZWw5Nm9uc1VIS3VZN1hzTk0zaHptUlY3SHoyMVk2dVZHK2xOdm9KQzQxeUs5bHRRUUQxS1JHNFZrWitZWloranFoY3hLNzZTMTVsS2NXMHBNNUdmcHlBYlU4bHMyTmU0SWU3QkZCcmJVTFMvbW9MaEU3UkJXWjRsM29HaSt3MXh0cmFxZXZTZmY1RVoxRUxoNVVNQXgxTzAzNEtDNkE0QTNtVzJlQzRERGgyWWpkd0p3QndBaDRuSUQ4eUVIKzVZeUlEbHBnRWNJaUl6MmQrbjBsSWtvZ0I5dTRqVXNHNjVxdG8zeTJibFBRWTJLcmthNG1xS3BSbG1ZNy9vYk1SN0NLODdHVUJQUjdSdnd2UE95d29xeldmR2Rldy92am5IZlRPbi9tVVVjTTlsSm5aOC9vOFVjQzlnb09ZckNzTnhmNDZuU0xzemhkbXZHZmhad1N6dzlnQStCM0FzeCszR3JMNEQ5MUs0VkVSbW9YNmoyQ2M1UitMTStzYzRiNWN6UURDU1FuaThMbWNoczhESGNKNFBaQnVlRjVGcjQ3NW4rUjBaS1BnTDZ6bVlZdUp4Zk4wVjdYOEFjSTJJeEJ2NWJzbkF3NlpPM3owTDRDSDJiU01HUlBaeUxGdzZPWnV3dnFlcVBxL1podjAxaS9zQXZNQWd3ODVzYjV4Vi9oWDdZRWNLOUxGby83TmorWFE5eDk3ZFZDbGllNGJ4M2hSVjNZWFhtTTlWSFBzeFdIWXBWNThrVlBVczl1VTN6SVRma2pZLzcvSC8xazdmSENraTA5azNyU204ZDh1Nk56L2xaMGRFMGY1UXgzWXJMdjlqcmhoWXpHQldmMmNqNWNXYzA5MEFITWJQc0hpVDUrTXAycmRuc0RIZVc2TXZWL1JVQWpoTFJONnIzZGhjdDJVL3g1OC9sYXpURXF5YWcxZnozbXBSMVRJQXowUlI5SFV5bWR5SnJ6MEo0RHhWSFY5U1V1STdoNThwSXZzQmVFSlZoM1hvMEtIeHFrdGVlNHFLaWhvMWE5YnNoVWFOR24zWXJWdTNMVloxWFBmdTNiZjJmZjkxMy9kWHVabU1pRFJWMWFlbVRKbFNXVkpTc2wwUUJQZDM2ZEtsd1hYRVlSZytMeUpiZUo0MzB2Zjl6MHRMU3pkdG9Md3ZSYVFzbVV6ZTVINDJyS3JNMWZBM0FJdEY1SU5mTzdCNzkrN2QwWkNSS2ZmV0VKR2RST1FJVmYwa1c3Um51OTduWjl1QVJDSXhLUWlDQmcxUWk0cUtHcFdVbFB6VjkvMTdmZCtmNlhuZUdCRTVXRVIyYWRhczJSdkpaUElYYXdzOXo3dVoxbGJ2K2I1Lzl4cTBlM1o1ZVhtSTJpL28yNmpxUjBFUXZOeTVjK2ZtdjM3cVNoUXo2SHY4dkhuelBnaUM0SlVnQ09iNHZqK2EvV1VZaG1FWWZ6aEJFTndaQklFR1FUQm1EUTcvVTFOUlVaSGk5NjFiUE0rYlVGeGNuUDJjM1JCMTlxbFJGTjN1ZVY1Wk1wbk1UdXI2TlZvQzJFZEVUZ1l3cDFXclZyc0ZRYkRROS8wdmdpQzRiR1BSUVF6RE1BeGpZOG00VnlmTE1SYTgrb3ZJSzZwNkFqTlFRVkg4QW9wWmJ6UGpOeGFQbnFLNC9TaDk1NWVpVml3Y1YzZVIrbzAyejZFZzE0bWkyL2tVQlRzeUU5c1ZqV29vMHQ1SFlmcnZGRGdiVXpEdlJ6SDJhWXJZWlJUdmNwMHl4bEwwbXVlODlsZDZXN3YyRitVVXNIL2docVIzVXlRZFI4RjZDWVhXQTNqTk9LTytwNGhNNXptM00zTzh5c21HL3B5QmlibTBvRG1EZGljUnIzR2xzeEpCS0x4ZjZkVHJIUUFuTTVpd0pmczQ5djZ1QUhBemd4NTc4THdDQ3E5OUtmekdXZDc5bWFuc2lsRXphRDh6Q3ZVWitYYzYzdTNLek91ZURDUmM2SWpXVTluZWZoVDVmNlN3RS9NZHhmd0NacFV2WkZCRGFNL1NtYUx6dVFDbVVMUS94ZG5NRkF4NG5Db2kzenIxNis5c0ZEdWFLejY2Y0s2MFpvQmdWMmQ4WmpDRCtpa0tkM2V4RG04ejg3citSbERkbEdPOE84dDdodU0raUVMMW5rNzdmNlQ5elhzOHR4a3o2OTArR01YNUhkOWZKOU9hcVJGdFhYN2lQZkVvcjF0S1ViNFQrL2REMXZraEJsTjI1czl4cHZuWDlIbmZqaXN0WW51aXFReXV2VTlSL3dHdUxuRjVqcUoxbkIzVGtlUHBBZmlJeDcvQitzL2tNZWRTUUgvRDJWUGlFYTRDZU1BSm1IM1BlMjRTNm9OR2QxQ1VkK2ZmcDV4YmxSdzMxN0xxWjdiaE5jN2JlWndmUTV5QVRCVnRuOXFqOXZNbVppckwrb0hYdm9Xcld5N21uZ0FuTWloelA4Y2gzay9pNFN3TG45dTRVbUdWNHFpSWpGM1ZlNzlHT3AwZTYvditPQkhaRGNDWTB0TFNyY3JLeXY3aisvNUNFV21kU0NUdUFyQ0g3L3U3QUNoVlZSV1JpMU9wMUowTmxlZjdmcEdJOVBzdGRWSFZEaUt5RndBMGF0Um9YR2xwNlFGbFpXVVRmZDgvaHYwVnQzY25BQjBwL2g3TWZVcmlnSkFyTXAvcisvNUJYQVhTb2FDZ1lKOWtNbmxzQTFuem1zbGt6dlU4cjBKRVNxSW9Hc0xQZVpTV2xuWXNLeXVibGtxbFJ2dStQOW56dkt0ODMvZkNNT3dIQUFVRkJlT0RJS2hSMVE5VjljVjBPdjNTcXRwWFdscWFxNnI3cStvYnFWUnF4ZXI2SWdpQ2ZRQ005WDEvek9MRmkzdE9uank1YWpYOWxsblZlM1BtekxtbVhidDJSNG5JMXFyNmRLZE9uVFlyS0NqSXljdkxDd0RzSkNKL1ZkVzlSYVNKVTk0UzdqWHhwWWhNNDJmR1hXNjVaV1ZsMDRJZ3VBM0E5U0p5ZmtsSnliT2U1K1h6WG5LSjdhWTI5MzMvVWRSK1FkOVZSRm9DT0xSNTgrYmpPblRvOEpmcDA2Y3ZYMTEvTk5UbTZkT25MMi9mdnYzeHF2cXBpQnlSbTV1N084Zkw3SGdNd3pDTVA1ckRVUHYzYUw4dVhibzBtelJwMHVMMVhhRjFRUkFFUFFGMEZwRW55c3JLdmwzVDgxVDFXbjRmM1RTUlNOd0pZTDhnQ081UjFhYk9NUjFFNmg3QmUvbStmNmlJRkRCNUNpTHlndS83cDRaaDJPQUswOVVoSWxWaEdMN2wrMzV2N2lNMzJQZDlDY053OE5xV1pSaUdZUmovYXpZVzRYNDd4L3JrYzRvbTM5SXU1R1RIRDNzVGlyRkRLYkxHcjQ5bnR1MnJGTjA5ZXNRLzdRalNlUlRjVHFaWXV3MHpnMGNBZUlPaS92a1VSbDIrQjNDZGlDeFMxYjBwTEJaU3NCdEkwVzAweTN1QnkvNWNpNTF4QUM0VWtUckxDWXF6ZDJUNTMzL1A3T0JwdEtJWlFRRTlUU0YrRVlYSll5aWtkNmRZZlFhQXoxbi9jOWwzSDlEcVJaZ3RmUUZYQklDWjF0ZFMvSDBCd0UwaVV1M1VZd3VLeEhIR2IyekJNNU9iZ2Q3ckNNTS84eUZ0TWplcWZjb0plbHdDWUl5VDVYMEJBeTF1OXNNU3JoNTRnZjNpTWFCd3RDT3V6bU5aUjFJQWpnTTFWVHp2RkFxaDN6cWUrbkhaaGJRMU9aWFovNjh4NFBBaEFKK3JNNDVrL2EvbGRWeGYvRzhBbkNZaTVjNXJKM091NXJLY3JWbFdmTTNUS2JvZndQbThqUFYrbWhuc3QxQ1luYzl4bU9ITWk2Yk1qdCtWd1lQeHpEYS9nUnZUdG5TeXlSY0NPRjFFM25McWRoTXo1eGV5bnlwb0V4T3Y4dGpic1ZqNkQ4VzQwYnpuTHViWURXYy9MbWY3ajZWRlMzK1dPZENadDdNNC94WXl3QkN2a0pqazlQMEExQXJhMlZuaDQyZzl0QWoxR3pRL3cyREhDN1FSK3BCemJ3WURTbGN4TVBRK1YwRmN6bnYrWmdiWDl1RDhxcVRnL1M3cUEzWjM4ZDV3Z3pMZjhaNlp5dURGV2M1NzFleW4xM24vL3FTcVBYaHZ1UHRHdkUyN25qdWN1Yk9NcTBMK3l5ejZTemluTDJDZ3NDOC9lMUxjNkhncGd5NDNjWlVGR0ZTN25vR1hWNXkrWFdmNHZuOWFHSVlQcStxaklyS2JpTFJic1dMRkZoeS9DUUIyVmRVNFNIU3hxaTVSMWRQQ01CeFZWRlRVS0M4dmI1Y3dETjl6eXd6RGNFSUQ0dTBha1V3bWR4T1JEMUU3WnVOV3JGZ3hpMlUrejFWUUFKRGorLzVVZnZHYnl2Zjd4MlVVRnhkM3k4bkppVGM3dnk4TXcyZUNJSGlHS3g4RVFMWHYrNXVGWVRqVHZYWjVlZm1YdnUrL3dyMFU2bFpiUlZIMGQ0NjVpc2pUL0Z0d1diZHUzWVo2bnJlRXdTWVJrVWEwSGxzbERHdzJaeUFYeVdTeXBZZzBHQUJSMVIxRkpGOUVlalJyMXF6cHI2MnE4SDIvYlJpR2M3SmZuejU5K3ZJMmJkb004anp2QVFBdFdyZHUzVFNLb3NORkpDZUtva1VBbmhLUjRhcDZxWWpzcWFwVHd6RHMxUEJWVm1iWnNtWDNGQlFVWEEwZ1IwU2lNQXpmN3RTcDA0ZnVNWVdGaGVQNG1UVnp3WUlGNXdCQXExYXR1bVF5bWJ4Rml4WlZUSmt5cGFZaGE2STFwYXlzYkZrUUJPY0JlRjlWODFTMWsrLzdWOVRVMUZ3NGZ2ejRCV3RRaEdFWWhtR3NGY3dvM3hxMUR3QjVUWm8wK1J1ZjN6ZDJoTSt6YmFJbytvRGZyZGFJZERxOU1KbE1QaW9pRjhYZnZTc3JLeTlldG14WjNmZSt3c0xDZzVsTUFRQVBMRml3NEVVQWFObXk1ZWhFSWpGNi92ejUwZSsxdWduRDhQRWdDRTVoQWxpVElBaXVVdFZKWVJnKzkzdktOUXhIYkJVaEFBQWdBRWxFUVZURE1Jdy9rbzFGdVArTW1kVWpLTlRGbTVnZTZBZ1dHV2JIdms0QlBoYkphaWlVM2VGa1cwNEE4QStubk9ZVUhvOWpHVjBvSm53RjRDNFJxVkxWWXhxd2NKbE9XNVBacW5vNHhkY0NpcHBES1JZK3lJMWlYMlJXcUN2YWZ3dWdiNXl0emJwc1FSdVZlRm0vMHZlM0owWDcxbXpMRVhHbU8xY2FYRUlSZFR6Rm44M3ArVDJLS3dGT1llYjVJb3J6Y2YxUEZKSFBVRytqY2oxRndIR3Myd0tuYnUzNTRCbG5pcytodVBvbE45RTl4OG1FLzVtaTlnUjY2ditMd204bGdGdEY1RkdXbWMrQXlOVlpvdmg4V3J3OGlIcTdwSk9aUWUwNTF6K0w1VjdoaVBZUjUwRVhBTnRTZUM3Sld1WFFsRllwdlNqd3ZVeDdvWElHV2FaUVlQeGVWVTloNXJ0YnZ4OEJYQ0FpSWVxRENvZlFxaW1lWXpNY2tmSkgxbkhiZVBOZjl0R05JdklRZ3pYUE1zaXdsSDMvc2RQMzIzQXU3ZUdVZnlWdFZhbzR4emZqWE1oamY3N2g5UEdGQUhyejNEYk1ScjlXUkw3ak1mOUhBYjZBb3YwZy92NjlFeHk3aS8wSWp1T3VGQm12NXNQOHZRRCt6Mm5iWmZ6L1ZjY3pmZzd2b1hoejRSNEFEbXhnbFVVL3g5Nm5IZS85VW9yeVJ6TFFjakZYbitSU0ZMMkNlMXg4ekhIOWlwOEZkempaL0RYc3h3ZG92NU5MZ2YrRUxORitBZXRmempwZWtiV2hiQ091bnJtSXExbjI0TFhhTzNQd1BaYjlpUFA2TEFCbmlNaG5GQkxQWk1EaE52YnBVd3lhZlVzYnI3bjhmQnJvYk5hOGdxc1hYdWFxaEUzWjNudXhqdWphdFd0ckVUa2Z3TVBWMWRWajh2UHpSMGRSOUhWRlJjVWsxQXJXRjNtZWR4eUFoNHVMaTd1SlNGY1IyYW1zckd4aWFXbHBiaFJGbzBUa2tDQUl6a3lsVW85a2wxOWFXdG9HUUc0VVJUVmhHTTVkUXkvenVzOU9FVWsxSkx3R1FYQjRITVJRMWV2Q01LeFlpMmJQWmFCbTM2NWR1KzR4Y2VKRWR3VVVQTS9ybmNsa1BxeXBxWEcvZk5kbDhLdnEyeUp5SFlDRTUzbWRQTStMR0F5QXFyN2RrSER1b3FxSEFGRFA4MTREditReXFQZ0xnaUI0Z1JacEdjL3pUbGhkdVNLeWhZaE04SDEvU0JpR2c3TGZUeVFTSTZNb2FxK3FrOHJLeXVaeVZjZEsrTDdmWUQxV3g4U0pFK2Y1dm4rd2lGU2wwK21QQUNEN0MzZGhZV0U4N2pwbHlwUktyanA0T0pGSWRHN1Jvc1d4L0J5UDhkWnlXWHNPQUtSU3FZOTkzejhpazhsOGwwZ2tSb2pJTGprNU9idVhsSlFjVmw1ZS91WGF0c3N3RE1Nd1ZrZE9UczdocXZxOGlNVFBiVWY5R1lSNzMvZExuVDNDVnJzeXNDRnFhbW9HNStibWZsWmRYZjA2QUV5WU1NRk5ERU5oWWFGYjVvb3BVNlpVK3I1L2pJZzhwYW92MXRUVW5KUlY1R3AxakNpS3ZFU2k5dEdlMzlOeStQcnBudWNGcWhvQmVFRkV4UGY5d1dFWVhybTJlK3NZaG1FWXh2K0NqVVc0RjlRS3lnODRZdnVtektTTitZQVp4TmtDcThkTk8yUFJkalpGMFhrc3B3VkZzWU1CL0pkaXlCWVVRaThWa1NtcXVpZUZzaVpPdWJNb2hIN0ZiTms3S1N3dG93aDNLMFc3UXlpQTdnT2duWFArandET0ZwRlA0aGZvbis5dTNBb0s3WmNEbUVnYmx1c29KRTdraHFNLzBsTy9EMFY3WmNiN0RTSnlIek9SVDJHZE1rNDI4QXdBdlp3TTFxYXM4NTRVdWsrakhVSmN0eFlzSTY1YkZhMVI0ZzFyZDZVZ25jK0h1Y2NCdk1hVkRPZFRjTTd3K050Ukx5ajNaVG51bU0xbFFPQWg1N1dBZ1lmWU0zbytoZFVWWEYzaFdtQzh6bXZ0enZFcHl0cmNGOHltN3NYNU1JS0MralNubkl2WW56dXpmdTZlQmd1WmdlNktTanZIN2FJb3Z0QVI3YWN4c05LTWRZN3Jmd09BdXhrUXVaTjlWQWxnY0J6WVFIM0FaS2dqMm4vTjdPdkxuYzJQdCtIclJjemFmMFJFYXZpZ2VweHozWGpzcm1ZMk9MZ2FZaUNEUFY5VEFJN2JmRGJMdjkvSmdnR0RRdzlUMEs3aEdCekg5ektjUzVQWnQ5dnc5Vm5zbTAwWmROaUdLeERjc1YvS2dOUDdxTSswdjU0ckZDYlI2bVkyeGU4SkRCaGR5bit6YVJsekh2dTNOelBiRDNQS2Y0SnpLODdpUFk3M2podFFxK0ZueXhnR3crNXgvT3BqUG1jZEpxbnFBUXpZZEl5SGpNSEdLOWt2c1pYWFVxNmllSjNqY2pUYjlqd0RNYmZ3L3ZtZUZrSFRLTnBmejZCWXpMUDAvaC9LL25pTXY2OHo0YjV4NDhaL3IvMk81ajhJSUtPcXMwU2tCVGNkZGVtZFNDU2dxdU5VdFkvdis0aWlxSzJJSEk3YThYdkk5LzJtWVJpdVpPV2pxanVyNmswaVV1TDdmcldJZksrcUg0akljNmxVNmo5b0dIZU1HclJPVWRVTHFaVlhBSmpDYkhyMy9SYk9yNzJESURpU20zZERWYmNWa2UxVk5WRlFVSEFiTFo3cXlHUXl2dWQ1LzRpaTZFbm41ZHppNHVJbUZSVVZTMVcxZ2dIUFpUVTFOV0ZlWHQ3WnpuWGZXVVdiNmhDUlF3Q0U3b2EveGNYRlRSS0p4STdaS3hlY0FGcUZxdDRaQkVGdTF2c2RuWjl2QnRCVVJBWW1rOG5sNlhSNmFLZE9uZkpSS3k0MFV0V1JJckppMmJKbFEzK3RqdG40dm44Q2dJL0RNSnlhL1Y0eW1keWZxMlBPNWQvbmVLUGZ1a0NEcW00dEloQ1JMWHpmZjA1Vm16RTR2U0NSU056VnJWdTMvYi80NG9zZldONUJJbkpjOW5XeTJCeTFmZG5DOS8wUjdodjg4djYxcW43TjM0OEFZTUs5WVJpR3NhNDVURlZQQkhBUXJlYisxcmx6NTd6VjJkcHRES2pxL3JHVmphcXUxV280QnVZZkIxQ1F5V1RlNE1zSjMvZWZpTDhIcU9vbWNma2ljb252K3llSVNCZFZuUW9nYU5ldTNkWFRwMCsvaXVkS0VBVEQrRDF6VmRTdFhQYzg3eCsrNzhlclZxR3E0TFVlNTgvdFMwcEtpaXlnYnhpR1lXeUliQ3pDL1drQVhzcXliTG1CSHVTZ09EQ1NJdUVzWnM3R1FxMmJwWmRoOXV0YnFQZFZmNFNpK2l2TXlvMjkyUWNBZUpWaStsRGE4TVNzWVBieEdBb29ReWxHWmlodzNrTEIvbUlLc29kekk5S1loUlQ5Nm14TUtGQmV4ZXhqbDVzQXZFTkxqWXVZcGJ3RVFBOFJtYWlxM1pqWi93MERDMTNwUjM0UHo5K2ZiUUdERng2REM0TmpTd1ptczhmZTk5TVpVUGphcVZ1Q21lNDkrRkxFdW81ZzF2SW1yRU5zZy9NbE04bVhxZXErRkkzekdXeTRqSnR4ZWl6ek1vNVpmRzVzWS9LWWMvM1d6TmlQQmVCcXRtOUsxa2FkWUlaMFUrNFJFSEtwcW10ZEFtWXpuOGcrZTQ0cklsYndmdGlVbVRGdjAzOTVaSllOeVRLSzJhTkVSRkV2Qmw3TGE5V3dmM2JrOGQveFdqOERlSk4xcmVJY0djNXI5bUVXdVZLVXJmT0xackRtWDF3bGtlRDFINkNvdUJNRE1OdFEvRDA4dG9tS0ExeWNkemM3ZmFRVTVSOFZrWGpEeXJzWnNGbEFtNS9UR1NUb1NRRjZPQVZzenlsakpBTXBDeW1RbitWa3pkL0dlL0VaQmx6aU9mOFZNL0pqMjVqK1dWbnNOYnhubm5aZU81dHRuY3Q3Y0FtQVUwUWt0bjhhVEtFK3pwQy9tV1VlUThIOGJNZnovelVBVjR2SU10UmJBOTNiZ0NnL2lIMXlBc3N2eUhyL1M5b1FWWEN6M0h1eU50VmR4TStuTTdLQ0JzUFk3OVgwcXg5TVM1OXJuUlVmOGZ4L2owR0pQaFR0NDc1L2hRR2JvUXhNeldDbS95OHlxWDhyeVdSeWJ4RVpnRm9QOU41cjZpL3UrMzVSR0lZVGZOK1ByWDhxUmVSR1dzaXNSQ3FWR2dOZ2JES1ovTHVJM0FLZ2k0aDBBWENHNy9zZmU1NTNRbGxaMlRUM0hQcWN4aXpOTHJPNHVEZ1FrVDFSTzdhM3BkUHBiMXlSR1BWV09RZngxN3RTcVZSc2xkTlJSTDVKcFZKdTBCUys3dzhWa2ZZQW1qQWpYdkx6ODkvcDBxWExYK2hYK3cwRjk1SE1rTjg5UHBjKzlGQlZqYUxJdGF6NkJkeVF0WXVxM3VpK1hsRlJzZFQzL1IyVHllUk82WFQ2TmdEWVlZY2RDbFYxS3hGQkZFWHZwdFBwaXhzWWl4NGlzZ2V2LzQ4d0RFYzdieWRhdFdwMUR6OTdOdWNHenlnb0tIaVJmeS9XS051TUd4TS9DbUFSczljL28vZnRvVHhrWHdCTlZmWHhaREs1SkoxT2orWlM5THJsNkVFUWZNNjlFWDRJdzdDSDgvcWhBSnJFb2oxcVZ5QzhDdURWNHVMaWRwN25sVlJYVjcrWG5hM24rLzRYQUZxcTZxSXdERmRhSlpCTUpuZExKQkpmbEpXVkxWcVQ5aG1HWVJqRzJsSlVWTFNKcW5ycGRIcEtFQVN2OHp0RnM2Wk5tKzRYZis5cWlOTFMwamFaVEthZmlCeks1L1BHcWpwYlJQNDFlL2JzNFczYXREblE4N3pUQVV4TnBWTG54K2NWRnhlM1N5UVN2VVRrYU5vcUZvaklGNm82akZhQ0xsSlNVckliVjB3ZW1zbGt1dWZtNW1vVVJWZnd1OG9XQUw0VGthdFNxZFNMOFVtKzc5OGxJc2R5QlN4UUs0U1BDNExhUi93b2l2d0c5Z2RDaHc0ZEdyZHQyL1poRVpFb2l0cUx5TjZvVFE1NXJiUzBkTGV5c3JJVllSaitQVDZlZi90ZlFlMnp5NURZdnFhb3FLaFJmbjcrZ0txcXFpRk84WnBLcGM1bS9mWUZNRGs3aVlESkFudXp2TWZDTUt4TFBxR2w0eDVoR0s3Mitjd3dETU13TmdRMml0M1VSV1NVSzlyVEl1ZHdDcmozVXV4OGtCbTVNeHZJcm83NUVzQTlGTTdhOGR5L1VHRDhDMFVNcGNBM2dnTGc5Vm1iZVNvRis3c3BicjVCWVRlaUlIRWpoWkJIYUJHeUo0QnVUbDh2cGVoZGw2MU4wZjR5QmlqaVlFb05nSWRGWkFpQWZGVzlqR1gvQk9BSVI3UWY2Zmh0ZDJWOStsRTBMNkVnMzRUWGIreGtkTjlOMFQxQm9mWkVaaWxmU2NIYjVhL3NoM3pXNjNISGFxUXQreThXM3Fmd0lYVXVSZnNYZWYxdkFCd21JbE1wMnZkZ2U3NTM5aUpZUWtIN3RqZ2ptdVdQWkpCR2VQMUhhUlAwWkpab3Y0akJFNTgySnMyeVZqbUFHZVduVTFDL2orS1NSekc5RmZ2dVpmcTRqK2FjaUFYcDVjeFVmOUVSN1J0VHBEMlE1U1I0elVZTVZQeVRHZXRqV0ZZbEJkd2hiTXVKemlxUjhSVGRZMS8zclNqbzdzTnlWM0JlZGVZS2g1bGNzdm9lTjRnZEMyQ1FzeXBsZTc0V3R5SER2b3ZIcnJHcTNzU3M5T2tVdTNlaWVIODEyMzgxczlKakd4bmxITHRFUk9heWJsZFIzTTVRZEgrVWZidVg0eWtmQWtneUlES1JLMGZ5ZVU0ODMrK21wM2FrcW8xVTlReUsvUGtNdmtUc3E4KzVvZXNBWnZQR2ZYb0pnTFlNVEhUai9SMkw5dC9TZW1tbXFvcXE3czdna0N2YVoyaFZNNXhCcGJ0b08rUnVLRGFObnZZVnFyb2Q3Njl0bmZjWHM4KzZVRFNPMi8rQWlGek96NTV0T0M0emVMODl6UUNMOGw1NmtHWDFkQ3g2TXZ3eWN4RlhGL1RnZkQrZmdZdGpzQTRJZ3FCVVJQNE5vSm1xVGxnTDBmNUdBT09ESU9nRm9LZXFQcXlxWFZPcDFNMjBYMmtJVGFmVFR5MWJ0cXlycXNZV1V4Q1JYVlQxUDZXbHBTdGxrWXRJM1ZoRlViUWt1N0Njbkp4NFZjazB6L09lNmRxMWErdnNZOWFXTUF3dlRLVlNKOUFTS2Y0Y3VEUGVaRTVFUGtva0VpYzJjS3FucW52eG1BOHJLaXFtcis0NlVSUWR3bU5mYmFBT1EwUmtYMjdlbXNqSnlkblBxVXQySnY2YWtBbkQ4SXd3REUvbDM1ZmFGek9aUHI3dmx3WkI4R1QyUDI3NEN3QnQ0dGM4enh2T3YwZkxFNG5FQ04vMzI2WlNxU2RUcWRRSnFWVHFCRldkeERhOW5rNm5SNit5Tmxra2s4bHQrZG4rak8vN0E3TnN0RkJSVVRGYlJNN1B5OHViN3Z2K3hRMDl4NGhJaXk1ZHV0UTlCM1R1M0RsUFJKNkpvbWhDTXBrODhqZjBtV0VZaG1IOEtvMGFOVHBNUkY3anI2L0VyNHZJVWFzNnA2aW9hSk1vaWo3M1BPOGlWUjJaU3FXNmlraG5KcjNjM3JadDI0Vk1jdGlGNGp6QVJJdEVJakZlUk00RGNGNFlocDB5bVV3QW9MV0lQSmRNSnVzMlh2VjkvelRmOTZjbkVva1BST1FDRWRuSzg3eWtxcFl4V0RCTlJISzQ4dkM1WkRLNWEzeHVHSWE5VTZuVXByU2lCR3EvWSt5VVNxVWtsVXBKUTZJOXVJOU9HSVluOGprcVRpS0RpUFF1S3l0Ylk2dWR2THk4b1FENjV1WGwvZGYzL2FMczk2TW9XaXdpazMzZmZ6VUlndTBiS2tORXRuQi96OC9QUDFORTNneUM0SWwxOGJ4b0dJWmhHSDhrRzB2R2ZSMnF1aldGd2tLS1ptbG1tODZnaUhGNjFpa3pLRnorVEd1WjZiVFpHVXB4N3lWRzQyUHhiUkdGNDltcTJpY3IweGowMkQ2Zm1aWERuTTFBbjZLb3RoUExMbWVHKzA1WjlSbktyTnRZbUc3TUROcCtXUm5ON3dLNGxsbTNwL0g5eFJUNlBxV2dmU3V2L3hPRnd2ZG9zVEdINHVEOVRoWjRNeWViMTdVWU9vRGlZQTc3OWRsWWxHYjlTbGxPM003UHVHSHRZaTVQdk1DeHo1bEhnV3VLcXU3Rzg1clJTLzVjYnZJcUZFVnZvYmQ4YTRxblN5amtEM0UyRE02blVMc2J5NDlvei9JZ3M1emRUUGhxK3FkM1pqKzBwZTJSUzVyMW5jVHJ1OW00QlJTTGhxdHFLL2F0KzNDb0hMc0hSV1FGNjVmRE1iL1FPVTdZbHg4emUzeStZeGV6bElMOUFOclluTUF5ODJtZGRGNjgzd0hIOTA1bk0rUU15L21KMTF6TUFNRVU3b2V3bUFHWjJBSnFPL2EvdThGeEJZQ2J1Wkd5eC9iMzRybjlHS3dZeEVEWWNHYlJuMHZ4T3U2REYrTE5sT21MLzZEamQ1bm1lVmR6QlVITXF3eW1oQlRuaDdEdTg5anZqV2t4TW9RYnNYb1VvdDE1bXVGOU1vYjlkWU9UaVQ2VTVSZFR0SStZelI0emovZCtHWC92eVBGZDZTR2UvWE1QNTBodnpxa2F4NTkrTnZjMWVFdFZPN04vM1F6dDVWd2g4MThHbTVxeTNxUFl2L0c0UE1CQXpWRGV6L0hxakJjNHRobG02OS9xckVqNEw5dDhKdStKcFJ5cmZYZy9QY3pQcGQ5RlRVMU5UaUtSYUFTZ01vcWlpNHFMaS84dkp5Zm5vdFdkUTd1VCtIUHVIaEc1TjVWSzlWclRhMUlFUHkrWlRJNFZrY2RGcEJCQTF5aUtTbWhKRkZObmMrTjVuaHRNUVVsSnlRR3FlaXl6MEFlTFNJK0Nnb0lSeVdUeVRCRkppTWlCMldXSVNLOGdDQTVWMVozcmRmQmZSMVhyTXJaVHFkUVh2dS92VWx4YzNLNmlvbUoyL0xydisvdUlTQnhVZkxMQmdoeVl0VDgzbFVwOTF0RDdVUlNkNFhuZUpOLzNtOFdyRFZSMXlkeTVjMS8zZmI4My8zNE56TjVVZDIwSncvRHpoallQOW4zL09SSHB5RHIrbHMyRlBkLzNIK1VtdlM2VEFVd1dFY1MyUmx4bDlHKyszeWtJZ2lDVlNwVzVKMFZSZEo3bmVSTkZaRWdRQkx1blVxa2V2Ty9CTXJ6R2pSc2ZIYS9jYXQ2OCtZVmMwUUlSZWJTa3BPU3M4dkx5a2IraEhZWmhHSWF4U2p6UE96eUtvdjZvL1ZzMEJrQWtJaDRUemhKT3drb2QrZm41TndQWVVsVVhMbHk0OENiVWJxNitJcGxNOWhPUi9VU2trYXBlbTBxbDZ1ei9naURvekFTYkZsRVVuWlJPcHo5QWJYQjdlaktaN090NTN1dWU1MTJXVENaZlRxZlQ0NnFxcWtibTVlVjlvcXFqUldSYjFQNDlIS2FxWjRkaCtENXFBd0huZVo0M2pQWHRCZUNqUDZxZmdpQTRpb2xEMlR6THV2VUlncUFINnA4TDRqMEMvc0ZuNXpyS3k4cy9TeWFUZDN1ZWR4R0F2WkxKNUFIcGRIcGNWcm5IOFB1SmR1blNwWm1xWHNObnY1Nk5HemR1WDFSVWRQU0VDUk4ra1JSaUdJWmhHQnNDRzVWd1Q5SCtWVnFZOUdVMjhzc1VGbnN5TzlmTm9IM0RFUzZ2QWZDdXFtNUdJYVdFSW1KUHg0SUZGTVBlNDJhMEF4cllUTFkzeGVoaHJBZG92WE1WSDhodXBiRHliejVZdU41N2R6T2p1aEwxRytXY1NZSFh6UzVkU0FGd0pvWDEvbXhYUDFxMDFLanFDQXJhYzVpdE81RWI5MDZuWi9rVHRDbVpSK0V4dzJ6ZVc1Mmd3UjdzaXhhc3cwT3hhSTc2VFVIdmRXeEFwZ0U0WGtUaTdORzlLVFRtT1puNFl4a1l1WXNia2xheTNlL3luQVBZeHord3ZNREoxTDdIdlQ3dGhpNWsrY3BOVTRleEhWMnpNakhuYzZ6ZnBwQ2NIVEFKdWNscTdBK2ZMVDVOQlhBZFJlMm5BUnlVdFZucEhkdzN3TjFjOFJqMld6YnZVUFNlU1NGN1YvYlBNQUMzTU90Nkwvckt0NlJ3Zm82SWpFTjl3T0pKaXJMeFBUcUdJbGQvQ3NRdHVGcWhnTUdQTTJPUmt3KzRWL082YnY4Y0x5S1QrZnMyREpTMG9EaS9tTUdNSDJqZDhqZU9VN3l2Zy9MZTZ5TWlNMmdoZGE5ekQ4emd3L1E1anRjOUtGTHZ6WGx3SS90ald3WWNjaGlBK3g3QTMwVWtGaDI3TXNBVUJ3U3ErQVhpU1lyMnc3Z3FJSmRCcDAxb1NYTXQ3WWpHTW5BRDl0VzVqaTFVWTJlRmpUdC81bkoxeFBtY0o4bytpWU5EQ3hnVUhNc05wQitMdmRGSnhOZEdjVFZON0RIK0ZUMzc1M0ZjcnFKZDBGSDhGMit1L1Y4QVY5Skc2bGoyVmZ4Wk5vRjllb0lqenIvQ1lNVXg3SmRyMTRWd1gxRlI4V2tRQk50VlZsWXVtVEJod2s5OGVaV2JuM2J0MnJWMVFVRkJ2TG4xZkJHNWkwSE10U2FkVG84Tmd1RC9WUFZmQU9Zc1dMRGdDL2Q5VlczbGVLdXVaSGNpSW0wWWJNMzNQRzlQQmc0TFBNOTdITUJKbFpXVjU2QTJFMjU3ei9NT1JhMzRPNks2dXZyNXZMeThxMVYxSHhHNTR6ZFVPd0x3V1U1T1RqOEdWR0wrd1hvdXJhbXBHYlc2QW9xTGk1dnc4MkNrS3o2N2xKZVh6d2lDNEZiVXJueUtlWkVySWg1czI3YnRWeUp5U2hBRUo2VlNxVmNhS21NOUU0VmhlSElRQkFlcTZwRlJGRDFRWGw2ZXZiSUxwYVdsQlF5T2Y3VjA2ZEx6NHBVTjJaU1hsODlJSnBNUGlzaEZBSTVLSnBPSHBkUHBsNXhERm5pZXR4ZUF4NHFMaTl2eHZnT0FEMVQxSCtYbDViL3c1RGNNd3pDTTMwTnBhV2xCRkVVN3BOUHB6MUViREovaisvNG5BSFlWa2JhKzcrL2V3SjQxY0d3VjArNG03dWwwdWl3SWdneS9qL3lOejY5QTdmUEZJQkZwQVdERndvVUxYM0FMcTY2dUhwK2ZYN3ZnVkVSNkFoaEhVWHFDNy91ejQyUzFLSW91S3k4dmZ6OCtMNHFpbHozUEc4WmZrK3U0ZTFhQ1Zqd3YrcjcvcUtwK0dFWFIweFVWRmIrd1FhVFAvUjBBVGwzTkhrZ1FrWUY4M2k4UWtYdjRqT3d5Mi9mOWZjTXdmTE9nb09BcTJpQXVCM0JwR0liRFZsR3NZUmlHWVd3UWJEVENQY1hnKy9pdzhSQUZ1bEhNWEQyS21Renhwak0xdEx2NWlWWW9veWttZFhTeWtHOEdjQ296V3N1WmZUK1M0dVVCekx4MVJmdWZhZS9SbUFKbTdJVS9EYlZpU2cyekFScXpuQnVjY3pQMElML0JFZTJGWHNEWFoxbjdWRkpZSHNmMzR3eURJU0l5U0ZVTFZmVk92amVUd3VKY1dwZE00R2FXTi9HQjY3OFVGNFg5Y1NrejVZWGk0Vk84OXYwTmlQWUZESGFVVXNUOEFjRFJzV2l2cWp1eGJrMTV5bnU4N3Fac2E4QStHUUhnRGxxejdFcEIveXVLMi8xNTdqc0Fybks4eHhQMFduN1NzVG9KS1JRL2xMVmZBR2doMDQ1V00xRUREMnVmTTRQNWE5cUs5TWtLbE15a0FEcGZWZS9JRWlvejlKaS95Ulh0NlZGK25iTVNBZXluaitpci9nUHRqMDVpR1U5dy9KZFI5QjVJMGJ1YVAvK2I1VzdKOFRqQUtmY2JsbnNwcjlHSWRSYk82ZUh4UnI1Y0JYRUpyeHV2NFBnSlFFOFIrUWIxbXlDL1F0SCtPbDU3SkFOR2gzSHM3c2phalBrenJxYVk3bXpvbkdSOXBuQUQ1SVBZdnpsczgzc2NpMEtPOVFDdWlKaEtVYnc3UmZzZXNXaFArNmRYSGNHOGl2ZFNQTmNHc1cxZ3RuOWpDdGJES2ZpOXdqbW9uQmNEQWJ6TVBTTGFjdjZzNUdQT3Z1ekxJTkUvZVEvT2RBSldQM01zWDJOQTRDNlc0UXIvSC9EejZVRzJVYmtDNFRDdVRvaFgxaHpLUGlwaGNBZk01TCtXSzFKMjRXZFFPODdsRklOTWYyRXdwZ2tEaUkzWjM2OHplSkc5dXVRM2swcWxKcS91L2VMaTRpWlJGQldxNnRLOHZMeXhxdnF6aUp5VHlXU2ViT2hMMTIrNGR0M21ZVjI3ZG0zZHVISGp2d0U0UFBaR1JlMFh0SVh1ZVlsRVlpeUFzWmxNcG4xNWVmblh2dTkveEF6cmwxT3BWUHdaaXVMaTR1V2U1OFZsVkUyWU1HRkphV25wYlZFVUhRZmdyS0tpb3ZlY2dNVWFvYXJQQW5pb1c3ZHVRNzc0NG9zZk9uZnUzSndlL3hDUmU4ZVBINzlnZGVkN25yZWZpT1NwNmk5c2NseEU1TllvaXM0U2tjMVErd1g3SG5BcGV0dTJiUjhDMEY5VlJ3VkIwRTExald6cVYzdTVYL082OTMxL3l6QU1wemVVUGJncVZMV1ppSnlUU0NUT0NZSmdqS3JPYzkrUG9xaWRpSlFDS0Mwb0tOalo5LzI5VnJPSzRIRUdqdUY1WHZicUdhaHFWUkFFUnpNUWhpaUsrcVRUNmJ0WEZSd3hETU13ak45REpwUFozL084ZDdQK2ZyNGNKOUxRTHVjWHdyMnFGbktqOXV6bmhZalBXSzBvTkFQYzYwWkVqdUM1Mzd0aVAycVRGRXJqbjBWa0svYzkxM28yYSs4NDVPYm16bmVlSDFxdWRRZjhObmIwUE84VUVibmU5LzAzczk4VWtRTUFiS0txci9tK2YyVVlob01iS29SQmt2K0l5QkhadGpqa0xSRzV4ZmY5ZjRySXhhcjZaaFJGdmNyTHk3OXU0RmpETUF6RDJLRFlLSVI3VlMya3JjVGV6QnorRDhXdExXa2owellyOC9sTkNuZzNNbFAyTmdxc3c1akYreWlGeGhvS3duOEQ4Q0V6NUxlbE9OamVyUUx0UGViU1l6d1c3UmZ6dXQvUTFxU1VBdWdaV1Uwb3A3KzJLMUljUlNIYTlXalBVUHk3bXdMZjNSU1lId1V3Z0puWWw5SGZXaWhRTHFPZyt5WTM2N3lhd3VaeUorTjZEQzEwWXEvcHpyUVo2c0JNNUlFaWtpMjRuVThSTTBFYm0vNXNSMnozY2E5ak8vRmxuT1hBK3U5SWNlUnhaaHZYTUx2L1FXWm12MDBSRSt6M2Y0cklITlFITlBhaEVKdnZsSDhGcjlGUUJrZ3VoZVdKRk9CZFVmN2ZGTEsvb1dEZlArdjl1UnpETHluY1psc3RmVVRCdmU1aG1nTHdYVmtCQk9XY3V6ajJRZWRZMUREci9FcUs5bTA0bDJQeCtCVUE5ek1MdnpYSFpSK24zQi81MmxtT0ovd0Npc3M3c0M5dlFyMTF6d1c4Yml6YVYzSVZ5QWM4Wmd0bkZjVjl6Qksvay9Qd05JNWg5dngvbDFaSDMvRDNmcHkvSHUrQi90enY0UnJuTStVcnpzMmRlQi91em5ueEkvdm5MNDRmZkFYcmxtVFF3bjNnSHNINkp0ak9mM0w4L3NQZ3lNV3MzMWplbzVzeEFOR0tBYVJoSWxKRjRmeWFySUFJV01mUkRPSWR3TlV5QzJKYkRZci8vUmxFYXNhQXhtRlo5bG4vNWYzeUQ4ZldLYzBOcUtjN3daU0xPWlpieE5ZNUROeGNCK0FOV2c4OTdLeGlpT2RSa3A4RnpXbmw5U1AzMFJqRGxRaWI4YlB0ZjRMbmVUdmw1T1M4ZzlveFN5OWZ2bnkvaVJNbnJpVEErcjUvdUtvMlM2ZlRhNTE5WDFKU3NrTWlrZmdiKzNsWFZSMFBvSitxZWlKeU5Hb3RmYklGM3g1aEdEN0Uvb0d6aXVvVDMvZHZwczBMVm1HVjB4YkFNbFZ0bjVlWE40eWZyMnVzZkNjU2lSZFY5YjdjM055SEFCellyRm16M2lMU0ZNRHltcHFhMjM3dGZNL3pEZ0dRcWFtcFdXVW1HV3FYelM4TGd1Q0RlR201aU1TclNwREpaRWJtNU9UMFp3Q2dCMWZuL0daODMzOER3R2VxK2tBNm5aNlMvWDV4Y1hFSEFCLzV2djlOVlZYVkNXc2I3R0NkQjVlWGwzK1lWVzYzbkp5Y2cxSGJ2cEdwVkdxVjFqL3BkTHJDOS8xN0FMU3BxYW41eFR3VGtaZFU5U2tSZWF1NnVucTdMNzc0WXRiYTF0RXdETU13MWhUUDg0NVExWlUyb09XK1dZUDQ2MUZacS9OaVpnTG93Tys3ZFpTV2x1WkdVZFFTdGM5YmRadTFKeEtKYlozbjdVNis3OWY5blJZUmp6NzQ4WDVaSy8zdFU5Vm9WZmFBOCtiTml3b0w2NnFRYVBDZ1A0NkoyWnZLbzk2cTd4Z0F5NnFycXg5cytOUmFSR1FJOThqNmhVV2hxczVpb0dJVXJZVld1eHJTTUF6RE1EWWtOZ3JobmtzRDQwMUVoOU0vKzBCbW5JYTB4SW05b0YrbjFjVkR6RnJ0U3lGdU5NWDdBWHd0ajBKeUx6N2M5R2RtN2VlMGVIR2ZhaDVrZHZxL0hVR29tbUxxS3d3TUhFc1JzbGZXaHFqVEFSd2lJblhDaHFydVR5SE9GVWZCckl3QjlCcS9qKy8vRjBCZldyaWNubVdyVThNZ3dTaG1GTjlLcTVLNVR0a2YwWWJsUjE2N05kdXhGWUJQQUJ3bklpdHRRS21xUFNtU3h0Y1pSRi8raktvMlJlMHFnWUR2TGFDWU9wMmk1RUY4L1MwQVYxQ3M3czZBaDNMOGJtUDI5TGNVTjEzYmd1MDVkckZ3T3AxQmxzSGNKTGVoRFpXL29maDdTcFlvUDRZV01yT1k1WHl0RXd3QVJkazdLZkR1enpuZ3ZoOXk3T3JzR2lnQVAwcmh0TzVsenE5emFOZHhtaU5pMzBmUmZnbFhNVHpPUGhMT3RaNGlVa2x4OXprSytuRWJsM0ErM2NqeHl1RzhXMGcvOXdVTUtzVGlWay9PUWRkSGVneUF1eGc4YWNTQXlRRWNueHNvakIvQWVUT1JkZXJvelA5eEFFNk54NGliMlY3aVBORGZ5TEc4MHVtN3FReFdER0dnYVNzR1ZQNXFUQUVBQUNBQVNVUkJWQlpRK0I3SWNSb0E0Qmx1UnR1Q3dUalg0dWhoWnRUbXNOK09adDk4eXZuNWlwUHRmeitEQVpNWWxQaUVBYUVxbG5VMkF6L1puM212Y2xWS0NlK25lYzdtd21CYmh6SFQvU2xhMjdpZkRaTjUvZjlqWFhNNVBuMUZKTVZBMUJrTVBJM21YQnprV0dqMVkxOTE0YnpxeXRjWE1YaTNOUU05YlRsZnA3TytyN0E5eXluOGQydmd2dmhmOEo5czBUNlpURzVMci9vV1FSQ1VwRktwSzFhWDVkeWxTNWRtalJzMzNsZEVEaEtSZ3gyYm9mRlJGSjJZVHFlZkE2QkJFRndIZnVtc3FLaFk2Wm9pTWpzSWdqMVNxZFFIM2J0M2J5VWk3WGpzSjdGM0srcUY0VVA1M3JBd0RGMi8ySjZWbFpVajEwYTBCd1YxMy9lZkZKRnpmZCsvWGtSaWYvK2JYTi83VmFHcWZ4T1JqMzh0TTc5YnQyN3RWZlhJK0F1M2lOemZwVXVYN1NkTm1yUzRvcUppa3UvN001bU4vN3Q4N3NrbUluS2xpSnpFWUVFbE40NUdFQVJQTWp0d013Q2I1ZWZuZjlhMWExYy9leDc4R2lMU3VLaW9xS243bXVkNWpaMWY1L3hLRVZFWWhoZWdkbHpiTVVBVHI1SkJLcFY2UFFpQ3BhcmF0ckt5Y3VGcVN6SU13ekNNMzRmSFo4UTlnaUFZa1BYZUNqNGZkZ3lDb0RSNzN4YnVjZFM3VnFzdkxTZ3JLMXVHMmlTRnZ5WVNpZmlaOCtuNDRKeWNIUGQ3NXBRd0RMdjhZYTM2MzVISWZpWkE3Yk5DZ3YvWGZQbmxsL05YVjBBcWxmb2dUbFR5ZmY5Z0pyYTVQRXhmLzJYcnVPNkdZUmlHOFlleXNRajNPek5ENFdlSzJnZFJrSDJiZ3R4MnpFUitsYS92eDJQR1VyZ2N3UWVxS3ltdUxhUG9kUjFGeDFzbytMM2cyR09BWXRPN3REbDVoWm5xNEFQWUhTejdSR2E0UDBRZjZsaHdWZ0RmQVRneFM3U1BOd0RkYk9VbVlqb0Y3UzBwOExXUHJUWUFMRmZWa3loT3hvSnBiTEh5TWdCUFZjOWx4blNlc3lKZ01rWGpHYngyQno3NGJVV2h1NmNyMmxOa0xIV0UxV29BVDRqSUFOUjdyMTlLS3htaG1ITTdCZC9MR01qd2VOM3J1RW51MWp5bWt1THdwY3c0bmdmZ2FoR1o1Rnc3NEdiQmNmM25VMWkvbkZubzFheVhLOTcvU0l1VUl4M1JQcmFzNlNNaVA2bnFnYWdOTm1RL0VMNUpVWFl2Mmk3Rm9sRnNVWEpDbG1pZnkzYnU0NGkzRWExKytsQzAzNG1pZlJQT21Xc3AyamZpZkl1ejZTY0FPSm1pL1JZTWFQd2YrNmtSTFdJZVlNQ2hpRzJ2QXZBRk05Y3pBSWFLeVB1czI0NHN2NFZUci9jQS9JT2l2VWRoL3pUZU44ZnpTOEordk03N25QL3VacllUYWNFMGxlZWZ4UHNtd1hvK1FLSC9HZmF0MHZybVljNmg1eWs0WDBBeC93a0s3a3BycG5pbFFIUGVFL3Z6dWhuZXUxY3dHSEF6cmJEQWxSVzNjYnltVWhTL21JRzhOT2ZXbCt6Ykt2YjczM20vdW1Sb25iUXRSZnNNTFlXYThacHhVT2RoWnhYQy9nM3NxM0E5Z3cwajJDK0x1TXJrYlI2ekJ6OTMzbUZaai9NYUdhN09lWVFlL2JkVHZGZG0ycC9LUUVKL0p3aVh5MVVXbjNJZUxtRGJqMWhGUUd1dDJXR0hIUW9iTldwMCsrcU9FWkZObko4UDhYMS9rNnhEMmpzWjMvc2trOGxqc2pLYmNvSWcyRkZWOXdPd3Y0anNtdlczS0FWZ0FQMVBYUkY5UzE1elZyWTlTeXFWZXMzMy9aZEtTMHMvaWFKb1g3NjhlTUdDQlExdTlwcE5FQVM5QU55VG41L2ZxNlNrcEVkNWVmbU1YenVuYytmT3paczNiMzVNS3BWNkpJcWlBWWxFNHA4aWNpMXE1L1IvVjdXYzJ5V1pUQ1pGWkhOVnZlZlhqczNOemUwbElua00xalFXa2MyYk5HbHlDZWg3cjZxSHFHb3luVTQvNmZ2KzBXdlM3b1lvS2lxcUMveXhIUTF0VnJ0anZEK0RxbDYydHFJOXVPSWhMeS92bUt6WFdxMzZqRjlTV2xyYU1ZcWl2aUp5aHFvK3FLcmZpMGk4cVhpa3F2ZUt5TUJtelpxTkxDb3FPc2sybmpNTXd6RCtDSkxKNU02cU9qRU13NzgyOE43dDNEZ1ZURUpaU2JqM1BPOWFWZDFiUklxaktCcFVXbHA2U1ZWVlZhSG5lWU5SKzNmMjlqQU0zNHFQajZKb1htejd4KytUdjJwdnQ0NW9PRlYvM2JCdFhsNWVRNnNVaTllaURLK2twS1NINTNsWDhsbjFmdGQrY2VuU3BVODNhZEprZ09kNUk0TWdPQ2FWU3YxNzNWVGRNQXpETVA1WU5oYmh2ait6a1MrbStIczl4Y0tXdEtkb3lzemd2aFF1YjZGVng3OG9xQ2Y0L3lVVTF2cFNnTnlSUXRvZEZNNTJ5N3J1VHhRZkIyWFpvbnhJcTVRaktTSitUa0d0TzhXOGxyVGN1SXBaMjBDOWYvbDlUclo2VEdXODB6MkZ2QzE0M3BuTW51L0I3R1YzMmVMekFPNm04THNQaFR6WEszODZnRjZPc051Y0djNy9SN0g3VW9xc0xtMTV6R1lVZnQrTUxUMW93M0loUmNqNHdlMDVDcFlYc3EwZUJma0xST1JqdG5jNGhid3pPVmFIT1BZZ3p6blgzcEhDWml6YVY3TGZPeko0TVpmMko2NUFPWmZqZW5TVzEveHIzS2ozVzFVOWxIVm9nNVg1akhPZ2hPKzdmdTR6R09ENUx1dWNmWGxPbkZrZVVYeTlsSllvWGJrNll3dG1aL2NWa1RnNzVGUUdOdkk0QjY4QzhEV1h4ZDdPQjhzRnJLZkhBRVlyV3N3SWcwMHo2Um1mUXhGOEVPb3RaaDUwTEZhVUt6VjZPYjc4eDNFT2ZjeDdhRysyNVFrSzQwTTROMkptQXpoYlJEN2w3enR4eFVJaFJkTlJ6R3AvMUZsaHNwakJyRE80Q3VJN1htTWVnQmU1RXFZUkF4cFhzZTdObVBsL3RuUHQ4WnhuUDdPTnAvTzhhZXpYMkFyb09tYnlYMFFicDBic204c0JmTWRnd3hGY3JSR3pnUDFhelhrWnJ3bWV6RGtVQzRmUDBtS29Lc3VpSjZiYVdhRXhrUGZtend4WVBjQzI3Y281L1FVdGllNXo1dmZYdk5lRW55VUg4T2RGREZqTTRCZU9iR3VvandHY0ppTGZjR1hIOWV0S3RBY0FaalA5WXFteVN6S1ozTnZ6dkFQWnhyRmhHRjZ4cHVVbms4bFR1R2xZMCt5bDJ2UWJ2Ylc4dlB6MTdQUG9HNzhKai91RmRRdUFHbFg5a0FKNDNCL1BGeFlXM2xoWVdMaXBjOXd2ckhKUUgxQXRCOURZODd5aFhFRzF5aS9COUU3dm44bGtqa2I5NXJIMzg3TVFJdkwwbW5pLzB5WUhOVFUxWTFkM25PLzdiVVdrajZvdWpLTG82RVFpOFRicmZXR25UcDBHVFpreXBUS2RUcWNadlBwTnFLb0VRWEIyRkVYTjF1QndsNXBmTzRDYkdKK3VxbldmcVZFVTNiWUtxNXpqR2l4azVlT0NSQ0p4aWFvZUp5STVxbnBkR0liOWZkOWZhVVBqQlFzVzNGbFlXSGl1aUJ5ZWw1ZFg1dnYrU1dFWWZyNlc3VE1Nd3pDTTFTSWloNHZJRzZ0NDc5VjRUeFpWUGNyWk1CMm9YYm0zeVBmOUVWeFIyVjFWVTdtNXVRa1JtUWpnMmpBTVY5cDBQb3FpeVNJU2lZZ25JazE5M3k5ZGk3OXRxN1RBcWFtcFdhMHdIMmUvcnd1Q0lEZ3NrOG00S3cwbmhtRjRUdlp4dE1yWk92dDFsK0xpNGlZNU9UbW5zbyszVWRYSksxYXMyQzBuSnlkd256VW5UWnEwT0psTVh1ZDUzakJWZmRYMy9jR0xGeSsrZnZMa3lWV3JLOTh3RE1NdzFqY2JpM0IvRHkwNUxxVEZ6RkJtRVovRGJQelBtUTFiUThHemtLSndmejZnM01xSHBHb0tlUmN5Qy9kVGlwRlg4dmZzQjVKTG1KWHNDcHJmVVNqZWxlWE9ZYm43VWREZmt1TGZGYlN3aVZEN29MWTV4YzRreFgzWHg3QWZWd3Y4aCtML1FncnJLUVlFN3Fhb0h2TldiQVBDelR4SFo0bjJDNW5wNzRvaTkxT01pdmoveHlLU0xVdzl3blo0RlBWN2lVaHM5WEEwNnhtTGw1OVFqUDg3K3krWG1hQ25pTWkvVmJVOVJlMXQ2T2w0cUpPUmZ3bUErNXkrYVV2aDJkMWdzemY3OGp3R1lZcXl4bWNKKzJoZ0xPaVJseWc0ejFMVkE5anU3TlVOMHlnR0wrZmMyc1o1YnhrM0ZDMTNUNkFvUDlMcFoyVmc2RUlSbWMrcythZVlHZkl2WnVBdjRMbkhjZ3pqVE5ZYnVGSWlod0dvSk1YdGJkay83L0xmVVBackRZTVVXMUVvSHNmVkNsV3Eyb1hYTFhLcXV3aEFQeEg1aXRmZm0zTjFPZnV6R2M4Wnk5VUJWekdiUHU3Zkt1NkpFQWQ5T2xLUWo0TWpFOW5QdHpQUVVNV0F4TFVVNS9OWTVoTU1ZaDFIc2IwanJXTDZjSHdTWEVsenJoTU1tc2JWTW9zWUZEcVI5VnJPMVFJM3NZOFA0djk5V09aUHpMby9qaHRRS2NYWW9jNjk4NjBUd01sM0FqQ2ZjYVZNL041b0FLZHozNEc3blZVR0xwZnovbnlaWW5BTkE0RDNvWDZUM1VjWVZCekc0TUYyemh3N2tnRzBVWTVvcjd4SHhuSDFnODl4ait1VjVrcUN5UXpXM2Vpc0V0a295R1F5TCtmazVOU3RmbERWS2hGNVdsWHZETU93ZkZYbk5XblNwQzdqS2w2bGswMTFkZlhkK2ZuNUUwUmtNMVdOS0F4LzZSNnpPcXVjTlVWRWJsSFZ6VVhraUhoVHMrN2R1N2ZpWjF6Y3JpSEpaREkvblU0UFdsMEFRRlVQRVpFZnhvOGZQLzVYcm5tZHFqWVZrV1BLeTh2ZkNZS2dBa0N4aUxSczBhTEZqdnpiODd2SXpjMGRyYXF6MHVuMG5yN3Zyelo0czVZVUZ4UVVUTXhrTWtkNW5sZjNXZTE1M3ZWQkVNeDFENlJsVm9PVWxwYm1aaktaSXozUHU0QXJXUUJnaGFxZUhvYmh3dzJkTTJYS2xNckN3c0t6VmZWVkVkbE9WVC96ZmY4WkVia3hsVXA5dFE3YmFCaUdZZnovemVHcWVuSkRiMVJWVmIyZmw1ZTNSRVNhaXNqMnhjWEZYU29xS3VxZVpYemZQMWhFQnFkU3FlWnJFZ3l2cUtpWUhRVEJ1ODRxM3ZNYlNycm8xS2xUZm9zV0xiWXZMeSt2U3lKenhYZXVkcTZqc0xEUWEraTRoc2crZDIxUTFZZEU1SWZ5OHZLRGZkK1BYKzRXQk1Fdm5zbTQvMU9EbEphV2JxT3E1OUJLdGhXUC94akFFZVBIajUvaiszNTJvaHpTNmZUOVFSQ2NLQ0s3QTdpaWVmUG1KL20rZjhQaXhZdWZOQUhmTUF6RDJGQlpaNW1hZnpCWE00dDNxSWhjVXZ0M1dZK21jRmhHMjQ5S2luYTdVT2pkZ3huQTExQjQrNUZpWDVKaTRDSmFZWnpJVFA1WUhKeE9ZVzB3czNsM2NmcHBDZ1hPVmhRcGY2YVgzbjRVTWhkUkpCd3NJdmM2d3ZSbXpvYWdhVnB2Z0NMNktOcG9QRXVoYmpHOTRkK2lNUGt5TTVxRngvOC85czQ3VE1vaWU5dm45TXpBQUlLQ0FtSUVjNEJodWpIbm5IUENBT1lBS0tJb0VwUWtTU1FyaUFTUm9LQ3JJQ29xQmxBWFVRU1pIZ1lrdUtBalFYSU9rL3Q4Zjh4ZFdyYURzdTV2UDRXdDU3cTRtT2wrUTlXcGVwdm1QcWVlK2hMUDhRSXpxMCtDd29mMlc2VzBDbmNHOTk3THpQcGhiN09WYXQwdmZXaHZaaFhNckJ1YjlFYUlRVU5WemVYOUdKQ3dDaEJxQVY4UXo2RnF1Q0xKaStmWUpIYy9WajBjU0tWeUZTQy8wYzlSWG16cUFKRHIwOGNpcXBScmtmejRDWXVpTGQ3R2s5dXBZSDRvQ2RwL0lTSXRnY0xIVUVsZUpXa3U3YUJTZXdNYmp0YjFvT2xxN0hHU29mMFJXQXk1T0NkSXRMUUMybGNtZ1ZDZitkQldWVGVhbVFMTit3UHRDOWtzdFIvdGZwMUsreFdlcjN3VzhlZ1B0QzloRTlhcXhIbTlpSFJWMVdVa1IvcGhzZUwzcjcyemFpRmgxSW4zYnVLYTQ3aG1IMkI0U3c5TUY1UHMrTVRyK3h2QVl3Vit0eVQ1c2hjSmxHSVNBeWRSeGQ2VFZRd2xKQW9hRXB2VjdLbVF5eGYrNjd6OUpneTdxdXU0Wm5jU1RDbFUvei9JaW8xanFNNlBBTS9YazFRNGcwMld4d1B0RCtlWnJFVzdmeURCVUpsNzVmUDNHdnEydjJmUjA0VFBtTmJlQnMwSlBoK0tTU2g4RCtEZmgrdS9MU0o5Z1AwMW1QK1Z1RllUYjhYT1JtSytuR2ZuWE03ZmhLWFFoNnd5T0lJS2NBZnRsN0NTWlRIajNzNUxTQm4yUUg5NzRlUGV6Y3pXbUZuN2twS1NRN0t5c3U3NlBXZ3ZwWkQzNXcyYkU0bEVtVlhsOCtmUDM1WklKQWFMU0lxcWJvdEVJdWRuWm1idXM3TnJscEc0L0QxZDR2MThzS3EyemNyS21pUll5NlNtcHI1dVpnY2xFb2wySXJKVlZUVVNpWFNQUnFOVE16SXk2cFIxd1dPT09XWmZFVG5aek43L3ZSdG5abWFlYm1aTlZiVTE5a0ZpWnVPOVF3ci9qWDc0aXBqWk5lNFhNNnRtWnJmdUNqVDRJN0ZDd0gwdTFSS1JRY25WOVlsRW9sTldWdGJOL3ArU2twSmtQOXFmdFgzNzlpcDhkcDVKZXplVWxKUmN2RE5vNzhSUytBNVNPdWFxcXJlSXlQeFlMRGIwUCsxblVGQlFVRkJRTEJZN1FsVnJ4T1B4ckxMZW56OS9maUZGVnlLbDMybCtaV2VucWgzTUxMMSsvZnBuL2h0RmRVOTYvMTdmSG8xR20vcHZabVJrVktwV3JkcFlWZjFWZ1FlclVWMDdmc1VCMHRMU1VyM2pmZ1B1eld5NTErWkR2TGQycGMxbmVqL3ZtNStmZjJkU1ljTzg1TzhFV1ZsWk4xTmtWNllTaWNRTnJHNTIwUDYxalJzM25oZVB4Mzl2ajV5Uy9QejhHNzIrSEt5cXc2dFVxZkpEUmtiR2IwQi9VRkJRVUZEUTMwRzdTOFg5RWlCOWYzNC9DNHVhZkNEakR3RHpCNEdiVlhsdEl0WGdxNEJpK2NEZ2FsSUtNL2ZuZlFGcTUxTGwvVGxBOTNLdkRkc0JiVDlRSFY0VHU0dEdWR0lYc1VubEtHZGhJcVZmSW1wUjFlMVdCcHpFc1NsQTZkZW9JajZYTm5SVzFTSFlud3lueXRwcEpaWTRLNENEZlR6ZmZRRTg5aFNSb2Q1bXBQZnlKNS9rZ1E5ODNCZXpHNGlkc0lLZ2hhck80djBqNmErckZ0NU03STdpZWc2Y3Y4bVlwSG9ieVQ0S0dCM0crSHdqSXAxVWRaTjM3YUZKRzVKK0FCUnRSZlYxSmNhdmduZXZZWUJ1My9md1hkcjlBNzc2UXhuTC9DUnYrMkVrU25wN251cHVmTnNCVHYzNFZBTDZ1TlVBeG5nL2pJZC9oRGwxQXo3eGQ2dnFNbzQ5aExsUUMvQTdTVVE2czhGdlQ1SkNjNWxyRllqOUo2d0ljZFg1aTZub2RnQzNwNGg4VExLZ0Y5VTJtNW5UK2NEamdmSkw5V3BmVmhROHhMMWU0Zm00aXo2MWsxL3JXeEhwcjZyYnVjY3puclhUSXVacWEySzdtVXIxVndIWTEyQTlkUmZ0NmN4OHY0RjU4S2lxVHVOYU56Si9YR0psSTJNK244VEtBd0Q5SFNTRVRpZkoxb3RFeDFBQS85Y2tCajZpcjhJcWhHRmVRaU9iNjU4TzhQK2UrMjdpZGJmU0lWdEVuaUR4Y3g5SmhVb2U2RS9GZ21nbXo1NWJOZk1XR3hOdlpRUGlaNGh0Rzd6NUwrYTRRdm84aVd2ZnpUam5rNEI1aGI2ZlMxdGNsVkV1S3lDK1lKK0ZMaVRObkJaNGxmci81NHBHbzlVTEN3dEwwdFBUdDg2ZVBic29Fb21VOTk3K3R6MVZ0MjdkT3JCS2xTcnY3NnppdVY2OWVvZWxwcWJXS1M0dVhoT0pSRFpFSXBGRFNBQ1YzdERzbjJXZFY3dDI3WFJWdlErZjg1cXFPa0JWZThaaXNWbUpST0liRVZuQWYxS25pY2kwNHVMaWJ6TXpNMnNuRW9saUtmMFBvS2FscFVYTVRJdUtpcmE0VGRDaTBXaDFNM3ZHTGJjMnMrSHhlUHhaQWRxbnA2ZVBGNUdvbVYyY25aMzllU3dXaTV2WjI2cGFUbFhQU1UxTm5SK05SZ2ZsNWVYMThMM2dLMWFzZUNud2ZLZmcvdWlqajY0Y2lVUkdpY2pUV1ZsWnZkenJrVWlrdDVrZGIyYmI1c3laTXlzakk2Tk9hbXBxcG9oc1RpUVNXMG1VdVdQTEJQR1ptWmtaSkZURlNuVm5kbloyV1RaRWYwWXZ1TThzTTVzU2o4ZWYzcFdUVWxOVGQxcE1zSERod3ZYUmFQUTJNNXNxSWdzamtjaFY4WGg4U2RKaFpWWUF4dVB4cnJGWUxKWG5TOHhzVER3ZWIxYldzVUZCUVVGQlFidXFndzQ2cUlLWk5SYVJlSU1HRFNyUG5qMTdjL0l4RFJvMFNET3ptYXo2bGtna2NuM3Qyclg3NWVibTVrdnB2MG43cXFxbXBLUk1qY1Yrelk1Wm1iaGNSRDRzTGk3dTdEYTl6OHJLbWhHTlJ1OVcxYUdxbWk0aUwwU2owZnNwM0tva0loY25Fb2xlMmRuWlgvclg4eXZwRTRuRXIrQjhJcEVvNTc3cmxGVnhiMllUVk5YdFRkTXJGb3NkSmlJbm1Oa1g4WGo4K1ozRnFGNjlldlVvcEJNUktWSFZXK2ZQbjc5cVo4Y250WGVuM3d2aThmaXowV2owZkJFNVgxWGJ4K1B4N2tudDFXUmJSaWxOcEt5cVY2L2UyYW1wcVorb2FoMFIyV0ptVitYazVKU1plQWtLQ2dvS0N2cXJ0YnVBKzVFaUVsSFZFcXBObjhmUGU0V0lUS1RDdGp1Z3kxVnRqd1VjYnNGV1pwbVpmUUdFSEF4a2ZZY0szQ0pnWEFZVnZBbTM4WjZuVjREc1l3RytQd0RQSmxQMTN4VXY2eWRVZGJQOEF1M2ZaTVBYU1lEYThnRHBvNEdUOTNHdllnRGxJRE9yeXMvK3Q3Y2lxcFcvQkJiL2crb0Y5NFhHZ0xCOVZOVjVLMTlESlhnNjdlK2txa1ZKL1lxUkVLbENSZklBcW9lRnl2bFhrOXJSa2ZhLzdtM0UreGtRMHJCSHVSeG8rUzgyUXQySHBNTVZiQ3pwb0hJdmtqQk9Yd0JjWFVWNE5mcHRIclR2UU5MZ2FxOUsvR01SdVpmTllRL0VadVJ3RWo0KzNQOEhGU285QU1lK3VvcklTTGNTd05ORFNUWktIMkQxNHFvNU9wTk0rUmE0NmxZcGxDZU9HY3pKWld6MHV0Yk1KckFoN2tlczZuRDJRMDhDcjUwUCtpTGdsN09vZVI0NG5ZWU55eldNaGJPQ0dVdWx0d0NRUjJIRDhnaUpqWmVKOTAzTTgzRys1emVKb3h0VTFlMTkwSTk3cEFESm55ZkJVNCsyMWNkemZTa3htQUFFcitmdE4zRWJ3UHBaS3ZmRnpDNWx6cmwrR1NzNFBxSlN2N0VYNzVkSXhqVm1sY1BiOUhNL3F1UFBwUksrTGFzZktqR1dicitLV2JUUDlXTTZ6MHdWWW5DY1p3MTFLWnNadDZDOUNjK24zSzNJZUpCbjJpWFUzaGVSWnFxNkRxZytoRlVEVHdEc2IrRTZLYXlXNlU2eXNJMzMrVHVTMTNzRDRDZGh4VldKejdpYlhDS052dDNqUGZmYmVDYStrditTU2twS3FwVXZYLzVDTTNza0Zvc2Q0UCs3NGV5Zy9oMnhGSG1uTmlWejU4NWRHb3ZGYXFlbHBUMUpVc2JYUW4vSnQ2OXExYXIxRnBGRVlXSGh1ZVhMbDYrVVNDUUdxK281SW5KbUpCSTVNK253TTFOVFU5dEo2WCtna3kvMWVVcEt5bDJzeXBGNFBMNDJHbzIyRlpIbnpPeDk1OEZhdDI3ZG1tbHBhYStMU0w2cVptUmxaYTBVS3J5ajBlamxQQStWUlNSZFZSK3JXTEZpczJnME9qWVNpYlNaUFh2Mk9qTzdYRVFLU2twS3BpUTNBS1ZXckZoeGpJZzhtNVdWOWF2cThObXpaKy93WTVPVGsvTkRMQlpMTWJQSEk1R0l2MStFK0w3eXZyS3pzN05qc2RodzVseVg3T3pzdDhzNDdJUm9ORG95K1VWVjNiZU1ZLzE3dHVKNTJwQ1hsOWVRWjJDbmlzVmlENUR3TzlTN3hvYms0K0x4K09leFdPeXg0dUxpc2ZGNGZFMHNGc3RnMWNBbElwSndWZjZxdWozNTNLeXNyRTZ4V0d5eG1YVlp1M2J0QS84WEt3dUNnb0tDZ3Y1M0ZZMUdINmJZUmFYMDM2MU4wV2gwU2p3ZXY4QTdwbVVpa2VpVkJLQWJWS3RXTGE5cTFhb2Z4K1B4aTh5c3U2b09LK3YvNVd4S2Y3aUlORXROVFQyL2R1M2FtUTc0eCtQeE1iRlk3QnN6YXk0aUY2cnEwV1pXUzFXL0tTa3B1WG5PbkRtZnV1dGtabVplRTRsRWV2Z0ZYNUZJWkhRMEduMGpIbzgzajBhajNmbXVMZlNsY2pRYVhTUWlYZVB4K0JncC9kNHdMaGFMSGNqL1h3OHlzL3RVOVlWNFBEN3c5K0kwZCs3Y3ViRlliREJGR0cyenNyS20vdDd4R1JrWmRWTlNVaDdnMy9aRFpTZmZDVVRFQ2dvS2JpOWZ2dnhOV1ZsWno0bElhbVptNW0ycWVpWC9ienpJTy9aWDN3dm16cDM3ZlVaR3hpa3BLU212cU9ySFlmK2JvS0Nnb0tDL3MzWUxjSStsUVltWjdRODhkOVhQSTBWa2s1bmRBY3dxQWRUMTh3QnpReEhaWUdaOUFlZlRnUGJqZ1NxRndPVzlnV3V6QUp0T3pqNmpPWlk5RndLNDYxQzUzUkdRdUV4RXJuYWJrWkpnR0FUMC9nQzRtczQ1WndIcUxnZmNDdmZvQmF4N1BtbEo0UVpzTXI1a2s5bCtnRituWWlEdFVKSWJxV3pvT2diQU41SGt4YTlBQlZZN2Izc2JqbzV6NE4rck5IZlF2Z2lvUHNtcmVEY1J5Y0hYWElDVkYzcWJvTDRCdFA4SitPaWcvYjRjY3pYbkphZ0dIMFdpWUJPeFNpT3VkZW5qdTFTTE4vSzY4Wlh6NHZjMmVqMkFaTUlGeEs0OFNaWFd0TFdKTi9kM2lNaUxxdXB2WU9wV0lsekhPTGt2Mnd2eGxuZis3TGZ3SlhRMUNadkY4a3ZDNDBXdjZuVWxWZWRiemV3bDJqVU5xSjdHbDhraEpBaU81SnlOckJUWWwvaE04elpCN1lTZjlvL00zNzFJSGoydHF0dElHblJtTEVZeVA1L2dXZWhBcGZ3a3hzWnBNOG1QeFdaV0FTdWNlM2d2学习辅助82Y1RQdStCQ3gvUTZMbmVaNnBiY3k3RGxTMWp5VE9ZMFhrQmViVmtWU011dzFEdC9BTVRhSE5OOVBIQXA3MTZjUm1LaXM0QnJQNTczczhnK1h3ZmY4WHlZb25pYldRT0pwQjhzQzRSaUhQMzc5SUFDbFYvcmVJeUZvenU0WG5mQ3Zqbm1BK0ZsRXROQkxMSzJFMVJFZGdmeHBKbHlzNXBqclY5dXNZUTJmcDFaalBrbFFxN1Y5alA0ZUhtSnZ2TWk0SHNnTGpVUkg1Qm11aEd4Z1RWK1crQTl1azhTSWlkWTVOM3NmMjU3bDhoSnViZjBiNHNDNDY2S0NEWHFwUm8wWVdka1VpSWlWRlJVVWYvTm5yL282SytVL2QxR2cwV2xsVkx4T3F6b2pUYnhTTlJoL0dIdXZVZWZQbXVhVGF1ZlhyMXo4cEpTWGxSamFXUHRiYjEyQ25pa1FpOThUajhWOXQzQjJQeHdkR285R3ppNHFLSGhTUmt2cjE2MThVaVVUYWljanpXVmxaNDVPdkVZL0hQOG5JeUtpZm1wcjZFc2tsRVpFeFp0Wmo5dXpaNjVqakY2dnFaems1T2IrQnpGSUtzNjhTa1E1WldWazV1eEswckt5c3hTTFNKQnFOMWxMVnE5ekw4WGk4ekQwQnBOUjN0MjI1Y3VXaUJRVUYzWFp5eURmeGVQdzN2cm5SYVBRRVZiMmk3Rk5Fc3JPemM2UFJhTHRFSXJIWlgyWHdPMjBmVXE5ZXZTL1QwdEorN3F1cWxtbUpsSldWMWQvN09VZEVjdXJYcno4akpTWGw1OVZTVkRhV2RlNHJHUmtaYnkxZnZqenZqOW9VRkJRVUZCVDBlNHJINDg5UmFQVjd4L1IxSzBKM0psWDkxTXcrRVpGdlZMV21pS1I1SHZMVlJlUUNWUzBuSWtmdnZmZmVWMUdJSkZMNjc5b0NmMVhpenBTZG5UMlIvdy91ckozdHlsaUZteXhqOVYrdlB6anVOOXErZlh1YmloVXJIaFdKUlByLzBiRTVPVG56UktSNU5CcDkwMHMwbEZtMFFlVytHNFBpN096c1VVY2NjY1JyVmFwVStjQ0QvcWFxdndIenJGNjRwRUdEQm4vNDNUQW9LQ2dvS09pdjFHNEI3dVdYNnZVWFBHQmRERUMrQ0xpYW9QcjlDd0JuSFBpNGtxcjJlN0JjZVIvTG0ycUFyMEVBbmRxOGY3MS9XMkJmYytEZnc0Q2Zjc0Q0RGxRT0Z3TTlsM3B0SFFLZ0hVeDEvWkZjNnp6K1BvNU5XNFhLektZQTVyNEFYS2Q4dmlCTkFBNCtETnowOVJrQWNSTmY5QzRsVnFsWXZ6UXJBOXJYQXpEV29wOGpxQWpQNTVBbnNkaHgvdDRmVXYwODJxdG1Ya05sOVhLKzdEMUliQ2R6dmNPQXVlMVowU0JZL0F4STZzTlNFaWtkT0g0cmxSSWZFOE4wd080Q3hzTHBLeEZwcEtyZkE1djdZVWswQ3pqcnJIYUtnZlkzc0dHeHEzQjN5WWhPOGx1ZHoxZzRhUDg5RysrNkw0NFgwOWNJaVlDUDZWOEYrdXVnMWhxK1VNLzNLdGpIYzc1YlVmQUJsZm5PL21ROWMzTmZFaXFiMlBkZ3BabTE1WHFMZ08ybkFhSHZVTlVmT2Y5eDJ2UUsvYjRKY1A4S3o0V3plbklxWXA2K1IwTGlMaUMwbTMrOUFjbm5lM1pQMlNSYWVyT3l3YkNLNm9tMXl6QUE5R2lTVG5uc1ovQXlLMURFVytIeEVwWGs5elBXSmNEK3ViUnJPbjNxUTR4Rzhjd2VnN2ZsdThTOUUvNzdnai84WVBwZmpYWUlLeTArSndsUmdjK0haaVIyTHFMOW0wbnFsU2RwVVpubnFZVzNnbU01TVhmL0ViaUY5NGN4SGwwNDVsRGFjamY5N3VCdFpqdWF5dnZMNk45TEpHR3VwUTBQaWNnRVZoUWRTZi9TUEUvekx1NC9UMmFXZXRoeFAyL3dsYXdmZHZiR3Y2UGx5NWZuMWFoUlk0eVpQYWlxTTgycy94OXRxdnFmeXN3KzVabWVMaUpQbDFVUmxabVplYU9xYnMzS3lyb3cyYnBuenB3NU05MW5qNGhFNnRhdGUyQWtFcW1la3BKU0ZkL1hOTi9IVlZWTFpzK2VuV3kvSWlKaThYajhCaEhSV0N6MmdKbXRqOGZqNTNzck1uNmpuSnljSDBUay9Nek16S2FSU09Tb3JLeXNSOXg3c1Zqc05CR3ArbnMyT1ZsWldSTjJLVWpKRFRWN1dVUTJtdG4wbEpTVVYzK3ZqZGdCblpwOERFbTJYRlg5NkhmdXM0MUU5S3l5M2dkb2xLWE5aamFsb0tEZ1Y2c3VxTWhiYW1ZYlZYWEFyaVlzcEhTY1A0cEdvL1BaZ1BhRFNDVFNjbWZIN2l4UkVoUVVGQlFVOVA5YmRldldQVmhFWnFycUcxbFpXZTNMT3FaKy9mcm5wcVNrVEpYUzRvTDl5enJtNzY1Rml4WnRUYklvZFNvMnMrOVV0YXpWMTI4VVVRQUFJQUJKUkVGVWZSK0p5RGxtOWhIZmszZEppeGN2THNqTXpCd2NpVVRPRlpGbFp2WjBQQjdmMlVyUEJLc1lnNEtDZ29LQ2duWkZkWTdOdExMK21GazVNeHRvWnNWbVZtSm1lV1kybmMzMHZqU3poSmt0TkxPSHpXeVZtYzJpNGwzTTdIQXpXOEV4OTV2WkhINHVNck91WmphY256Znl0Ni8xWm5hcW1aM05QWjFXbVZtbW1iMWxadHZON0U1WEdXRm1OYzNzbjdUekpUTWJ5N25Eek94N00xdG5acStiV1NIWG1tNW1oOUxIdm1XMFlTekFYc3pzQXU2WDhON1BBVm9LeHh4bFpya2Nzd3BBL3l1WldSVXplNU0ybXBsOURGQjM3emROYXNjcU16dkR6S1lsdGUwS05tQnRaV1k3ekt5L21kV2huNjZOM1J3WU03TjBNK3ZIT0RydE1MTnJHYjgxeERUUHpIcWFXVDdIekRhelN4Z2pwMXd6TzVicnBoRGY3V1kyeHN5V205bHFNL3VVUGw1clpnMFpUMThmNFRlZkhKOTltVU91RHorWjJTbmUrMmZUN2p3enV5SHAzRHU5c1Mwd3M4Zk5MTlhNZXB2Wk5qTjd4c3cyZVcyWVkyYXZlR094bGZqbDA0OWlNMnRFbkp0ejdlL05iRFR2clRhejA3ejdQOFF4SDVsWkxUTTd4c3hXbXRsVU02dGhacDhrelI4enMzbllNNG1abld4bUd6aW1oT2ZqWmZyN0JtMWFiMmFOeld3K1l6S1orVExDekU0eHN5VmNkd3JXUldKbTFabnIvcjNmTXJPME11YjlIUHI4RS8zTE1MTlJ0T2NOcnB0Z3pDc1NtNGVKcit2UDJXYTJqTitmTjdPN2ljdHIzcnd5TXp1TDgwOWwvaXd4czZVYyt4TXg3bTFtbjNsanRNN016dlppZmo1ellaeVozY2pQMmN6bkxXWjJ0WGQ5cDJsbXRqZngya0c3SGlNTzI4enNPdTh6cFFidFdzOW5XWW1admNDcUdOZUdYanY3L1B6em44aEIveTFGbzlGbllyR1lOV2pRNFBDL3VpMS9NNVhwVWI4cnlzaklPS2gyN2RyLzFhcTUzL21PRWhRVUZCVDBPd3JmVWNwV0xCYnJGSXZGTEJhTFBmSUh4MjJQeFdJV2pVWXYrTDNqOWpEOTZlOEVEUm8wcUJpTlJnLzR2MjNPMzEvaGUwcFFVRkRRbjlQZi9Ydks3bEp4ZndzZTJCT29RdTJHcDNoWHFnVjNZT1h4TUpXek42cnFSbUQwV0NwdWgyRlY0U3BtMzZYQy9rSGk0R3hEOHFnK2pHQ1prVWVGcndNQ3kyblB0VlJOdnk0aXIxSVZ1eDhWeEtkaEo3S2FhdDczcUd6Zmo4cjFxendibUhaWXlkeEQxYjBia3hLcXVPK2tHdUVVckdjcThyN1IxNGFxbWllbDhPNVkrblVvRmgyM3ErcXZLbUt4RTJtUERZeXpDV21EMVl4U1ZkM1JhOGM2WXRUUTIwUjJCOWY0Z0NyMko3anZhSlp2MXFHS2U1eXFQc2w5MHoxTEVGZmh1cDRLNTQ2TTBSZllCNzFMZk12UngzNWMyNDNSUnM1WlNGS2pLU3NscHJLazByRGN1VnRLcTVSL3BGMXVNOUVTckdkdVVOVnRTZkdwekNxS0UzaHBDNTdrTTlsYjRIeFdFMFNvM245WGZySFd1WktWRm1tc1VuZ2J1NkpPeklPSnhOSDV5aTlpWTlQV1hLK0UrVmFUZmg5Q1c4WlNLZDZCMkUrbG9yK0lOcmkyWFU5Y1ZsS05YWkY3THNOeXBSUHQ5N1djaXZ4TlpuWWliYTdLZTdPeDhibWR1VmlEYTdhalN2d2d4dXhNMnRpR1ZSeDFpSGtIVlYxQmNxUTdsZnFhTkxjZm85TGV6YmNjS3RkN0VjT2J1TmNOVks1dnArODVJdEpkVlhlWTJTVThxNVc0Ynk5c2QycXlpZTAzVk45L1ExdkxNNjhmWWg2Y2prM1VGbFo4SE1telc1bG45MEJ2cGM4MlZxTk01M2s1aFQ0dllEVlBIMVo2SlBEUjc4TjRqQ1YyeG1mRE5jelZWNWdIMDRsckljL1dKRDVURHVQejV4Q3VVNU5qdTdDQmNCcGoyMlFYUGtlRC9pWlMxY3ZON0x1c3JLeXlxdnYvbC9XbnZ4emw1T1FzLzc5dFNsQlFVRkJRMEg5WFpwYVBSZjVwZk9mL2pUSXpNMC9uTytUWDhYaDhaL3ZpN0luNjA5OEpxS0wvVzFUU0gzZmNjZnVucDZlM1R5UVN5MHRLU3Q0U2tkVno1ODdkOG5zcklvT0Nnb0tDZ256dEx1Qyt2NGg4SWlJUEE1Z2ZrbElJMlpUM3R3RUFQOGRyZkNPYm56NlBQY1VYK09JN2k1Y1BBYXhEazN5K3R3Sk1qeWM1OENaL1hGWGtqd0N5WTRIUUg0dklvNnBhaEwvNmkvaTJ2NE8xUzN0QTZBNnNkdFlBcHRPQjFrMkFjSThCWEYxeXdHaGpFMVV0TkxOVHNkSHcyN29hOExoSVNyLzRuVUNmRHNmWC9lRmttd1BQVHVSUkFPcEM0UDVzRGprVzBPaHNWRFlEbGMrai9Ya0E1bEhjNjBKc2lTWXdSdjFGSk9wWjZ6enUzYmNETmladXptMG5FWEV6QVBOenJFcitnWjlqSFRibUhBa29kUnV3RmdLSXh3STJid2VzVDhhU3FEcjJEWGR3clU5b3J4dEQ0N1VtcXJvbEtUNlZHUGZia3U0MVRsVVRWTFlQQk9RT0ZwR0JxbHJnMlJNTkpOa2d6SnRIR2FPSGdQMW5BV0NGMkgvRjJMdHhYNEU5em1UbTdUOEIzcWVSNE5pYnY2OEFvai9MaHJyRlpuYTZpRHhEMHFBSlNha1J3T05IZU0zQjNYeWVtWVNJTkZYVitXWjJKcytERy91WkpHYnV4NGY5VU95ZFdqSEdsNUZBT1lma1EzczhKaTlpL3QydnF0TkpLSFJsWDRKVWIyNjdqWm1mQUxpN2V6N044VFU1Wm4vbXpYeG4rOFQxNzFMVkg4enNhcDY3NmxqVXRDREpjU3J0V1VRTUY1STQyNSs1MTRGMkg0OE5UaUgzT0JWQXZoKzJRbFZJdERsMUVaRlJ4TndsVmpidy9IYmlHVitOcjNrZkVrNnZlSnZaenZJc2daNzNrbzZ0YVZzNzlsd29OTE45bUZPbmtHaW9Ub3dhcStwS3J0ZUNPZnFibFNOQmYxOWxaV1g5WmlWVVVGQlFVRkJRMFArV1NrcEtScVNtcGpZVmtSdWowZWdBTXh1WW5aMzlRNE1HRGJTNHVMaE9Ta3JLMVJTblRGUFY2LzRUbUIzMDE2aENoUXFhU0NTT2prUWl6VlQxS1JISmprYWpYeVVTaVptUlNPVHJlRHkrTkl4clVGQlFVTkR2YVhjQjl3VUErVlg4ZmlYd3k2azZBUHdoZk40anZIODFNRDRCa0JNMmxPeEVoZTBoM2pWMkFOanVwVHAyRUZYYlp3Q3I4NmppTFFHNDVZcElLKzYzRCtkY1NEdmVBTFRQRkpIdmdJVHIyRFMxQXZlNkd6QjZGK0M1Z3RlVzFmak5MeU1CMGNYYkVGSm9ReU8reEJuSFBDTWltVlJoRDZFTlB3dTRmQ3ZWOHlsc2ZQa3p0S2NxZWdJYmRycDdqS0hLL2k1OHNnOFdrU3phZXl6MytJejJ2VUZGZFFSby9LaXFycVVTL1c0QVl6bXZTYThEd0RNQjBFMEFzeXRaMFZETWE0OEQ1SjFhaThod1FQcmxnTTJ2Z01sMXFEQS9GNWc2VEVTR3M3bXQwMXBpbTF0R2ZOeGVDRzVwWmpzUkdjSzk2bm9idXI1TC81elhlRTI4M3QyU3pKbTA4eHIrZnBySzhicGNld2NKb2lzOTRQb3Y5Z1Q0Z0lydkNzRGdmUUhNK3dITlQyZlZ5SGdSYVUvU3FEYjkzcHZxK00rSXkybmM0d1NxMndWQS9RbUF2WWVJVEdhejRONWVuSDlnZkxweDNRT28xTy9DWGhCTnVFNHRub08ydFBWR1hyL0hTeHAxUzFwbHNSSVFmd3VBM3MySmpjeURWaVF0SG1hc1B1TjVHQTRrTi9ZMWlMTUtwVC9BKzBkV00xekNCckE5Z09ZZmM1MGlramNSbnMyaHhQWTlQZ2ZmSTBaTGVYMEhDUTdmajdPTHQzbHpPUkpETlVuMERLWWE2a00rZThZRDVOOG5PYUJVOUhlbU92OEw1bjlIOWxLb3luL01ubFZWVjRFem1sVTlHL21NKzRHRXlJL00yVlpKTVF3S0Nnb0tDZ29LQ3RwTmxKT1RzNlpCZ3dZTkVvbEVDemF0Ynh5THhmWXlzeDJSU0dTdG1YMGxJbzNqOGZnN2YzVmJnLzV6cVdwRkVUbk56RTZOUkNLYlJXUnROQnJOVXRWWGk0dUxwNFo5ZUlLQ2dvS0N5dEx1QXU2dlZkWHZwQlJXMVpWUzhGN0Fld1dBMUR0VjFmMWpkenJBTng5QWVpNnZiNmE2dGlzQVVyelgvNEU5eXp6c2Jyb0NQWVVLM1I1QXlsRkEvSFlpOGkrZzUzT0F6VVdBemw2QStpbFVDSmZ6b0c0K0ZlU1RnWEpkUGVzVXdkYmtWbFZkYUdaVmdKbSt2Y2s2RVhsRVZhY1FqMnFBdi9OSlVJd1RrVzdKbTlGU0lkMGR1TGdCUU9xZ2ZVMGdvUS9JcDdJcTRGRkFZeFUyQzcyR3l1dHhWQ1QzWWNOUjV3SC9QUlkwaTRIMmpZRzNMakZSd0lxRUZKSWlyd0JNYzdoK1IwQnRPNnJtM1lhdFJSdzdnamFmRDRCZFJKWDVVVURTZ3gwOEJwcjcwUDU3WXZ0dEdYUHNIQ3FYSzVJMEdBa3NkdmNhempoOUtDSVBPR2h2WmdjVEN4ZTdGZlQzSm9EOUdHTHZLbXdMZ1BQSEF1TU5vRnViYXV4OGdIaFQ1czBiSkF0R0FJbXZBbVkvRExUUElDNVZtSGVUcWJDL21tUkpGY1k2bld1L3pRcUtmekxQcTlPM2syamZldnI0Qk8xWnp5cVJjWXpMTThTM2hHVER6U1NSYnViMURpUURVZ0g4elR4b3Z3VElmVDdQZ0FQTzYvajlDaEpGL1pnTHIvTHNqZlBzaEhxSXlCUXpPNXhrUTIyZ2ZUdmE4Q2puVHdTZUcrTjVFakIrbUtvK1ltYkhNOFlPdGw5SHdra1pvNW4wTzhMNXI0aElQNkQ5L255T3VBMWpPNUE4ZUFOTG4wVjhUb3owNWw4ZXovcHNqanVHWjY0akt3NTZpOGdBcmwrRFByalBuMzJwNUg4RWU2aFU1bmU3WFlIMlpwYmlKUU9DZ3ZZNFpXWm1kbzFFSXVVTEN3dkhGQmNYcjZoVXFkS1cyYk5uRi8zVjdRb0tDZ29LQ3ZvanpaNDlleDByVjh2Y25EWm96NU9XK2lQdHc1OGpSYVJoYW1ycXlsZ3NOcUdrcEdSMGFtcnE5NXMzYjk2NmVQSGlnbDI0WEZCUVVGRFFIcTdJWDkyQVhaR3FmaVdsQU9wb3FxanpST1JyZ05wWUVYblFRWHM4b1Y4RVdHNFNrWk85U3cwRzhKN2h2WmFQL2NqUndNaG0rRm5meGZzN3FMUWREWkE5Q0pnK0NlRFdGMWkzRERCK0M5N1kzYWorM1QrcE84TUJ6bWRSR1YvTGU4OVZxbitCdlV4SFZnQTRGWkFrbUVCZjkrYWV0L1ArbTV6L3EyeTltWjFIMzJzQVY1L3k3RjhxWU5keXRuZktER0RtZmNEYlNvRHpoNmdRN3dmRWZaejJ1WE5YaTBnTHFxRWpuTi9QUzB3NGIvbEtWRWZQSUE0YkFNNU5BTFdEUmVRQzR1cjBwWWgweHQ3bUdDRDFjdWJDS1NSdmxGVVVyUURFVjNsemZCbXcrK3ZrK1FYOEh1TFp4Q3dRa1dkVWRUUGd0UjlXTVl0RnBMVmIrVUhDWTRCbndiUWR3SHdzTVg2WjhYVisrU1VBNWNPb3doYmFYNTdFeFVRODJKOGxUcjJacjEveC9sMVVyTGRSMVpYc3FkQ2JSTW9VcXV6dnBnTCtaUklDei9Fc3VQbC9BS0M4S2ZmdFIySkJtQnNqU1dJc3dDTG5ldWJiUzh5VGFpUmhsdkdzMUtFNnZpTFA0bEJWTFdCT3RQSHV2VXhFbXBOWWVjcWJFK3M1N25EdTlSeC91dEhXUGx6clVPYkFZTDdrRGlidVA5R3UwNWlmbjFNOTM1dG45U2ZHMEgxV2RBU005K1dlUXoyb3Y1VjJyY1A2eUNVY1pvbElKeXk0MG1tdnM0bks1RE9tSC9Pd21EblFtTEVVWHV2bldlSmNRRHd2Wkw3T0VKSGVxcnFONTdFdGlRU25mTzQ1V1ZXTkJFZjdKT3VzUXRtNXp2bWQ5NEtDZG51cDZrRWk4bmhhV2xxOFlzV0tIeVVTaVFIUmFMUnhSa2JHMGJ0UmdVSlFVRkJRVUZEUS82NXFpY2lEa1Voa21wbE5yVnk1OHFETXpNejdNakl5Nm5yL0p3a0tDZ29LK2gvVWJ2TWZXdnlrLzBHRjdkdkF4cFdBNnMzeWk5M0xjRUJtQVZZVXJvL2oySnh5SEJYYUFoQnJBbGlOVXJGYklxVlZ0SHZ4ODRzQTBYY0FkR09CeG1uQTBlc0ExdmNBY2V0U1FYNFpJTTlQanJ3RFpEd084T2hiOVJRQ0d5ZGkyM0l2YlVzK3Z5ZisxeWtBMHpzQjFqT3dFOXFRRkxmRHNmMDVtSXI4eDUzOUM0ZmNRQ1d2aThsS2dHMFBQTDlyRWNlV1dIVjh3WmVIcTdIOXVKN2ZDN0FRK29EclhFYUZzUThYdndkKzN3dG8zNThreDYyQTh4ckVPcC9yT3N1YVhCRzVYbFhYbTFsVnprMER0RWFwemhadlk5MkxHUS8zSlNlUE1YMi9qSG0xUDlYc1IvTFNOalkzWHNLY2V4K0F2RTFFcmxIVkJaeFhEZ2g3cFhlNUZrRGFwN0Z3cVlrbGpXdkhwMEQ5REw4SlZPay9UZHpIRTR2eEFOY2ZzRjV4bSt1ZUx5TGZNRWRHOGZzUzV1NUZWR0hQeHlMR1QwYTBvM0w3T01adUdURFpUNDcwQkRodkkzbndKcFg1UFlEaGgza3g2c1JLbGZlQjg1K0pTRE04Lyt2U2ZnZnRuYzJVa0FCenF5K0tBUE9ITUw5ZW82TC9KZnJlQW9CK0NuWTNEWmxuNDFrMXNJNUUyZlg0NGVmeVBQUUU5cjlFc2lPVlovOEpWZDFzWnA5d3paWUE4VW9BL3VPNTVwSGU4N0JVUks1VzFiWDhmZ3NKaTNZOFQ3ZVNrTGlaNU4rTnpMK2J2SEVmejdOOXJiZTU5bDMwZTUySTNLS3Fxem0yTVhaVzd2NEpQak5Ha1dnN2o4K2dMY1RWeGJJcmM2Z3NUZHZKNjBGQmU1UlVOU0lpTVJHSnFtcWoxTlRVdGRGb2RKNlp2UzRpNzJkbloyLzZxOXNZRkJRVUZCUVVGTFF6cVdvNUVhbW5xdlZFNUphVWxKUTEwV2gwc2FxK3VXWExsZ21MRnk5ZXV3dVhDUW9LQ2dyYWc3UmJnSHZnNmlBMk1aMU54ZXErYk16cG9IMGFJUFUwVGl2UDN3bGc4NmVBVGdmRXRnSzZhZ0JHbjZaaStsMnZHdmhOWUh3ZlFPSTBMRVFxQU8rdm9tTDRXUURnTVZRTEh3TmtGSzhOSDNHZmd3SGNoM3Z2bHdBWkIzTHNqZGh2Vk9UOUluek9id2ZhSzRDdkZmMWNSaVg0ajBseHEwWGJqeVl4TUV4RVJnQUFVMGc2RFBkaXNvTksremFBekszQXpJSDRvcjlObTU3QzJ1UmF6aXNHRXZmRzZ1TUM0dUJiQU0xbERPNWt0VUtFaE1COXdQWWpTWkxNd0lha0hGRDdYeUxTRUdoL0NQWXArM2lBZGIySWZFdWk0QzNhZDFzU3RPL0JYTEdrK096bDdRMGd3T0Y3Uk9RN016dVI2dk1EaWU5ZEhyUlA0YmhtUEVOdVg0RjA1c3NydFBFTzczYmZNMitPODE0ckpNWjlxYUQra1NUQ1VJRDhQSUIwWitiTkE2cjZLWlgyL1lEYUM0SEdCeFBINzBqRTlDSEo1VlpwN0dCT3RSYVJiR0R6dmNTcGlCVVBWNUVzR1FiOFhzSFlEL1RtNjNiQTgwS1NDWHNCOTI4SDJwOEFXSFpqbjAvL05oTlBsNGh5ZGtTYmdNNWZNazRkU0lZTVlWd3VZeTdlU2w4R0FPWFhjdDZkL0psUGZ4N2huRW04SG1IZTNTUWk2V1kyQVdqL0l2QzhKdFkyUnpJVyszcHpiejdXU212NWZHbEl1MFp3M2E3ZUJ0aG5FUE16U1RnNGZjdXFtTXQ1MWo1bXZBNGw0WGVicXY1RUpmKzk5TS9GcUlqWWoyYmVYY25ZZk10Y3FzbG54MWdTZ1dXQ2UyOHZocUNnUFZMSm4rMHNRYThzSXBWVjlUQlZ2Y3JNTmthajBVa2xKU1hEUkdUUmxpMWJ0dVRtNXViL2RhME9DZ29LQ29yRlltRlR6cUE5V29sRVloZU9LbHQ0NHRmbXp3VlZxbFRwRll2RkppY1NpVmNMQ3d1L3JsQ2h3cGJaczJmditEOXRjRkJRVUZEUTMwNjdCYmluZXZrSVFOcFJYaFh4eTk0eDV3TTVIYkRmQWtqZDdubDJWK0s5UWlEbk9pcGhQNlFpdDc5MzdWYzl5NVhiMkNDeXZYZk83Y0RIOWxUc253M0EvSjVyKzFvTU1GV0FvYlBxMlFwY0dBa3NMd0ltOXNUL1hBQ0lINHBJU3l4SWhIdjM1ZHl0Z01KZlZkV2FXU1hnN2hYYzkwTVI2ZTdaNkp3SmFQUTlzaWRScmJoZFJPYVFJSG1OZS9VRzNqNE0rTHlDQ3VmREFKbFBBbTR2QmJ4WEk4NnAySzRzeE1abEJ1TnlHbFhMTnpKMmIzTFAvaDcwM1VKODU1cVpzeDg2ampGd0t3akcwSll2U1k3MDhNYloyU0E5NDYwdzhOWEtxNHd1SkRuME1mWXZMZ0d6SGFza1A3NTNBL3pkWEpzT2hPMUVjbU1ieCtUVDExVlV4WjlHUEl5MkY1TUFPWWw3M2cwOHZ4clEzWjZmcnlVdVk4MnNQSlhpMXpQMlR6STNYd1ZzUHdYOGRuTnNHRFk3UGJHOEdVdlZkMGN2WVRNSHIvc2F6TlBiZUE3dXgrN0pXYjdrMCs4UkpNR09Zb1ZHYXhGWlRvS3Ryd2Y1aTVnM245SU9COFNGUk5XYmdIQm51M01oaVp4UDZGc3o3dGtMdTVvZXdQUHQ5UE0wSVBnV29QVzFXQUROb2Y5cFBKTk5TZUE4QzlUdlM5dGpyR0k1bDNFeTczbll4R2ZHdHlUS3JxUWQwM2pHV3hIUDliVDVYYzV2N3MyVE5jVDZDTTdOQnRnZnlWZ05GSkV2U0FRMUlrSGpyN0Q1WEVSNllhRnpDckdjVGx5djU1Z0ZKQkF1azZDZ29KMUtWYXVLU09PVWxKVGJSR1JKMWFwVnY5cG5uMzIrVnRXWkJRVUZPZlBuenc4SnJxQ2dvS0Nnb0tDL3N5cXpNdno2OVBUMEZXYjJWU3dXbTVGSUpHWm1aMmYveGc0MktDZ29LR2pQME80QzdpOW5zOVF6cVFKZVNDWGR0MUlLcVE4RTREcll2UVdnZFJKQTcvSWttTmdDd0RvRjZOa1VnT2dzVE43RG51SlFJR2dsTEdhKzluekVpNm1RM1l2SzZoK0JkaE5GcEtyWDl1MXM2THFLVFNuUDQvVXNxdGtuaVVnN1ZkMWlacmNCK0twNTU2OFNrVmFxdW9LK1hnckFyRXBmbW9uSVJML2lFQkE0R0NnZW9kMDNxK29PM3E4T3REL0l1ODhrYkdlcWtVaG83bTBXMngwNGZnc3hhb1lsemxXQTBRN0F4U2p3dXdiSmlucU14UnpHSUpkeGFZcVBkNFNxLzIrNTV4QUFzdE5USXZJbUt3UjZBV1pYTTVZcFVncktid2VDajZhaWVTL09UUUNZZTZ2cWJ6WXBOTFBHdE1IQjZ4bkV2aUxqZnpRSmp4R3NVaWpodk11WVU4NEdaakVKa2xIRTVEMFNTcXVKN3paZzYxWGV2V1pUVGQ0VVFIdzNTYWVhbmszS2ZkempBWTUvV2xXM205bk56TTF5SkRLbU1xL3FjMDRMRCtJT1kremVZUitCZTVrVGJUMkxsWVU4VStkUTFYNG56OWx0SFBNQTdVblFyLzZzQ0xnSVVOMkkrYVVrZVU1blhJMksvQSs1ZndtSmpuVFBEbWd5OGJtTjl6cXhZcUFuNSt6Rk1TOHc1eDhFd044SjVHL0VaMWg3NXd2SmMxV2I1Mk10ZXk0c01yTm5XYVhTeWJONkdzZTRWS0g5bGIwcDhpQ2U4Z2xXZXZRaGhtMW8yMEtTR0IrU2xCbk45ZnlrMGIxOExyeE1zaWtWcTZRSWljSitKTHRPWnU3NUsxUVc4c1Y4azVrZHhmTTVtd1RWTTF4ck8xWkhoeEtmb0tEL1Naa1pSZlovTE94MGpoU1JJMVgxSmhGWlc3NTgrU1dabVprVEN3c0wzNW8vZi83Uy8zcURnNEtDZ29LQ2dvSkt2OE9JbEg0LzJlVnorQzV6c0lnY2JHYlhxT3E2ek16TVpRVWxJZ1hGSmduNzk2NFhGQlFVRlBUMzF1NEM3Z2RTYVR1VGl2UXJBSjdPUm1jczBENUJaZTVVL09FSFVCRitBZGZaRG9oK0I2aVpDalJ0QlZnV3FtTGJVQUU5RVVENkhHQ3VPL0N2Q0doYUFVQytDTkRYajBwZXB4WEF1K1dleFlmN1Y3UWVrUEpKVlYxalpwZVhBZTF6OGI5ZVNGK1BwUTIxcUJCL1ZrVEdKMEg3Y2xURnU0cmNXVmpOT0doZkE1QVk0LzBFUHQ1SDRUbi9ObjNjUUlYdnc4REJaMFhrVkJJWUg3Q3A3QklSYWF1cXE4M3NlR3hEeWdIQnp5TXA4aGtnZUE2VjFNMkJqSE5KdG1RQm9yc0FJQVZibDM2cU90RE1LcG5aazhSeEExOVMzQ3FFaTdDa0dVcGM5dkppOXlHYjJTWnYxS3RVK0QvamdmUlo5UEVRRWdqSEFGNUhBWDZOYzQ5aDNQZjNiSHhlNVp3cHpNL2hRUHNhekpOdnVGK2ExNHg2VkVtdlllNit3cmozcHRLOHZZakVSZVIxVnBsY0t5SUZadGFJUkVLQ1o2SVA0M0lpc1Bzay9OV0x1V1lYWXIwWHdQNDA0clEzN1YvR0hMdFFTb0gyUllEc3JzenRsNzEyZjhMOTJwSEEyY0QrRXArUkNIb3VhWVBqK1p6ek11MTE0SDRtTVhPclpWb0F1OS9pT1hvZTRMODM4K2gyNXR3RHhPWlpxdC92QnVJL3o3Mkdrd0NxeVJ6SkphSDJnNWwxNVQ0dkVKdE9RUEN6a2paT1RuSFYrNm82VG43WkVQc04rdHNIT1A4ZEt4MWVBOGlQWXh6OUZUM2RpTzk3Zk02VVkvOExBY3BmTHlKNVpuWWgxM0Y3UVJqUHhpMGlzaG1vUDVvRXdHdFU1YWQ2KzJxVTQzUGpnTjkrYkpZcUxFTVAydFBsL3RQN0o1UXVJZ2VyNnNHcWVrNTZlbnFQV0N3MnBhU2taRXhoWWVHMHRMUzBMVGs1T2R0MzRUcEJRVUZCUVVGQlFmKzJWRlhNVE16c1Q4RjJWVlV6UzFmVnZYOVoyQndVRkJRVXRDZHBkd0gzM2JHbitFUlZWd0xkQmR1UXg5ZzBWZ0I5RTdDNCtCUVExOHk3VGhlZ1lRY2dZMXVzVXR3eGk2aGFqbmlWNHhPNWZ4dXNROUtCdml1QWMxdjQvVmFncWRNTzd2Y1p4OTJjRk84MUl0SkVWWFBNckNIMkhiVzg5NWVMeU1PcU9vTytIb3pOVG4zZS8waEVubGZWdktSWVhVY2lvaUpBL25IK0ZqUGJHL2pvMjJwc0FWb2VScC9Qb3VyOVFTckdtd0NVaTRuclM0RG5FaEY1VUZXL3BpTDRKZnpnRndEcXR6QWVKK0ZSSGdlZVRxUkNld2g5YkUxc3o2Yzl4VmlvUEl1ditCM0EvbTFVUnFjQmFOY3pobjFvYzIydlR4K0p5SDJxdXFhTXVYUVU4TmZGZWlIWFY1SXJEZWpiQkJGNXlvUDJCNUNrY1g3NDI0RFFUUUgvTStuTGo4eWI4dlQveUtRTmVnVWdQNFg3L2NRNXJlbjdDQ0QyY05yeEVKWGpOd0JvVTNpL00rRDJGbUt3MGR2ellCTHYzOHQ4ZUpBeEhjWVlDZEI3S1RIc3g3eStCMGk5a0hzNUs2QXY2T2ZGUEN2T1Z1Z043eG04MnV2ZmFzNXZTaFg3UnNablB2T3hIZll4VFlIYnc0RDd6cDZxSnZQb1llYnFvL1M3SXhYcnR4S2I4U1IrWHVSNXFzejRMdWZjR1Z5dkJmM0s1ZDZMU0V5NFdCVHhweHpKcEtHTStSR01lVTBTSTQveDJkQ1Q4VHFRQkVtTHBLVFJaRzk4RDJLdXVvMTlWNGhJYzFWZHdWNFFnNU9TZFJ1NTlrSVNXUU5JT0xiaitUdUFwRkkvK2pQYyswd0lDZ3I2ejFSQlJLNklSQ0tYcDZlbi82U3FNMk94MkF3em03RjI3ZHBaZjNYamdvS0Nnb0tDZ3ZZOC9RbGdYeUlpUDVyWkRET2JxYW96NC9INHJEckhaaGFKcUlSaSs2Q2dvS0E5UzdzRnVGZlZyUTdXSitrTVFLQUFONStud2pnQkpIekUyM3l6Q1ZXK2oxR3RPd0tZMW94amNxbTZYdzI4aS9GemF6ekZXM09mWGxRWHp3Yit0Z0dLM3BiVXRoR3FPc1RNQmdBUmZXMFJrWnRVOVVzenV3bnc2TVBkZkJIcHFLcnZTaWxBM0JlUWZBTHZmeU1pMXpqN0ZpY3pPeDM0R2NGRCsxSlZuYzk3cVFEY201UGFzaFQ3bTFaVTJtZVEwRmhMaGZLVGdPVlhpRUY5Mm5HbHFrNWxBOXhKeE9JOVBORlRpTThKVkJDL3d6amxVQ2srQWRCNUQvSHpFd256U1Zoc29ScTVMMGtRWnorMGxrVEN5MWpXWEVyRnVWT1dpTnpycklXUzRsTURhNThhdk9TU0s5a2k4aFZXUVFJMGZWaFYxM05lRmFyQVQvY3VONDZxNlJ4aTl4bkpwZjBBc1RuQTZ2MlRtdkVSMWVORGdOQTNNTitxMFladXhLZStpRFJXMVRnQWVTRHRYc3E4UG8zWGhtTFhNNDdyZjZpcVYySUY5Q2p6WVE1amNLalhqcmVZczUzeFV2K0EyRDNLaWhXWENGbkF2S2hLd3NQWjF6eXRxc1ZtZHEvM2JMaTUyNVF4cXNKNEhVdTduVmYvSmRqY3ZFMzdUaVRaMDRaK3V3MkZhN0dhb1pESys3T1pNOEpxaDlkNWRoVGdmUTdudGxYVmQwbUlkUVhhZDhGbVpodUpsanU1VG9MWEtuc3JZTGFhV1FYbTE3bXNRbWhPUDA2Z0RaY0M4QnNuV1U3Tkk1a3kwbHVWNG15NkNvbkxGQkpCdzVJU1RzSUd4Sk9aYzFONWpxK2xvdC9OejBuTW1ja2swWUtDZ25haVA3a0VYVW5NWGN1L2RXdXJWNisrSXEvSXBDZ2hVcEw0YzFWeFFVRkJRVUZCUVVGL1ZtYTJTVVFtbDVTVXZKbElKTEx6OC9QWExsNjhlTXRmM2E2Z29LQ2dvUCt1ZGd0d1g1Yk1MQk9ZSlZUdHRxSVN0d0p3OEFFZzQzYXNSMTdGNnVWaGdOZ3lLbmhUcUhwK2lHcllEb0M2VFZUU3VvcGxaei95RHdCMU5hRGhWd0JFVjUxY3lIRXR6YXdsMWo2K2RnREdaNW5aZWNBL0g5b1hldFk4WW1aN0Fmc3lnZUJaSW5LckQrMnhmemtWbUJmQkYvOStCKzNSalZUc3BucjNXUUdNZkJ0cm0rTUJ1SnNBNCtPSTN4QkE1QUhBNnQ0aU10M01hZ0xXOThWVzVuUmlQZ3ZRdTVXKzNFZkYvU09lZFV0empqL2ZhK05zdCtrcVh2NnZFVmNYMjlWVUtQZkJOLzdNSkdpZmk3WE5zakxtUzEzNjRLQjlNZUIwSnYxM1VEUkhSSzczb0gwNkt5N2NmUXFwK0wrTWl1NlhnZUtycU5nK2hBMWI5MDZDOWdrQStaMGtqaTZoYXQxVlhFOWovcmFsTFQxVjlXMHpxdzk0ZHREK1J2ejNCd0dpdnlBZUpZemR2ZGk3UEU3VmR5L2d2b1AyZVNRcXJtU1ZSQTRySEhKNE5nWjdNSGcxSUg4L1FIOUY3Rzl1RWhIRnVzZFBxQlZ5clZhY3N4eG92WTVuclRtMlZVOXpuZTZzbG1sRTBzelpWWTNpT1JuSy9PdkhXRGZsL1gveGJMWmpIT1BzSTdHRDUyazhiUnZLMkE1bWpEWXozZzdhbDFBTnZ4Y0hWY1BEQUFBZ0FFbEVRVlJ6NTNwVjNReTBmNHEyUHNoS2crT0pmWDFXZ1V6RnN1dGdyLzhMZ1BwUEFmYlhldEJlQU83REdiOVhrNkQ5VmhIcHFxcHZtdG5oektzSXowc3Y1a1NDK3o1Q0pmNXh5Zk04S0NqbzEvcFBsNkR6V1pjdUludXJpc2lmdCtVSkNnb0tDa3BTVmxaV3lJSUc3ZEZxMEtCQnJVUWlNU2JwLzd5N3Fud3oyeXdpaTh4c1RFbEp5Zmk1YytkdS9DODBNeWdvS0Nqb2I2emREdHdEcVM4RWFOVUFEcmFndXZWVUlOMU5RTEVpZ09FUXF1ZUdBTk8yU3FuUGRUbThxNXRUQ2QwQzRGbEFKZkkrUU1pOUFHYkRlYjArTmgxanVhWUR0QWtSZVJlZ2VDWG5Wazdxd2lEQTVNVkFiUi9lbFZEbDNwRnFaZ1VDTm1TczFsSGR2Q1RwbXZzRDl3NEZYdmJDNDkzRjdCcEFuL1B6VGxBWmZRZ0FmQ1V3Y2hrZytDa1NFdGxVM0UvRVhxUXRBTGNmTUgwQWNQTUYvczRFVHRjZ1p2MUlYT1J4bmM2c2tuaUNhdXhIUENqL25ZZzBVOVVmemV3czRsVEY2K01PS294djV1YzF3RytuZFZqM2ZGSEduTm1mdG1aNkw3OUNuQVo0R3dZdnBBMkx2ZU1lSkRibGlOc200dllka0xvVHI2OERRaGZTdmtOLzNRcjVrZmx3QXVCNlB2WXloMkFkMUl3NWNUZEptNTVtbHNIOE9wTCtQa0tTYVR6dDZNcTFhcEVzYWNtNFBnZnc3a0ZpNVJ6YVVNeFlId3ZBL3BnS2YrVmE5N0FDUUJpelZzRDdvVHcvWDVMZzJrYUNwVmRTSCtQMCt6aFdoWnhBYko0Q2NEc3JudUhNZ1h0bzQvR3NoQkZpK2cvUG91WnBFa04zZVhIc3hMZ2M2SzJVeWZjZzl3MGtsM0pJVG5RaFJwTUI2azY1ckpiWnhBcUxoVmovdFBVODhhTWtWQjdEcHFrZk1UeUlPRHB0SVpiWDhCbVNsNVNRKzVyRXlFRWsvR0xlZTBXQStoZW90Ty9ESGhzdHFmaTlpT09jOVU5NzVrNUs4bHdQQ2dyNnJmNWRZRytsWmZvL3F1cXNSQ0l4MDh4bXJGKy9mblphNWYxMmhDWG9RVUZCUVVGQlFmOHRtVm1CcXM0M3N4bUpSR0tXbVgyWms1UHpMLzVQRlJRVUZCVDBQNmpkRHR3RE4vOEJFTS96L0xLYkE5cXVCTFlWaWNnOXFqb0diL2V4d01PdmdXRnBBUHdiVlBWVGJEV2U0dlVSUVBRWHVlYzN3TUhCZ0w5bFFMcVJTZkF1bDNZY0Q0Qk0vdS85eTZyNmhKbGR6RDJxZSs4WkZlNGRWRFdmMTdvazJaRGNyYXBUL0F1YW1mTThkejcvUTFTMXIvZCtKaFpDL3IwaVFQRjVnT3Z4dk40S01MbUNlNzlQQXFBUFZqQ0xWUFVXS3BJbkFMd2R2RDhGVUhvNDFmWTlxSkRlQjhqYmlVcURGMG1Xdk82MVp5dkppcG5ZMmJ3SXVQVDFJY21BWTdCc2VjSjdiN3VJM0tpcW55VlBGa0RzUjBtV0l2OEV6bzd5b09oMkVXbXZxdE85YzI4SEFQdXFnaVZPUTFaZTFHQ0ZSM2ZlZjdVTTI2UTh6MEpvQUhDL0NrQitJNkMzQmtCN0tnbU9kTzd0a2dFOVNLQjhRNkxtS3VaUUJrbUFjMVYxaDVuOWczUHVBTVpmNkxWakZjbWI1U1JBUGlTZVY1RFV1TnM3OWdIbTFSaFdHMndRa1ZhcXVnanJua0hlNmdWaDdxOGhubU05ME42SWN3ZVNGTHFET2YwUTExOUYvTkxvVzMvbVhSV09xUUdrRitCOEg3ejdUeUpaY1RKeEhVUzhqdWZuVlh3V3ZNREtqdTZzL0hESm9FWEVzUUxKdmNra3lwb3dIcE5Kd0R4QzI3K2thcjhTeVl5NjhtdjFJTkh3S0gzeE55TmVpZFhQWnViMjJVbm54a1dramFybW1kbUg3TE53R2ZlK2hXTTI4dm4wZUJuenk4MnhDbVc4SGhRVXRJc3lzKzFtOWtraWtYaTlwS1JrVmxwYTJycnM3T3hON3YwNngrNzMxell3S0Nnb0tDZ29hSThUQlFNcnpleHRWWDI5c0xEdysyM2J0cTNOemMzTjM0WFRnNEtDZ29MMmNPMDI0TjdNRGdYa1BVSzdYV1g1ZG1EV2RDcHo2MUlSM0VGRS9tRm01WUQ3R2NDOE00RnFXemh2bXBrZHd6RjdBN05YQXZNU1ZKN2Z3NzBiQWUwYnMxSHQ4VjRUdjZQUzkzaXFaMzFvNzJ4TTJwalpLY0RiNmtsZG5BbTgzZ3FNdjhQYk5IY3JudUx2SnNWa1A2cXJUd1pxanZZcWw5MkdxdDJTUExpRkpNRThxcEZIRXEvUkFPUFZ0SDg4Ry95T3dHNWt1WWcwTXJOS0hIYzY1NWZ6OWdOSUFhNFBJS0ZSaVQ1Y0Jxejhnai85dmJic0VKRnVxdnFhbWRVbWVlRW5ReEtBOXlXQTEzZUFvLzc1blJuLzVEbHpFQlhyUHJSZnlXdTlrNkI5RjFWOVUzNVoxWEV4dGl2SitvYTVNUUs0UGtaS2t4SkZWSU1uUTlXVnpKVzF4S3NhNEQ4SzBINmNQcjdFL096R2lvK2VRUGNFTVJuUDMwZHd2NmVZNjlPeGZpazBzMGRJanJ4QVV1VXNyeDNyU05nc0lYNkRzV3g1Z3ZuWmtyRjBQdXdmOEV3NDI2aVdxdnFWbVIxTDBzYUg5cHNBeXhjelo2Nm1ENzJabDY5akJkU0lpdlRIcVBZZndseXJSQ3dtMHZieUpKdU9vRXE5Z0xhL1RLS2hQdFhuOVlEVmt3RG5KMk92dEFnQTM1S0V5V3ZjMXoxenl4ZzdsOUFicnFwbVpoZVJ2UHFBT2QrTGUvWWd5Vk9MQkVXRzEvZENucDA1SEpQTzYwVThEd1dNMTNxdWR5R3hjbnMyZklVZFYyVXpHMHFTcEFQenlFSDdMY3k1czBnNkptc2xpWlozeW5ndkxFTVAydU1WalVaSDhtL212eVdxMnJhWTJXSVJlUzAvUC8rTkJRc1dyUHp2dERJb0tDZ29LQ2dvNkdkUXY0T2lubGtsSlNVak5telk4UEh5NWN2ei91cTJCUVVGQlFYOS9iUmJnSHN6T3hsNGxrbWI4NEYxNDdEZXlLVWl0aGtROGlrUkdhYXFCV3orZWgrdy9rRGdaQkVXSEdPQWR3T0JjVDlSelg4dlNZREZ3TDhyT0g0RDBQTlU0TDJycXMwRjdCZGpUWEpnVWhjV0EwRVA4enl1ZlgySEovMzMvSDRTZGhoVlBSdU5GLzBUU0VnOERKQXNJUTd0Vk5WNHZ5SnR1YmlNa0s0R1pqNEUrUHlhaEVZbElHdHJ3UDVRb0xpenRWbE01ZkxkeEd5TmxFTEo3Y0QvQTBYa0dlRHErY1N1RHVPeWlFcjVUcDYxVUNHdjlUR3pBN25tS2J5M2pTVEFiT0xiRE9oOFJsSTFjMThSR2F5cVJVbnhxUXo4dnNCN3VaQXE5UE5aQlNDZXhVb2Y3N2pENkVmTnBMZ3RBa2EzQUxDT3hVWWxsZVRLd1VuSDd3REVmMFJiTHVaK1ViNm9QVVYxK1pza1Z4NWdENE91d0g3aHZUYXNYcmlLNnh6Q3RSWXpMa3VZTXkxcDB3N0cxdGtRYlFWOEM5ZStEd0E4VkVUbUF0Q3I4ZjRIUVAzbUpCVjJzQkpoRkFtdUlZeXZVd25WM25XcG9EK0JlVHNHcTZWblNScTBvbzJEOElJZlROTEpXUW9OODd6a2h3Rzk3Nlo5Ui9QYVJwN05XZHl2QnA4REQvRDdDNER5MW94dkM3ejBhM3QrOE4velRCMUI4dUJSVmQxbVptZlN0emw4bHZSa2o0RE96SVVMNmV0Ulh0OFR4T3N6WXVrU0E4V0ErdjE0emo1Z0JjczlKTURjNTBNVzgzb3o5N3VDT1hHUXR3bHZIdWR1QTk1WFRKcGplYlR2YzltSnpPeFVWZjFxWis4SEJlM3Vjdi91N1lyTUxNSEtvZW1KUkdKV0pCTDVPaEtKeko4OWUzYlJMcHdlRkJRVUZCUVVGUFNuWkdiYlJTVGJ6S2FyNnF5aW9xS3Y1ODJidDV5aXVxQ2dvS0Nnb0RLMVc0QjdxbXQvQUhMZWpKMUxKeXdtOXFMNnVSL1FycEZYT1YwWGtPbDdRU2RFcExtcURzRkd4VzBXa3djY2Y1cmpObEcxZkFZUVBRWEFleHdneldrSC91MXhZSGN5N04wR2tLeE9VaUFaN3E1a1U4eDV0TGsyRmliT0cvOW5HNDJrODY2bFhRTGNiS0dxL21ZMVE3RnpLVXYzQVZLUG9QcDRHMVh6MTNIZUdxcW1Yd0xFM3ErcUU4eXNGM0Q0WmVEcEJHRDRPZ0RzYzFSQjM4RDRWQWJjcmdHdWp2TkFyYXNrZnhZUTM5N2JuSFExQ1piMXdOTW0zS09tQjVoRlJIcXJhdnZmZGsrRXF2NWJrMTVyQ3hoMmxqQUpZRzBmVlMyV1h6YWpuVXhzZksyZ2Vyc0hBTDBSVUxjVzE2bEFtMzJOVWRWQlZNSS93bXNWQWJ1OVNlSk1ZWTUxbzJLN0k5QStBa0IyaWFJT3ZQYzljM2F0aUp5anFpdk5yQ29BKzJ0aTVzL1BJc1pvWDY3ajJwNUQzeWVRQ0JBUm1hR3ExNWlaczR1Sk1LWkQyQ1M1QndrZVh5bkU0SG11ZlNnV1FxMndKS3BGd3EwNjBMNGN6Mm8zejI3RzJjZWNRa3lXazJCNEdjdWQ4VHdubmVqbkNjRHZyNWhYQ2VadERXeG1MbUdlL292bjJpV0RsakxYTTBpV1BhQ3FhOHpzT0tybTA3bFhOMkI2YytMdTVrdnk1K1ZheHF4ZjBxcVdMQkpXY3hqTDd2ejlGVW1oY2x5L2phcG1tMWs3NW5oamttUnR2UG41SXZFWTUxMy9SKzg1R2t2Q1lwVHNYTythMmFXcU91dDNqZ2tLMm1ORlpkdEdNM3Zmek1hbzZuY3BLU2xyNHZINGpyKzZiVUZCUVVGQlFVRjdydkx5OHF4OCtmS0xTMHBLdm94RUl1L2s1K2V2V0xCZ3dWcitQeGdVRkJRVUZQU0gybDNBL1FlQXh2dW9RQjZPeGN2QlFNeFdnUFoyemk3Q3pJN0NiOXlIOWdXQTRqRm1sa1psN2puOHc1a0ZYRFVxbWUrbUd2OUp6MUtqR0NEb1g2OC9nRzVTR2REK0p5cG5LMUZObmd6dE45UDIrYlQ1YU81VG1YYk1FcEdyZldpUGpjNlZRRTJoQ3Z4YUIrM05MQlVJZUUwWmNkd2dwZkR6ZW13MzFnRTNNNEdML1FIVTl3RXNyNkNpZmFTWjNROThmQmNia2NIZWRhdFQ4YitKdUEyblQ4TkliQXpuK3Y2R3JWT3BMaFpBcGFzd1hzVjFhdExIQ3hqRE5NK2VwWmgyUEpQY1FmWXphSmZrMTE0Q2pEOGVPNFgxak9sbkl0TEQ3U2xnWnJXQTJUNjBOeXJISDZML0Y1SUF1QXMvLzJLdVg5NDdwNUJLNjZabWRya0hZdDMxeHRPM2ZsZ09mY0Q4YU13Y1RHUHVkR1JzUnBIMCtZbVlmaXNpZHdIdGF3Q2Q4eGpMWnZKckZmTG5lanoxSDJJVDNqdVpDM1ZvMDljaWNwdVpuVUg4M0Q0R3ZlaGJoNTNNcVdMRzhqVG05OGNrTk1ZemoyOGtlZENUMzU4RzhCOFBtSjZQOWMySjJPdzRtNnQzUmVSY25zWHZxSjZmeXh3NmtBVEc0eVR1eHBCa3VJb2tSQnVTYUo5NnRrcnJtRnNaM21kRkxtUGVqeGkwSW41cmFmZTFlTk9YcFRYTTMrYmV2QzdDRXFnOHo5cTlKQmJ1SjBGVFNVUU84UG80M2N3ZTVUbzlTSEwwOCs3eEJXUHRyS1Yya0doekcyKy9SZis2N01SQ3gyazdpWnVnb0QxU1pxYitCclJXK2tLK2lHdzJzN21KUkdMMDl1M2IzMW04ZVBHV3Y3U2hRVUZCUVVGQlFmOVRtajkvL2lyK2J4NFVGQlFVRlBTbnRMdUErNWZ3VFg4YmFOb01pRGdTQUYyUjE4YXJhaUhWd1U5NzloaE9BNmpTM21GbVYyTTFVd0VJZHd3V0g1dUFjVCtTQkRnZU1EZ0ZVT3k4cVl1QjBVTjUvNFNrZTIyWFVqQzZrV3JaZXZKYnRSV1JOMVExQVhEdTdmbG5aNG5JZmFxNkt1bWN5NEc4RmFnZ2JxS3FTN3ozTHdFRVZrbzZMeCtBZmlyZTJYa0F4Sk93eDJrRWdHNEJjR3dLdUgwYTZQczB5WWxlUVBzRHVHNDVLbjZ6T1dZd0ZkZkRBZTI5QVp1bmUyMzVESEM4bGhnK3pGeGNDcVNOMGNjTHFNb3VBV282ZlluRnlYcS9nNnlnZUJ3NDdXc3BTWlpiQU1WSEFGanZWTlhWbkZzQm1KcHNMYlFjb051SVA0TUF5dWQ3eC9qUVBrSGNIZ2NpOTBqeWd4K0x4L3VkL0ZuSlBMakdnOXM3aUw5eXZ5WDB1Uk5BdUttSXpLYS9yVDBMbXJ2SzJEdEI2TmQrWEQrWHBNYWpKSUFpSkFRZVlXNjdoTmhFb0xPek0zcWdqT3NLVmZVVm1MZUx1RWRuRWc3Tm1SZGpHZE8yeklXR2pQZG14dllFeG4wNWtIczAxeXNIdEg0RXk2VHFYSGNsc2R0S0F1Uklmby9RL2greDQybE9FbVFqN1R5ZnF2cTIza2F6UTVrUG5UMTdvVHVJVjJjMlYwN1dSbUo2azdmUnJOdUxJVUlTb2lueGZZSUVRbVdlQWJkQ1p3ajM2MGdmZC9EemR0cjFOYS8zSW9sVlJKOE9JUzV2OGF5MjhDeXZkcWFiV2JVVUZMU25xOFRNNG1iMnRabDlKU0l6czdPenYrZHpKaWdvS0Nnb0tDZ29LQ2dvS0Nob3Q5THVBdTVmcFpLM0ZkVzViWURoVjJJdGNZT3FmdXdkZjJzWk5qR0RWTFcxL0ZMWlB0RjdyMGJTdVY4QW56UFovUE05S3FoOWphVTY5dlVrSDNXbjBjRGg5NmxxZGxvTGdPeWdxbjdWZWpjcTNNVnRScW1xT2Y0Rnphd21JUHhBYndQVHo3MzNqMlZGZ2crU25kNzJBRzBDa0hFd29ET0RDdlFHVkpUZlQrWDlZN3cybGppMEpHNm5lTmQ5SDJBNUVaZzRIRWhZbmRpc0JXSTcvUUE0L29tL213RlgxMU8xL3loamV3NWU4RDhseFcreGlGeXFxbVZaSEZ6alZmRTc1ZEcrQjZnTVA4WEJhMVZkNFIxM004ZG8wcmxYWWh0MER3bWs5Q1Jvbi93TXJXYWVyZ08rK2dtYmZ4S0xPa0RhQ3RnVEhjYjRWMkZjSGlEZUgxTlJmald4MlU5RVRsWFZPT045QVdQeU5IL3ZWVVpNaGhMelY0bHpWKzU1bDNmTVRZejNoNndpbUEzMDNraDc3OTNKWjhWMGpuVXJYcTdtNTB0NU50NEVrSjlKWXFGQzBzYkNPYnkzbm5uVEI4dWR2VWpZUE1oclM2Z1lqd0hyRzVJUWVKMUsveHVBMnBNNTl4dVNMQlVBNGlPOSs3Nm9xdjFaY1RPS3NXekRuRCtPODFad3ZXcEovVjBQeUI5S1h5LzAzbHRDbFg4TG5wZFVvUDFTNXV4RG5qWFRFTThlNlVYYVBabkVSeVpWOVU4UVA1ZUltVWVpclRyUFJDdmkwRVgrUU1IZlBtaFBsNW10RUpHQlp2WmFJcEg0Y2N1V0xldHljM1B6LytwMkJRVUZCUVVGQlFVRkJRVUZCUVg5SjlwZHdQMWlxbFNQd1RKa0haWGxsWUhMbndyTDVRR3R6M25uRm9uSUs4NFBIZ3VkWkFndkFPYld3TjJ1VkthdkJMYjJTenIyS3dEalFDQ2xyeUxhMkJjWVdjZDdmVE5WemFNNFY4eXNFbER2UVk3YkxpS2RWZlU5LzZKbWRoRHc5VWdBNEtzaU1zTGJqTFl1L1VxRzlzNVNZN3puTVM2TS9UdEE0eW9rRFk0Q0FxOEI1aDVKQXVKYnFvODdKVUg3T01CK0VCWGhMeERyZlZreHNJVGtndE1hWXB6TCtIVUZybTZnalkyQXJ0dW9XazZuZllLVnlVSVJ1U2taMmdOaEd4SnZYd1hBNFhzQXpFZHo3Y2RVTlZkK3NSYTZGb0NxM3IyV3Nxd3hnK1RDQ05yMlhKTDlrcS92YU1kbVluS2k5OTRTS3IxckV6TUYzcThoWnRVWXErZVljNE9aSzgyWlMra2ljcDBIN1U5bkhrMGpic25RUG84MkQyWU0zWXFPaWw3MS9EcUEvMXo2ZnpUOWZreFZsNXZadFFEazVEbVZZSHpqQU9SY3dQZlY5SDhvVmpSOXFES2ZTZi9iZWRmWUFyUmZTZktuSzg5Tklja3p0ekpoQjMwNWlaK2Z3QktvdDRpY1RIeitTVkxGclJnNG01OExzQ0ZxUkpzL0VaRk9iT3o4Rkh0WURHT01qNmFLUG9jVkV6NjBMNkdkMWJuWFBxeTZjTXBoNVVndkVta1RpZnUzL08zMmNaaENUQzVpN01ZenB5WXdCaldaTzhPNVZuWHVQWjI1Zno5US8wNCtuOXA3N1h1RDVGTlEwUCtjc3JPem4veXIyeEFVRkJRVUZCUVVGQlFVRkJRVTlIK3R5Ri9kZ0YzVWJRREhvUUM1cWtDdDUwVmtsTnRZRk51Yy9rbWdjUUtiUUc3RVFxZXp0eW1tMHc2QTlWZ3FrWnNBRUYrZ21uZC83OWdjd09mTndHMWZDYURkQUE4Z0NyWTY2MGswZkMwaVQ5S2VWQ3cxSEhRb0FCNzI5eTlxWmdkU3BYc1dMNDNGS3NaNXMrOEQzRDJtalBaTXhpLzhlYTk2dHhpWWVqRG5QQWhZSEFrZ2JnSkVIa1NGODEzQVRkL3ZldzV0ZllBSzRPWjQ0NTlJRXVUTEpMLzFIZncrQVZBK2dyaHVCOXBHZ2RqdjRTK2VudFNYalZqcXpFK0tUUVFybjM0N1dXbHdBaXNveXBHZ2FFWUZ2dE9WakplL3NleG1WaVljeTNYZkFNcjNMY09DeUdrUkNZSjVBRlkvVm11QnJTV0FZcmNud0JTZy9mRWM5emx6dkNzSm9SZTR6a2trUEQ2aXovVjVienRqZUdoU1c0cUI5WU93a21tQVpjL1hWSGxYWTY3MUFSNzNJSWFiV1FYeFR6TzdrVGxYbGpkNkx0RCtUczVwVFFWNVorQjdHK2IwblhqUjl5STU1ZHY0VktIOTgzaU9QZ0pPdTMwc2pxS2QwNWtiNlZ6L2ZjYWhFZFpWcnhLTE03dzlBNkxjWXpRckh2YkQzNzR0MWtodXBVZC9ralJYMGQ2WHFHQS9LYW0vQy9uOG1VbWk1Qlp2Zm41Tk1xRTl6OEdId1BvbFBIT2RXZEh6T2ZjOWxTVEpMSjZSSHN5ZE5kaFA5ZVZ6STBiYlBtYkZ4RjJzQkdqQ3M5cVR2NFY1OUxnRUJRVUZCUVVGQlFVRkJRVUZCUVVGQmUweDJsMHE3bjhBNWpuUCtnb2k4cmFxL3J6cHA1bFZBYjc1dGlxVFZOV3ZRcjExSjFXcEw2cnFRRE03RTZnbVZDSzNBL281clFRcVgwZzFzT0FkN3lEZUd1RGhVSUNoODZ0ZUJBQmRMeUtYcWFyYklPODhJRzE1SU4xTElqSllWUk5ldjhvQkJTL2hwWmtrSXZ4Tjlub20yWFk0clFKT0RrL2FPUGQ3Z090WlZDMnZwQnE1RnVBeW13cmdRcTY3UDhEWDlYTTVVUFkxZ09hNWdHNlh5T2dHMVBmOXdadW82bmd6eTZTcWZIK3VmeGVKZzlyRWRHUVovUkFSYWFpcW41VHhlbDBBNlg1bHZGZWUxUmdic2Q2NVhWWEhlN0hkSDZoY0srbThKb0Q4RGxSTlR5YUdlKytrYlR0RXBKT3FmbUZteDFOSlg4bDc3eFlTSGEvUjNwWE1zNWNCMUlJdis3WEU0R1lTRzNVQitLMVY5VFhhWEpISy9jTTVKM2tmQjJIc1hDTHFkUFpnK0tkYm1ZTGVWOVZuekt3N0VMdEFSQnFwNmhRek81bDVYSlpmL25iQS9BaXEvRnQ0RmppNVFPeEdWTFN2SnpFMVJrUU9LdU5hSDdLbndFeU9uOGJQeXZNejFBUFNuWm5MZmFucUg2S3F2Y3hzRkhGN25tZkVyWExvemU4dXZuZXJhcGFaWFFaWUg4RVlQY1R6TTRLMk5rcHFZemFBZkJ2SkZuODF6MGJhM1lya3lXREdyenpQd0FCZVh3SzBUNlVQUDVHRW1rSlNad2dWK04yd3lqbVA2NjhpSmsvdytkQ1RjK05ZTWptTHFmWmx0RHNvS0Nnb0tDZ29LQ2dvS0Nnb0tDZ29hRGZXN2xKeC82d0hwbDBWK2MrYlpiSkpaMmZ2bUdJcWNlL2svWWlaM1FUYzg3VkZSTHFvNm1ObWRnWVZ1b1hZYXpSSmdzSHJBV2hYT0pzYkFIWWVQMy9IT1U4QktmOUZmT2NCTnRlTHlKV3F1c1hNVXMyc0lkWG5ya3I4RXhIcHBxcnVlczRDNWpIZ2RvU0syeWVjTjd1WlZUS3pwNm53VHRaYyt2OW9VakpqUHNBM3lrYTNQd0lUandBZWZralZld0ZBL1JDQXBRL3R1ek1tbFlISWR3TkF0K0pQMzVKcWFlTTZ6NHJJbTJaMk9FRDRRSUIyYitKNUlwWGE3Y3ZveHpvUmFad003YzFNemV4Q3hzcU5rNzhCWVRIVnlxdnBaMmVTUCs3OE9sU2JIKzZkczVaNXRRYUlPbzM0ZDB4YWRlRnJLeXNvWHNPdTZCM2lJcDYxUzV6SzZzdG96Mk5VcVIvaGpjbTFXTTAwSllZRlZJSjNWTlZuNVJkYm4xWWNtNzhUYUQrVlZTSlBVZDA5aTZwMWx4QXB4aHYrRGpPN2h6bWJUOUpycXBrZEFYQStzSXhyLzhCY2VaNVlQOG44ZmhwUCtDdjUwd25BUDlEYkdMZkF1MDQrNTUxTEJYMGZWcW9zSnA3WHNZSHgzYXo4ZUJHNC9SU3JiL3FKeUNObTlpUXJCU2FTR0d2QThaT29tcS9MTTk1Q1JENDJzOHNCOUZPWjkvZXk0cUUvcXlVR2VHMU1rR3pKWjFYRGgwbjdKeXduZHFjVDUvZnd5M2ZKcUpzWjM5V3NSdG1Ydm40TGdKL0laOFEvQVA1ZnN2cmxXcTYvZ01UaHJTUVlCaEdmQ1h3T2JDYkdUM2diVXBjcGJMYUNnb0tDZ29LQ2dvS0Nnb0tDZ29LQ2duWWo3UzdnM3ZlUlh5a2k3YkM4Y0dyaGVjUUxZSzZOcXE3bjl6TUJwNzRkU2hFVnZUM05yQnJ2SHdKWU96UUo2QXFRc3FvSHlCWUE2YXJpTzkwSm00OEdRTWtEQVhQbGdYWnRSV1FPUHZ4WEFhMWRWZlpzRVhsQVZYOXlOK080RnR5M0hQZDZESmpzTEdKdTQ1aGtmUSt3djl1cjFCY3FmL09wc204TEhPMERiSjJBOWNqVCtNbzNJOWI5UEwvdnJZRGpUTURvbzFTaE53Y0lMNkQvaDNpZzloMzZXaDRBZXhaUXRDZmc4UWJzWTQ2bTZ0NVhQallvYjVUUng1TUJ5QWZ3ZTBIUys3T0l3MVZzelB1Y1M0cXd5VzkvTmpiMTc5V0xQZ3hsN0RveEwwNlVzcFZQdkFhYTJjRlVZeC9tdmY4c1ZlK3RTUWhzSjRGd05YTTZBb0IxSzBYNk1CY3FrWXdaU1lXNVV4TkFiVW9aRzZjYVZmVVBNaThhVTUzOUxHTjVNTWQ5d2pXT0lsRlNsZFVFdzZpZ2Y1SFlKbXNMY0xvaDl4NkdCZEZRS3NNZndCTG1hZDRmU2l4T0pHbmxWdmVVc0pIdEljVDZaWjZwS3JUM0VtQjJQZG8yamJuU25Qbi9LcXRVcm1LVngzczhiOWN3eDJaNmM3eUUrSS9nZWU2SmgvOUxQS3Z2VWRGL0ptUHRheVh6SjVNVkEyZDZLeEJXMHA3VnhIczZ0a3I3OHZzUnJENUowT1l0SkI2RXZqM0pxb0lQR1pzRUZmMlhjY3hpRWg1M1k2TTBoTG5RblNyN0xOclNnK1RFWXp2Wm1OanBORFBiMldxUm9LQ2dvS0Nnb0tDZ29LQ2dvS0Nnb0tDL29YWVhxNXhEK0R1QlpVcmN2V0ZtRndHdW5OL3pEQkc1M1BuZWV4WTZoeVZkY3lvSmdDSXpld09QN0I5NEw3bVN1VFZWMDU5UVRiMFJDSDRKd0hnUUlQQjBZT0RwbnEvOXVTTHlpS3ErSzc5VWVqL25WVFF2dzZMa2g2Ujcza1M3SGR4dnJhcXZlKzhmQWNpcmtuVGVEbDYvSWNrV2FBdjlPMWRFN2xMVlY4enNSU0R2UEtya1h5WU9EWUhBYjNpKytZWEE0S01CaW5kUXRld3NSMVl5UGtjQitOTkU1R3RWdllrVkVlTkY1QUt1MVFGb09ZV0VRYXBuRCtKcmdxcDJUSDdSelBZRDJoL05Td1g4Y2FzWDVrc3BpSjBvSXQrcWFrUHYzRFNTRnBjblhYWTBsZHJ2c2tMaU1hRDN1VksyRWdEVmdRRDQxdDZlQnNMR3daMnBhbitRUG83Z21JYmVjYzlnTWZNMjExbVB0VTZPaUxSWDFXMjArendBZDhXZHRHY0RFUHBrNFBrbVFQOVE3L2xaUTdJbGo1VUsxVVhrSFZWdGJtYnBWUHFmenh3cWwvVDUwSmZ4T3dLWVBvcjQ3c2NxZ1hVa3ZhcFEwVDhQUUQ0enlUTitCNUQ1SnhJWUE5and1QXN4SE1WY3FBUEF2b29reGlNQTZ5ZUErbSt3U2ZSSDNxYkU4NERzenU1cUNhc2xFdlRYdU01NHJ0V0tKTWl6U1ZaU2VTUlluaWRSY0xiM0hCVFExaSt4d1BxZXo0dnFKQzhLU0hZWmRqanZrYnlxZzEzVGk0ekhSY3k1Zytoekk5cXluVFkzNWxuOGdJVE9aTzd4SXZOM0ZKWCtOK3hrUHZnYUo2V2I4bmJ6YmJpQ2dvS0Nnb0tDZ29LQ2dvS0Nnb0tDZ3Y2KzJsMHE3amRoYzNLYnFrNTNMMklCMFlGSzMySVJlVXRFcnZPZ2ZicVVBdHdMdkdzVllvOXhyWWlrbTFsZkFQeEdxbUNqM3JGRndOa2ZzYm1vRFB3ZURWUVRyaFhqdlBlQXlSc0FibEVSNmFxcUEyalBpZGkzT0dpL25vcjVSWDVuemV3VXFvcjNvVi9EZ2VydS9VemFrN3h4NkRhZ1lnb1dHMDViQUtYMXFCUit6Y3dlQnRxdkFBejJBd1ErQld3ZDZNVXRqK3JlNHdHYXozRE5TVUQ3RFZ6bkpPeG1FaVE2Ym1ZTU9uS3RRc0RqVEtCdkRoWG5EeWIxbzRnSzQ3dVNKd0tKajlmWmROYU41eWFBZGdrSm1ZSEF5bXdma3B0WkNwRDVBV0xrWXRhSGF1d1g2T3QxMkF4ZGtIeC9UMjh6dHZuWXJOekQ4MVJDKzU0d3MzTTh2L3Rad1BBck9TYVBtSStsK2o5Qll1aDZnUFFWSHJTdnpYeW91Wk8yTENlWmNnaXJCblo0RmRvTzJpOGxJVkJDY3FJYTQzYy9ZOVFkYUwrWjR4MjAzd3hjUDRiNU1ZbUVRRzhnZlhNcTdpY0I1RDhsN2dNQjZjY250VFZWUkw0aHhnOERzQ2RpdFRTRGNUMk1sUWRYY1Z3N1luTUZGZkRqQU9hVG1lOEo1dFM3bmgzV1loSURsYnhrekZCaXZvekVUQ3BqNWErdStaRytkV0YrMXZVMnM4NW5ucnpQZVpWcGEyWEcrUWVlMVNLU2M1K3dNbUUvWXRhRFkrL2w1K01BOVEyWmo1dFlCWEU0YzI4ZTF4dkoySTlubm4zTDcxZjl6dnowOVphSURBM1FQaWdvS0dqMzBJWU5HLzd3bU9MaVl0bTJiZHZ2SHBOSS9QLzUyTisrZmZ2L2wvc0VCUVVGQlFVRkJRVUYvYTlwZHdIM0QxTGgvWFBGT1JDMkx6QlJzS3Q0VkZWWHlpOVdNeTBCZ3NveENlRFg0d0RmMjRGb0NTcGtEMDY2NzFjQTEyNUE4bVdBdUd1QTZpT0JsUmRTQVh3c3Z5OEcwTDVPTmErWTJVa2tBUndrTEdHVHowbXFhbDYvamdIV09mL3pCWGpmYitiOW80Q2l5VlkrQlVEMVdjQS9WNG0vQS9oNklQZC9tZmEyb1NyK1NXRG9GVURKVjRHV3Qzblg3a3UxZGl1U0ZsOEFpUGNEWmhyQWRUMngza2FNbHdJc20xRU4vellidEhhaC85UEsyRlF6UVJWMVcxVXQ5Tjh3czFyMDNhL09uMGRmVTRuVmVLcktqZmI2S3hrZTRON09yNytZS3ZoQnhLWUdiVDJHS3NIajNTb0FBQ0FBU1VSQlZPOTBLVnNmaXNoRHFyck96SzVQMnJoM0hxRDVRRUR4d1lEMUx3REpoYlR0VFNEeUlGWXByQVRFTGhDUjV0NDhyZ0NNTHN1K1JyQnJhWUcxVHcrcXNrZGlVWlBCTVdzNFppWnpKRVpjMm1BNTFaVG5ZQnN4Y1ZYOWhVRHlBMW05OFJsOTYwNlNwZzFRL0ZrQS9VcWV3eFk4QTNzQnpIMHRCWnBmUi9WN0xzL3dVdTU5UEVtMFZyemVGNkRmbkJqM0JuNTM1am5jbjZUUnAwRHROSkpIN3RxZG1adHVnK2Q5V0Izekk5ZjJWMG00RFdpdjV2Y3RJbExmaTBWM2tqeE5hRnVFZWRlUm1IZkdac3Z0S2RDVlpNaEFrbENuTUVhM2UvdHhWS0pmMjNnVzUzcjdSVHhHQXU1RTd0dUE1NnVZNm4zZit1dXpuY3dQRVpGbVNkWmlRVUZCUVVGL1V0dTJiWk4yN2RySnFsV3IvaXZYbnpCaGdseHh4Ulh5MFVjZi9lYTluMzc2MlZGUmNuTno1ZXl6ejViVFR6OWQrdlhySjJ2WHJwWGMzTnhmSFgvZmZmZko3YmZmTHIxNzk1WnAwNmI5bjdZelB6OWZQdm5rRTJuWnNxV2NkOTU1TW43OCtKMGUrK21ubjBwT1RzNHVYZmVsbDE2U0prMmFTS2RPbmY1ck1RNEtDZ29LQ2dvS0NncmFYYlJiV09XbzZ0Z3lYdTRpSWpmeTh6d1J1U2dKOUY0R3dFM3pYdnRPUkI0R3VCNHBwZFg0YmlQUlpNL3dwY0RNU1VEeVBDcWpHd1BuM3NOZi9XS3Fwcy8yb04yWndNUjJxcnJWelBZQmRQdlYvRStwNm5EL2htYTJQN0RmVlNudkVKR3JWVFZYZmxsQjBDN0ptMTBBd2NPQXFMTzhQaVVBK3JWRVpKU3FkbVFEMWJlSVN6UGdld3ZnY3plQTUrM2V0VjhFTWs4Ri9MWUJqanZya0hUKzdBQVFIeThpWjZqcWwyWjJIWEJhcUQ2K0M0aDVJdFhmUGZISTk3VWFjUDJyLzYzUjl5YzlIM0JoYks3ZzUxWFlocndzSWtlS3lDVkpxek11WWJ4OWE2SHB3TlZ4Z1BFN0FiUWpmaWVwbFNNaTk2dnFUMlpXSDZCYWxmZldBMlRUcU1vK2tua3pCbnVUTll6TkdsWTI5R1QrTEdGdUZMSVo3Uno1SmZrMHlPdGpzaHhNbmtLVmUyMzZVZ2U3SnFINnV5ZDJMVzJJZXg1MlV0OHhSbjFwZTRHM1o0Q0l5TmNrZmU2aHpTMFpnOHVKMjJnODI5MCtDbzh4aHdwSVZseWExTjROVkpLZnliRXJlTzRLbUpQT1o3NHg0OVFMb1AwUXorTS9TVEpkejBxYktPYyt3QWF2YnVWTlA2cnhXOUxmMi9tc2FFQXNaL0w1Y1cxUysxNG1TWkZCM04xS0VNUDJwemZYYUFrMEx5R3BNb1JWQ2VleEV1QjY0bk10Q2NlTEdPY3JHWmZrOFN6aHMrVjlOc1JONWRqYnVGWlQ1djBSakVmOXBQTVg4R3dsMjIySmxINStydG5KL0FrS0Nnb0sramRrWnZMVVUwL0p0R25UWk1hTUdkSzllM2M1NVpSVGZuUGNkOTk5SjZOSGovNjNyNzlxMVNxSngwdmRJTnUyYlNzclY2NlVPKzY0NCtmM1I0MGFKWFBtekpFbm4zeFNLbFFvell2bjUrZkxPZWVjSXg5ODhJRU1HREJBTWpJeXBHUEhqbEs3ZG0xWnVuU3BiTml3UVJZdFd2VC8yRHZ2OEJ6UDk0MmZkeElTRVFSSnJDQkdVR3JWYUdsUmlsS2psU3BLamRvaVZxcjJTQ0lSRVh2dldWcHFGRTFMcW9JZ0pZaTlZczhnZ2lReTMrVCsvWkh6ZWR4NUpURisvWDZQci9ZNWo2Tkg1WDNXdlo1WGZLN3JQaSswYi85eVo3VzB0RFJZV2xwbWUvekJnd2NJQ3d0RGFHZ293c0xDa0pTVXBCK2JQSGt5a3BPVDBibHo1eGV1czdTMHhMZmZmb3NXTFZwZzRzU0p5SjM3ZWR4NXk1WXR5SnMzTHh3Y0hGQ2pSZzFFUlVVaFBEd2NyVnUzUnRHaVJSRVZGWVg5Ky9mRDN0NGVSWXNXUmJWcTFWNjR2eUZEaGd3Wk1tVElrQ0ZELzFTOUZlQmVGWXV5ZnNtczJYUm00M1pUb1QwTGhZNGpsQWJQMndlZ3F3THRmMUdPbStzMG9lRUdaa1BITTZ1NE1zSDBGY0xaK29USHBRblZEaEthWGdYUVhnZ1JJNlVzVHFqWGtQYzJFUUl1Tk90WFFVSkFEZHJmQmRCSDg3Nm5OL3RJd2p4aDF0NnRoT3MvS3RBZVBNOEt3RHdoeERDQzVvMkUwaHRwb3pLYzJjR0JCTFFUMkRmTmVpaVlmVHpHTE9pbFdmaStQMkMyZFhGbVpvZXg5c0FDUXNsZ1ppbVBZVGJ6SkVMa1VtYjNPUStnazduZnY1VFNsaG5UL2ZoUkdvTXc5UWhWVDdKdHZnd285QmRDN0ZLdWY0Zkh0T0tpV3QrR0VtcS95K3NmY2d5emcvYlhtYjE4VTBycHlHdExzUTBYRmZBL24rdkJSTXNnelFQZWtyczJPbk9zMjNEc25BbllSd2toZ3RobUs0N1psOW0wSllYQWZSZjdVb3J3dnJpU1JaNUdxTHljR2V1VDJJZCtBQzVMS2R0eUhUNVdDc1pxMS8zS2Q4YWJhN0UvSVhoYnJwY1ZmSDQ3d3VRRkRBU0J3WTAyNmhSeWpuclQ0c1dMNDJIaUd0M0x6Mks0UnVJSTBhOXpSMFlpZzJPMStNeGV6RjYvVGtnL21lOGcrRjZ2b0JmK0JCNXZTbmcra044WFhUa2UydmRmUEhkSHhCUHloM0RIQlpSN1RtVFFZRE9oZlRxZk00dnJxQi83M1p1QmhpLzR2cjdIN1BpT0RBcDRaUEc5dTVMUDJNQmovcHozTHV6dnU4cDRDbzZQOXA3ZlpvQXl1K0FPcEpUTkFPd1JRcVJsZDQ0aFE0WU0vUnVWbUppSWdJQUFTQ2xmNGV3TWU1clkyRmhVcjU0UlAxMjFhaFZjWFYxUnVIQm01OElLRlNyQTE5ZjN0ZG9TRkJTRVNaTW1BUURzN096dzlkZGZvMUdqUnBuTzZkNjlPOXEwYVlNQkF3Wmc1c3labVk1RlJFVEF6czRPbzBhTmdvdUxDMUpTVW5UTG5hcFZxOExGeGVXbGJmanR0OSt3YnQwNk5HN2NHSTBiTjRhTmpRMU9uRGlCRXlkTzRPVEpreTlrOUZ0Ylc4UFoyUmxseXBSQnVYTGxjUC8rZlR4NDhBQk9UazZaenF0ZnZ6NXNiVzJ4YytkT0ZDMWFGSU1HRGRLUExWeTRFREV4TVhCM2QwZXRXclZlYU5QdDI3Y1JFQkFBQUpnelo4NHJqS1FoUTRZTUdUSmt5SkFoUS84Y3ZYWGdub0J1SXExcmJqUDc5YXJaT1ZQTkNtS0dFcmpla1ZJV0lVZzNMMENyNlNrenBOMlowWnRBQVBpRU1EQ0dOaUFmMEZhbUFnSCtmbVk4SndJWUtJUzR5bWZOb1MySXBzUDBSdGU4eExWZ1JBQ2hxQ1d6aU9jd2sxckx2QjVHMkcwK1o3c0pPLzNwWWE4cWpVRGZtNEdCUU80ZU9FbHJsY0Y4eG5obXEwOVZNdEwvb3EyTkQwR2hMN090elVGeU5PRnpPV1lrLzhJeENXUUc5REhPVVNjK2J4dnJBNWhuRGQrbS9VeW12ZFJTeXR5Yzc2RkszeTl6bkFyeXVuR0U1cC96dVd1VTY1MW9QZlFlUDBwbkd6d0o2MXR5L0haeXJFb3JqMDlWZG13OEpidyt4UG1hUWhzVXdXT2o2ZDArUTVuSDJ3VDR5VndYbGh5RHNvVElEN2diQXV6REV1WFpOYm5leklzUGEvTTZqVkI2R3NmeklmM1M2eW5uTGVWOTIzQ09FNWtSSDhJNUNxQ1ZUUVR0WkxTKy9zRjVHMCs3bUVHRStnTVk4QmxMc04yTDhEMkkxOWZnT0pwbjJqL21lRDlta0NFUHJ5dkpuUUJ1U3NEalBPZExHKzhyeUlENlh6QmdZTVBzODNnR0pMN2djOEZBd3hDdWcxRUU0UlpjZTk3OHVSWEh6STdYbVBpK0o3R05VVndyMmxnRThidWdBTWZiU2RuaE1wcDlIY0gyZXZIOTZNK0F5RHQ4cjhad0hxY296OVcwbk92YmwzTytoT2Yyb0czUEkvWUZuT003eW5kWFBPZW1FTCtqc3BPNzlsMWl5SkFoUTRhZUswK2VQUER5OG5xRk0vOXpTa3BLd293Wk03QjU4MmFVTFZzVzdkdTNSOXUyYmZXTWVsWEZpeGVIczdNemJ0KytqYmk0T1AzenRMUTBYTDE2RmQ3ZTN0aTJiUnM4UFQxeC8vNXpoN1I2OVo3L2FoQVRFNE8xYTlkaTRNQ0JzTExLL0N1bGxCS1JrWkdJakl4RVdGZ1luSjJkWVd0cml3SUZDdUN6eno1RHdZSUY0ZWpvQ0VkSFJ6ZzVPYUZnd1lJUXdqeVg1RVZaV1ZtaFhMbHlPSDM2TkM1ZXZJaUlpQWhVclZvMTAvTkxseTZkNHowQW9Fb1Y4N0k1aGd3Wk1tVElrQ0ZEaGd6OXMvVldnWHNwWlQ2Q3ZzcUVnQzJFRU9lVTR4WUVZSjJVeTI0QUdDQ0V1RUFJUElyWnQ2cVNDUTV0Q1BnK0laaFBKUWcrUU9BZXkwenZaZ1NZRlpuZGZKN2d1Z0NBWGtLSU1HYUorek1qV1JEMlhRSFFVZ2dScDdUWmlzQzhqL1lSQzl0T1V6SmtPeEVTcXA3cmtzQzFMN040elcwLzBtbHZNNGo5K0kzOXVrZDdsOFVBamdzaFdrb3BXN0VOQlhqZk04dzhYc29zOVE4SkVzMmhmUUt6bmlzRDJDcUU4Q1lvMzBVb2U0SFp6bzNaL3VPRWo1M003aE1Id0ZzSXNjZHN2aTA1TG9PWjVTejV2TnUwSlhsRUtOMGFRQWNHTVh5RUVNbTh2Z0JocldZdEpGblljeWdESVFNSXRuL2krTlJUemt0VzRHMHNkd0xzNGhyellqRlljR3pIMDZab0JOc0tRdks4aE96M0NlczllZjVHbmxPWXgyY0NXS0ROTjczOGc1UWRBdWJ6dW9MejVVRXJsaFRDZUcxY0pkK1RjY3p5bms1djk3bENpR1c4ZnpDQjd4Wm1vR3ZTQ2pHUFkvOUhjK3dYTVF2L2UrNGVHYy9QVDNHc0dqSWcxc2xzMTBjaTErWUZYbCtlODFhYzc4Y2dndW9kUEw2UllMOFBBeUZmYzF5M2NFdzI4MzNTQ3VZMlpuOHZNNURnd29ERVB0NXpMWUFBSWNSVUtlWDd0R29xckl6VElRWXBBZ25mN1pYMzRDRGZyeWZjclZDWDQ3K1IzeVAyaFBINUdZZ3B4em5SZHJWOHpiRy9BbUExejFmZjM1L1pOODFTWnhPL2ExWnovcWJ4SGM3SE5SakNkemczNTd3SGQxbnN5MmF0YU9wdEZLWTFaTWlRb2YrZXRtelpBcFBKQkh0N2U1UXRXeGJseTVmUGRQenAwNmY0ODg4L2tUZHZYaXhmdmh4VnExYkZxbFdyVUxWcVJ2N0Z1blhyQUFDT2pvNXdkWFZGbVRKbEVCa1ppZHUzYjZOOSsvWjQ4dVJKSmpCLzdOZ3hkT3JVQ1QvKytDT09IajJLNjlldjQvUFBQOWVQTjI2Y3NWRXlQVDBkNDhhTncrSERoM0htekJuTW1ERUQrZkxsUTFicTI3Y3Y2dGMzZDJaOGMzWHMyQkYyZG5abzBxUUpQRHc4OE41Nzd5RXdNUEJ2dTc4aFE0WU1HVEpreUpBaFEvOUV2VFhnbnRZa1doYnJhUmFpVmFHOVlQWnRIK1d5OHdCNkNpSE84K2YyaEh1cWdlZGR3a1VuMm4xVVoxWXVBUHhBK0xlWW1ibTNhZGZ4QitGWlBVSzlYQXJFMjBKb1A0bzJIeGFFZE9kcDFXTU83ZnNwRUZqeTNqMFVpRnVORUZXRmZtQmJOT3VaWVdiSFRHejN0NXpqNlFSK2R3a1Y1eEw0ZFpWUzFtU3dveENmZjRKWnkxTUltenZTdzN5WTJiZzlZK2ErQ3lGakgxb1VyU0cwUDBWTG1KTE1LRDdGZ01SWXMvc2tFYlN1ekdMYTIvRjhhN2J0SmdNbm45TFB1d2N6dmI4bjFPeXNRUHM4N0pjSzR3OXhyTC9tMkN5aE5ZNTVrZEprd21GTHJvMEpBUFlRMnJjbjhBY3puclVDc3gzcDI2NHBEeUh2UmE3WkpXeTdtbFVQQXZScFFvZ2t0cnMwTTh1ekE3Ri9jcng2c0g4SkJNOGRsSFBPY2N5ZENJY0xNQWp6blpTeVBPL3Z4RjBpcXFYTkZjNzdBTUxvcVlUWlMvak8rUkRRcitiNlA4UDI5eUIwcm1ObWYzU0hnWXlqM0VIeURnTnUxaHozYmx6WDI5bmV1WHlYQmhHYWQrQzd0NVBCaExVRTFndTQvclErUCtNN1VvcnZiRGpmbytXMDJKbE55eW8vQmpJMDdVRkdFR1llQXlvV2luM1dSUUNlckdYUVY3R28rb3Zyd1pialdJajNqZUhuUDNGY1JoRzhyK04vbVgwRG5oY0tic3dneEI2MmV5bmZremtNT2hYaWU3dWV3YXJDWEorVCtaeDFXVmhPWlpJUTRsRk94dzBaTW1USTBOK3JMVnUyNFB6NTg4aWJOeThXTDE2TTY5ZXZvMlRKa3JwLy9PUEhqK0huNXdjQThQSHhRYXRXclJBY0hJektsU3ZEMHRJU3YvenlDNjVldllyOCtmTmo1Y3FNWDQrRUVFaEpTWUdUa3hQaTR1SXdiZG8wL1huWHIxOUh2WHIxNE9ibUJqYzNOMWhZV09ERWlSTUFBQWNIQnl4ZHVoUUFzRy9mUGlRbko4UEd4Z2I1OHVYRDd0MjcwYTZkZWQ3SG0wbEtpUVVMRnNETnpRM0ZpaFhUbjdkejUwNzluSHo1OG1IYnRtMnd0N2ZIMWF0WHNYanhZcVNtcGdJQVVsSlNrSkNRZ0xTMGpKeVZ0TFEwSkNRa0lEazUrVzlwbnlGRGhnd1pNbVRJa0NGRGI2UGVDbkRQVEhrUFdtU0VFZ2FlTnp1dEtMT0F0V3phaTdUSCtZdjMrSmlBVmswdHVzTU05Qm9FYmlVVlc1dVZoSUhqV2F6eXBsS1VObzZnRm9ScXBRanBwaEZvVGlUOFZqTzJ4eEIwcTJyQWpHYXRRT3R4d3NLbmVKNTV2WVRBVTFVYzdTOGMyVVoxbjNJNjRlNFFRdDFCektoT0lCanN3SXpuSVFTb3l4V3JrU2hrZ014K2hQVURhYi9qeCt4eFRja0U1YlVKRDc4bjlCekw3UHk3ekdwL1RLQ2JtejdtMzV0WmhaaVlkUjFvN3I4dHBleElvR25IUG1tQStsTUdTNFp6UGdLWmJUMUVDUEZFdVVWZkFtVnJCZHIzWjM4OG1iWHV4OC9ValBORW5tL0xueGNDV0M2RVNDSDA5dVlhTXhGZ0I3SXV3U1JsN1duYXdmYitSRGk4aWpVUU5CM21icEQ3ZUI1c0dKRkY4V0ZOZnhHcTErTzYxSW9QMTFOOCtlOHllQlZMeTVsS2ZQNTR6cUVmTThkLzVuWGEycnRER055TFl6U0psa0xyR1Z6cFFlZzlnL2U1enZub3hYVlZtcFk5bXA0UjlQL0tQclhuZmV5NUk2TTJBMFBCZk81TTJ2ZDRDQ0UyU3lsYmMyeWpDUFpIODdtTHVVdGhqUEorVGVHdWhubDg3cDljSHlmNUxpWVNpSCtzN0g0SkpXajM0NXlrS25EOURuZk9oRXNwUCtQOTgvRDkxQXIxTHVWYVg4YnZrRG1FN3c4NDFxczUzeXNWbXlaTlozZ2ZKd1pISG5KOWVqSjRNb3YzcU1oeDl1YjRhL2ZaUXFnL1JWa3I1M0t3L3pKa3lKQWhRLzhCclZ5NUVzMmJOMGVKRWlXeVBHNXRiWTBLRlNwZytQRGhpSWlJUU11V0xlSHU3cDdwbklvVkt5SWtKQVNqUjQvR08rKzhrOG02eDliV1Z2ZW1MMSsrdko2NTcrbnBtZWtlMTY1ZFEwaElDRnEzYm8yaFE0ZkN6czRPVzdkdUJRRDA2OWNQYm01dWVQYnNHWUtEZ3dFQXJxNnVtREZqeHQ4NkZrdVhMc1dLRlN1d2FkTW0rUHI2NHNNUFAwU2pSbzJRUDM5KzFLeFpVejl2Nzk2OUtGQ2dBQ3BXcklqejU4L2o5OTkvUjF4Y0hJS0NnbkQ2OUdsWVcxdWpRNGVNdVB6Y3VYUHg0TUVEZlN6TnJYME1HVEpreUpBaFE0WU1HZnFuNjIzNURkaU4wSGVQRU9LRklvd3MzTHBhQWRBeEJPQjdlZHlWZ0sySWNsazhvVmhOWnBrbk1STmIwbzVqT0VGZmY0SmlEVEkrSkRSUFp4WnlWYVZRWnpvaHBRYkZvVm1wQ0NHMm1iVzVLcUdtQm9nZkE1Z29oRGlMNThWcU53SjQzNnk3OGN4a3YweFFxTUppU1V1U3ZzekliMHN3YmtYUVhvMVo1TTBJbm45bit5V0JaM3NDK3k5WldQTXg0Ym5xczU1RzZGbUxZK1pCY0RtU3o0MWpnT1dxWW1zMG54bnVoWlQ3cERQcmVwcGFXSmg5LzRqdzBsYnhtWi9OUUlKV25EaVpRWUZVQUNPRkVCZndmT2ZGVjd4ZTAxMjJzemdoOW1yQzBQY0piMjA0Qmtuc254My92MEVJOFIzdm01ZjlxY1J6LzJLZjdUaU82ci9hVFd4dlh3TFppY3dXLzFDWnAwc0F2aFpDM0ZEYXJmbWpteGZIbGR5eDBJbHpNVjJaOTRMS09ZL1k5MU1NT0RTbU5kQXdydUVaZkpkV00zTmVDeUlrc0wxYTBkZkZ6RnpmeDdYVFJnbkNsQ0lJUDB4Lzl4ak9qd3J0VS9tc1pRVE9QbnhHSG1iUzI3RGc2azN1R3BqQjkzQUlkNnlVNXZ6bFpaK24wR0xuVHdicy9KVWREYXNaM05yQzRGMEhRdlY0dGkrVjdXaHZ0aDVHRVk0M1pCWi9mbzdoZlFEdENPMHJjaGVBUGNmeEsxb0pqZWRPbHdpK2czTllkUGdVQTJraEJQSS9LVVdwdFRtSzVEekhjT2RBTWU3TW1jdDJ0R0VBN0JOKzEzaHlsMGdqOW5jM3h6U1E1MnE3ZWR6NDdoc3laTWlRb2YrQ3RtL2Zqbm56NW1ITm1qV1lPblVxNnRTcGsrVjVscGFXOFBQelE1Y3VYYkJ4NDBhY1AzOCtFNXlQaTR2RGxDbFQ5Sit2WExtUzQzTkRRa0t3Yjk4KzJOblpJVDQrSGdBd2RPaFFUSnMyRFZ1M2JzV1ZLMWV3WXNVS25EMTdGZzRPRG1qVkttTVQ2YjE3OS9SN09Eczd2N1IvYTlldXhhNWR1MTVoSkRMMDhPRkRmUXgrK3VrblZLaFFBWTZPanRpMmJSc2VQSGlBVHovOUZHQXgyc3VYTDZORWlSTHc5ZlhGTDcvOGdtM2J0dUh6enorSGpZM05DL2ROU0VqQXBrMmJzSHo1Y2h3OWVoUWZmL3p4SzdmSmtDRkRoZ3daTW1USWtLRzNYVzhMdUY5RmFON2IvSUNVMG9iWnQ4MzQwUU1BM3dzaGZzTno0T3BMU3hkTjhRU3FWWm5oR2twZ2Fra0xpd2tFdEV0NXZqMnpiVy9RTWlPZG1jQVZDWEQ5aFJEeFVzcnVCUDRhdEg4R1lLWVFZcTVabTk4anlOV2dmU0pocE5abXplWkZMYkFMZ3VWSmJNY0dwYkNwcGlQTUh0ZWcvVnIyNlFLREZwTFFNSTVnVk12UWpTTFlyc0ZzKzZtRXRpdk5ZRHNJYkszWjV1NE1mbml3WFhkNC9VVm1TTmZnM05YbWJnWlZ1d0dNRlVJa21JM051N1NDc1NEY0xFakEvelg3MzVlUWRCa3orWWNKSWRRaXZwOHllMXRURkFNdFJUbWZJWVQydFpsTnJ2MHJVUktjYXRCK2gyWkJKS1VzVExDcTdYellSNkJjbUdPa1F2dFU3aTc0Z2hCNEprR3Zhc1VUd3dEUGRlV3oxZ1RtNXRBZTdPOTN6STcvT1F2YkZYQSt4aEFtRDJQN1RuRm5TQUxiTUlCdHEwd1Fuc2IvbG5MWFFCMEdJZFp4M3ZKeGJoTUk3Y3Z5V1NHOFJ4SURTSjhxN1lobEVNQ0w0SHd5UDllQ1IzY0lvbTl3VjBZZnZvZFRhTE5VaXV2V2lqdHIrak9yL0RjR2dPWXEwSDR2MS9Fc0FNNUtrZVpZdmdjcFdkUi91TTFkS0MwWW1MTlExc0JUanZOeEthVWQxN1FMQXd4RFdYRDZjOTd6Tkk5N2NiMnZJM0FQNW5yek5pc1VySzNGWWZ4L0FBQlhBbmh2cm9rZVhBZmRHZGdaejRER0oreHZDTDhEdS9IL2xneVFlVFBvWWNpUUlVT0dYa0VSRVJIWXVIRmpqdWVrcDZmRHdpS3J2NUl6RkJvYUNnc0xDOFRIeDJQdzRNR1lQWHMyNnRZMS83VXRRN2EydGhnelpnejY5KytQczJmUElpa3BTVDgyZS9ac3BLU2tZT1RJa2ZqeXl5OWhhV21KWmN1V1pYbWZtemR2WXRLa1NXalFvQUc2ZCsrTzNyMHpmaTIydHJiRzk5OS9EM2QzZDV3OWV4Wm56cHhCZkh3ODZ0YXRDMnZyakY5SlZYQ3ZaZkZuMVdkTlBYcjB3UHZ2bStlT3ZMNnFWYXNHZjM5LzFLbFRCNFVLRmNLalJ4bnViUjA3ZHNTT0hUdjA0TU9KRXljUUd4dXJaOWlYS0ZGQ0w5Qjc2OVl0T0RrNVllSENoWEJ3Y01DNzc3NzcvMjZYSVVPR0RCa3laTWlRSVVOdmc5NFdjUCtVbGhZUHN6aldocG5ZQUJCTmtMdGVPVDZDRUZ2elZVOG1sSzFQMjR5SGhNMTVDTGg3OHZPWkNyUSt4aXo4d1lTbnovai8yeXo4ZUZWSzJac3dUck1lU1NOd3psUjVpeEE0a05CZk8yOGFnRmxDQ01uUGhoRE81VGJyNnlwbWZjOWs5cnlxd3dENkN5RWltYkUraytEMVByT0o4eEY2SDJXaDBRNGNrMmRzdHd2QjR4YTIrMGRsQjRPbTMzbXZzaHl6UTh4a25zQmd5QVI2aTMvTk9WbEEyTjNVN0Q1L0FlZ25oTGhsTmphbGFOMVRpdEMxT0VGb2RRWWV2bWZHOW5xQzkyRkNpRFhLTFVvVEFHc0JEYzFTSjVMQSt3YmJYWUpaMHFxUC9IMzZtMXZTeW1TRUVPSUJkM01NSklnSGdEQ0MyemlDV3pYVEhBeWUySEVkZEdOV2Z4ZXpjMFlCK0YyYmJ5bGxmYTRKVzd5b09NTHJld1Q3RmJJNEIxeERQeElhanlYUTlTQllkeWN3UHNiNWJzRDdPVEI3UHplenlVUDV2a3hndTc5VC9PbHI4VG5iT1g1T0hGOTFiclhzOXFtY0MzK2VKemh1Y1J5VGU1eVhGbngvcHpEcjNvRmcvajN1VW1qSnNRdW1EYzRNM3M5RU9CL0lOcmJsUFRweWZEb3dDLzBqOWtleng3clBkeXVaWTVKSGFYc2E1Mld6RUNKTlN2azkyL2FVNzgwZUtlVW5EQjdjWXg5OU9KNi9jc3lQTVJpaDJTK3A3Kzh6enNjK2d2WnVBSDRocUMvQlhUUlZGTy82b2Z6KzBkcDVnK3YvSTc2dnR0dzU0TTZkRlQyeVdSZUdEQmt5Wk1oTU5Xdld6R1RmWXE2a3BDUzBhdFVLSlV1V3hPREJnL0hlZSthT1o2K3ZPblhxNFB2dnYwZWhRb1dRSzFjdS9YTlhWMWZNbVRNSCtmUG56L0g2VzdkdVljS0VDWEIzZDhlWFgzNnBaK2JiMmRuQjN0NGVaY3FVd2NpUkkrSG82SWkvL3ZvTGRlclVRVnhjSEpLVGsyRnRiWTA3ZCs3bzk2cGV2WHEyL2Raa2E1dlZyeVN2THhjWEY4VEZ4V0g5K3ZVWU1HQUFuajU5Q2dENDVKTlBVTFJvMFV6bkxscTBDRXVYTHNYNzc3K1BhZE9tR2RZNGhnd1pNbVRJa0NGRGh2NzF5ajZWNkg5TDdrS0l3d3JZQmpLQVp3bG1wUlpTc29wLzRqSEJEUGdKU2tadEdqTjNHeEtXSlJEZzV5SG9kR04yclRlejNTVXRNaFlScUJYbFo0TGdzQU9BQzFMS3pvU0lHdWlYaEc4amhSQ3hTbnR6MDRLa0NRR3hWT3hpVXFXVUZpeUU2Vy9tQlo5T3YvRmhCSS9OemNibkxvQ0JRb2dUTEJDN2dEWW9TUVRnanJTcTJVb3dxbm0vbXdnaXI5SGk0d1F6L1ZlYVFYdkpIUWNGK1Bsa0lVUVFnd2R6MmRiUkRDelU0L1doaExkdVN0QkVNanY1YXlHRW1tMnVGUi9lVE5BZnhiR09ZTjhyRThEK3dHenNqd2l4VnluWDV5TkFyYzc1U2VFNGh0SmlKWVZ3TkpaQklDMWRLNTF6WDR5QnJMc0FtakVBSWhUcmtqd0V2OThSQ3ZkbDFuTXU1VDdoOUZXdnhqRzI1TFhhdjM1TkFBWUxJWllKSVZMWmJnZXVyWXJJTEVuUS9UV0FBd1RaSCtKRnBRRllKSVNZeUxhTzQzUEdDeUVPY0sxUDVoeHZKT1MreGZIOWtXdkVrMEdyUHZ6UGpmZFp3M2VoT2R0emhFR1ZkL2x6ZVdWdTAvbHVqVkdLSTFmbFhOeGk4S1ExNGY0VTJpbjE0bHFkeWZ0NEUrWXZJNkR2d0YwSlV3akt5L0o2UzhMeFR3anJGM0dIekVjQU9nb2hkak1RRmFRRWNSS1JrUjEvamNFcEIyVU1VeGdFV2d3Z2hlL3plSTdOVjBLSVlQWmxPZGY2RXE1M0orNThHY3JBMVdBV3R2WlIzbC9KWTk4UTFQY25iRC9KNjZzUTRsdnlPeVNXd2NNazduSW94TS9hTUFBeGpidFE3bktlS3RDeUtROE1HVEpreU5EZm92WHIxK1BKa3ljNGZmbzArdlRwZy9uejUvOHQ5MjNhdENtdVhMa0NEdzhQL2JPWW1CaUVoNGZyUlZtejArWExsN0Znd1FLMGI5OGVRZ2lNSFRzVzVjdVh4OWl4WTNXUC9RNGRPcUJ4NDhZNGR1d1l2THk4NE9MaWdrT0hEZ0VBVHA3TUtMTmthV21aYmNaNlltS2kvbWRiVzFzRUJ3ZmozTGx6TCszWGxTdFhNR2pRSU55K2ZmdUZZd1VLWk9Tei9QSEhINGlKaVVGNmVqcXFWYXVHb2tXTFl1L2V2ZGkyYlpzZU1MaDA2UktxVjYvK0FyUmZzMllOQWdNRDlVSzJoZ3daTW1USWtDRkRoZ3o5Vy9SV3BMSUlJVGFiZjBZZjdNVUVhZ21FWHN1RkVPa0VybzBVbXc1TmUybHZvc0c4NG9UNlVZUnYxd2prTkd1TjI0VEJFL2x6T3FHazVIbW4rQnhmMnVsb09rWGdGNk8wdHlEUGE2R2NkeGJBRkNGRXJKVFNncytkWk5ibU5HWWNleENxOWpBTHVGeG5wdjB4UXZ1VkhCUHQybnlFelVHOFIyY2VTeUEwM1V4UWVwUWdkYVNTWGEzcEd2M1Q2OUNXWkttVXNoWkJzRFVoOFFJcFpVM0N6VFBNOU81cmRwOTd6R1EzaC9iNUZGdVNzd1QxcHprdlRRaS9WeklJOHhFQnFKL21qVS9vdjVnUVZOTjYrbzl2WkxiellHYUlUK005dGZsOFJKc1ZzTTNmQ2lHaXBKU1doTnhybURsOW40R1RvOHltbmtJWXJQbmpuMUNLbDA0aTBGK3BaRjJiT001cmxIN2JFVmFyUHVpYWt0amZnK3ovbDJaRmlMWDUzUXBndkpTeUJtRnpMajUvczVTeUtjZmhnbElFTnBiamZKd3dmUmpYMERobXR3OVVQTzdIS043d0QvbThTdlM3TDZoQSsxUUdsbnJ3UFZpZ3pNVmx3dTFlL0w1WnpQZXVvN0lqSlowQnFZNjA3Ym5JejYvUzFxWWYyM3lKQVRjZkF1MXVpcDk5TXhZby9rTktXWWtCSGcyZW05aW1JL1RFVjAxMFUyanRzNUkvZjZqTTdVZ0ErNldVeFpVZEFmUDR6aGZrZGQwSTBidXhQc0FranBNMk5rbklDQmo4enQwSjJnNlFCMXpMUTVVQTJoT09nWVd5N3U3UzR1Z3BuMTJNYzZINTRQdGxzWFlNR1RKa3lOQWI2czZkTzFpK2ZMbitzNXViR3dZT0hBZ3BKWVF3LzJ2NDFYVDI3Rm44OU5OUENBNE9ocjI5UFVhTkdvWGh3NGNEOUxnZk1XSUVYRnhjTUhueVpGU3NhQjdIejFEanhvMzFQeDg2ZEFpWEwxOEdhSUZqTXBrUUd4c0xQejgvREJvMENFT0dSYmpzVHdBQUlBQkpSRUZVREVIUm9rVlJ1WEpsckZ1M0RnMGJOc1RSbzBjQkFQWHExZE10YU15bFp0emIyZG5oanovK3dKNDllK0RpNHBLalBjMmhRNGNRRXhPRHpwMDdZOHFVS2FoZnY3NStUTnRKY1B2MmJkMEdwMlhMbGdDdGYyYlBubzA1YythZ1hyMTZPSHIwS0VxVktvWEpreWNqS2lvS2xwYVdjSEJ3d083ZHUyRXltUkFSRVlGNTgrYWhVQ0Z6RjBkRGhnd1pNbVRJa0NGRGh2NlplaXZBdmJta2xHVUk3RDRoWUJzTllLR1d4VXlvRjhDc1lrM0xDYjBhS3VEYmhnQzdGNEJkaEpjakNkMmVFQjRPVVR6TUJjSG9XR2IyZjBqQXB2cTNYd0RRVndnUnFiUTNOd0ZwVCtXOGh3QzZhY1ZvbVNrK0xRdi84a3VFemw4UzBxblE4U3F0ZWtLa2xFVUpSVDlSamxzeG0za1pzNWZIc2VDbmlVQjNNLzhmeFV6Z0lXeGpMdVVlTittdDdjWXhuVWx2N3FVY2wya0E1dEFDYUJaaFl3RGhhZ0hsUHRvNEIyY3hwWUZLY2MzcWhKVzVtWlc5ak5CMUNDSHViZ0FEaEJDUDhMekdnU2N6blRXdEpSQmZTaWp2eG1EQ1RMWkJVd3dERDdrSVJvZlR4Z2ZNY0o3TDhYcEVlUG9Md2VwVVpzUG40MXE2dzJ6N3J4a29PRS9RcXdaendnQk1FRUk4VmRiRUZFTHByRWhBQUdIeVdNSmR5eXpPT1VmN2xMd0U3V1c1ZnVmVHYzMFJ3ZkVlQmxHU09LNTNDSjM5ZVorZURNcU01UHo0ODg4RCtkd2tRdS9HWEgvcWU1WE9kVFNNNjJva00rdkJnTThHN2t3b3dubU80ZnU2R3NCb0ljUlRLZVU0MnRUOHpBQkpBTnZZbTM3dnJSZ1lxYzcxS25uT2oxempubXp6S2lsbEFkci9hQjRJYVR4M0hyOERLcHVONFhhbFJrVmh6bTF4cnJjMVhCdkx1RFBIaTNDK0J2dmlRWHV1Zmx4SDB3bmsxWUxSVXprUDFWbkVPcDV0YXNIN3BYR2UwN2cycnpQVHZpSy8yL3hvci9NelFYODgzOVZxM0lXaTZWNFdOUzhNR1RKa3lOQnJTRW9KSHg4ZkhXQzNhTkVDbzBhTkFwZ3hIaDRlanU3ZHU3OVNjVmZ0Zmg0ZUhnZ0xDd1BvMjc1Z3dRS1lUQ2I5SEU5UFQweWZQaDNIang5SDM3NTlzL1hlRHdrSlFYQnd4cTlRWjg2Y0FlaHRmK0hDQlV5YU5BbW5UNS9Hdlh2M2NQcjBhY3ljbVZIcXAzYnQydkQyOXNiaXhZc1JFNU9SUzZJVnE4MUt6NTQ5QXdEa3lwVUxqbzdQM1FSVFUxTXhac3lZYksvcjBxVUxZbUppVUxodzRSZHNoYVRNMkN5YlAzOStSRWRIdzhyS0NzMmJaOTQ0YW1OakExOWZYN1JvMFFMSnljbnc5ZlZGczJiTllHOXZqOFdMRitQRWlST0lpb3BDM2JwMURXaHZ5SkFoUS8rRHVuVHBFdkxtelFzSEJ3ZTl0c3Ivc2w1V3grWlZkZm55WlNRbUpzTFIwUkVPRGc2WmRvc2xKU1hoMXExYktGeTRNT3p0N1dGaFlZRTdkKzVBU29sQ2hRcTlzU1ZkUWtMQzMyWm45MjlTVWxJU2JHeHNYdUZNUS85dHBhV2xJU3dzRERWcTFJQ2RuZDByWFBIdjA5dGlsYU9MMmRsK3pKcE9KWXhkckZpUFdER3p1Qzc3bDg2c1pHdUNZQlZLSndEb3dVSzI3UW5yckFuSFJqSGp1SndDVnRNQnpCTkNUS05kaURtMGp3UGdKWVE0b3JUWEFzRG5CSm8yaW5WR055RkVCSjViL3V3MEs2QXJDUVZiMHBKa0RBR3RwcWNBUmhIYTJ6RGJXaTBTbWs1TEVCOEN2OVVNYUVqNjRjOGh5TlRBZHh0bTV1ZFJuaDlEQ1A0dGJWQzB3cUFUQ1E1LzVwL1RDRGVyc1ovK1poQXhsWm5zTzRVUWV1VXpLYVdsbEhJcXdmRWxRdFYwQmszZW9WWE9XSUpiZi9wOHV3c2hvdkc4R0swYjRYVnV0bmtmTTlYbkU3QjJZcGI4QUdiS1d5aDlNOUd6M3dSZ25CQmlPLzNOWFFoaFM5QVBmVElCYnlsbEYwZWFVcVIzTE50eGttMFpRYXNpYlJ5dkFXZ3JoSGlvdEx1WFlxZWpTaXNXNjhPMkR6QmJzOW85SDNJOXh6R0lWQW5BUXRxNE9ERndVSXpRdndOaHNtQi94akhJa284N01BVEg3Q3pmZzA2RTBiblluaURDK0x4NFVSY1k4TGpQT2dERE9CZlB1UDY2c2owLzB6TEhqM1VReGdHSWxWSjI1ZlhYNlJFL2hHdGdQSi9aazdzdktySFA1N2hPTHpHbzFJVkJ0MERPb3cvSHhaTDNXY1BnMGxEbGN5akZiVHNLSVI3emU4T2Z0UlBHQ2lIbUsrdjZVNDV4SFdiMnIyRWd4Sjd6L1ZpcC8rRE1aMmdXUmw0TWRLemorNWZLZGY0TGQvUUU4RDZUV1RQQ1R3bSsvYUFFcnByeWU2TXozMW5WZ2lrK0o0OTdLV1dUN0k0Wk1tVElrS0huV3I5K3ZaNlozcUZEQi9qNCtNRFNNdU92amViTm15TTFOUlZ1Ym02WVAzLytLOW0yQ0NIUXExY3ZXRnBhb2xLbFNsaTVjdVVMME4vS3lncCtmbjZ3czdORGZIdzgvdnp6enl6djFiaHhZL2o3KzhQTnpRMTM3OTRGQUN4ZnZoeisvdjd3OWZYVjIxTzZkR2tkdWhjdlhod1ZLbFRRZHhBNE96dG55dHczVjFSVUZBQ2dYTGx5bVlDR0VBTFcxdGJaL3FmdFJMQzJ0bjdoSDhXNWMrZUdyYTB0dW5UcGdudjM3cUZKa3lhd3Q4L0lhM2laUFpDNURHaHZ5SkFoUS8rYkdqTm1ETnEyYll2NjlldGo3dHk1cjNYdGlSTW4wSzlmUDZ4ZnZ4NEpDUW12L2V6WTJGZ0VCQVJrMmpYMk10MitmUnZObXpkSHo1NDlzWDM3OXRkK3BxYk5temVqUjQ4ZWFOV3FGYlpzMlpMcFdGUlVGRHAxNm9SbXpacGg1Y3FNemQwTEZ5N0U1NTkvanErLy9obzNidHg0N2Y2bXBLUmd3SUFCR0Q5K2ZMYjlYYkprQ2RxMWE0ZmV2WHZqd0lFRGI5dzNWVkpLZUh0N1k5KytmYTk5clplWEZ5WlBudnhLMW52L0NVa3BzV2JOR3F4WnMrWVZ6amFrYWVYS2xiaDA2WkwrYzB4TURBWU1HSURJeUl6ODVNT0hEMlBIamgyWmJCWlYvZlhYWDVneFkwYW1aSlhzdEhmdlhnd1pNZ1FmZi93eGV2VG9vU2U4bUNzOVBUM0x6LzhOZXFzeTdxV1UrUW1LT3hBMnJnY1FLSVJJNXZFOEJJZXFSY3ZCYkd4YmttaHJzVU5LV1prZ3JDQS8zOEJzWXpXek9JMiszWk9rbE9VWk1DaWxIRThtN04ya3REYzNJZWdpeFRJbGhabldlM2xPSldiY21tZmEzMUN5M3llYUhYL0NqUEpOdEhRWndITzFmMldsTXZPN0x6T0VWeXJIOWpKVGVCeXRSUHF6bitQTW5oL1BUTzMrL1A4NEFrbGZXc2lzSmR5MVlmcytaU0RBMDh3L1BKbGp0Y05zTHEwSUlmc1FyQmNnQ0wvRjRxUW5tZDMrSHJQRDd6RkQreWFlQjBTK0lPVFdZT3gxbmp1YXV5R0dNSU5lc3lqUmdoSlBHYlJ4SnZpZUtZU1l4L3VXVjdMWHRXem9SVHgzTGVGMUhBTTZkd25MUjNPTmplRHozMWU2ZW9sQm1pZktaM1habnJ5RThKTHpZMkwyK21qdURCbHRWdXRBWFJ1OXVSTmdGcTJOZmlNRUxraDRiOC9nMDJnR2wxSzRCdGNTZk52eWVDNzI5elR0WHBxekg3blovMGl6WFJ5cWpuT1h3VDBHcHpSdmdVU0M2bHA4UjA1eEY4SjRCbzNHQ2lGaXBKUjF1YTZ1TVROOUxMK1RmSlJpeWhGc2F3TFA4ZUR1aVZYSXlGZ1BKclRPelhkMmtOSyt2L2hPZmtQQXJpbWR1MGg2MGxvclA3ODN1aE9TTDJSUllxMnc5WEZlMTVqalY0dVF2aCtEYXovejV5U091NG5mQStOb2tSWEFPWWhpTnY5bUJrTzArVnJNM1FORDZIK2Z3dSsyb1h5ZlBsZUtQN3N3RUtFRmMxSVlwTm1melJ5QjY4U1FJVU9HRE9XZzhQQnd6SjQ5RzBJSWVIcDZvblBuemkrY00yclVLSnc2ZFFvclZxekFvVU9ITUh2MmJEZzRPR1I1UDAwMWE5YkU2TkdqMGFCQkF4UXVuTEVoUzh0Q0I2RzRrNU1UQmcwYWhDMWJ0cUIyN2RyWXVuVnJ0dmZUL1BaYnQyNk5kOTU1QndCdzRNQUJSRWRIQXdENjlldVhxZWhyNDhhTjlYOTREUnMyTEZOaFhITnBIdlYvUnpGZVRmYjI5Z2dKQ1lHVmxSVm16WnFGb2tXTFl1clVxWWlMaTN2cDJCa3laTWlRb2JkRDZ0OXI3ZHUzei9GY2M5V29VUVBPenM2WVBuMDYxcTFiaDRVTEY2SlVxVktJajQvUGROL3M1T1hsaFgzNzl1SDgrZk9ZTld1V0hoek9TYVZLbGNJMzMzeUQyYk5uNCtUSms0aVBqOC95Ny8zWFVZY09IYkk5WnI3VHJITGx5b2lNakVTL2Z2MHdmZnAwVkttUzRUSzdjK2RPSERseUpKdTdaRmpNblRsekJtZk9uTUd0VzdmUXRtMWJMRnUyREE0T0R1alVxUk0rKyt3elBIdjJERGR2M3NUVHAwL3gwVWNmNmRlbXA2ZS9NZmhjdkhneHRtL2ZqdTNidDZOSGp4NXdkM2ZYRXh0eVVraElDSGJzeU1CQW16ZHZScjE2OWVEcjYvdEtjL1IzS0Q0K0hxTkdqVUxKa2lVeGN1VElsNTdmcVZNblJFWkdZc2lRSWVqV3JkdC9wWTMvcTlxMGFSUG16WnNIVjFkWGxDeFpFcGN2WDhiTm16ZlJvMGNQK1BqNElEbzZHbE9uVGtWQVFBQnExNjZkNmZkTEtTVkNRME5oTXBrUUdSbUpnSUFBM1RveEs2MWF0VXEvcmxXclZxaFhyMTZtNHlhVENiNit2bmoyN0JuOC9mMHo3V3o1dCtpdDZUSGgybXhtOEZvU3FBN1ZpcjhTNVBZZ2pOUzBoNEJ2dXBsdEM1aVJQWStBY0kzaUM3K2NZTlhjVXVNOElWb2VRclphWmhZbi9yVGNTRE5yajc5WjRjZ2RBT1lLSVpLa2xQWUVyM1hNbmhWSGlIbVdtYm0xQ0JzdENPMkhBbGdyaEpCU3l1Rm1CWGpUQ1FVOW1URStUL0Z3LzR0Z1V5dDAyb3RaekpzSUhsVXRKekE4UjZBWnd5ejlIangvdUdMdjRjNk1ma2ZGb2tUVE9nQUJRZ2p6VU53bkJKZUhhTDNqUWpqcEN1QUtnYjQxbjFtQUVQODM1ZnFHSERzdDYvZ1JRV29ydHRlZDgxU1hhMFg3VjJ3eSsxS2FBWTdGYklkbXdiUk1BZS96T1EvMkRCQzh4M1ZRblNCNVBjR3Vnd0padjFMYStKUTdFSTVwSDBncFhUa21aZmxSaWdKaGozRmNTM0ZOcW9FaFRSckEzY2Q1N01vTTl0NWNIOHU0dzhLUGJhbEpvR3pMZVN2UDNTSmFvZFk1SEpOQmZBY1djcjJtMGZhbFlCYnZEaGhzNlMyRXVDU2wvSlR2Wmw3Mko1RFdNZzFvNTdTQWJiNEtvTE1RNHJxVXNnckhMNUVnMmx2WklYQ0Z3YlB6N0c5VlFudFB0bWs5ZzI3aHRKRks0dHlQVTk3SkV3VDJIN0N2NnU2aWF5d1NmSk9BZmhBaGZUQUFiOWFjNk1BQXh4MUM4ZTVjRDNXNVJ2dlFQbWd0ZDNiRWNSMVlzaUR5Y0NIRUl5bmxVdTVtaVdmd2JRZjdONXZucitJYStaSzdhalRyb1JIY1ZhUlpJYmx6RHIzNFhtZzZDR0NXRUNLcHpEczFrSldFRUNlelBHRElrQ0ZEaGdBQTE2NWR3OGlSSTJGcmE0dEpreWFoUVlNR1daNW5ZMk9EMGFOSG8zLy8vcmh3NFFLKy9mWmJyRjY5K3FXWjRPM2F0VU5TVWhKKyt1a243TnExQzQ4ZlA5YVBhVEMvZmZ2Mkw0VWRPM2Z1eE9uVHB3RUM4YUNnSURnN08yUFJva1VBZ0VhTkdxRnUzYnI2K1NhVEtWTjJYSHg4ZkxiM1RrcEt3dFdyVndFQXpabzF5N0VkcjZxa3BDUmN2SGdSRVJFUkNBOFBSMFJFQkpLVGs5R3RXemQ0ZW5waS9mcjFmOHR6REJreVpNalEvNDdlQktvTkdqUUl3Y0hCaUlxS3d0U3BVekZ2M2p5c1g3OGVEeDgrMU04NWNPQUFIang0Z055NWM2TjE2OWI2NTRVTEY0YWJteHZBUXV5TkdqVjZwV2QrK2VXWG1EOS92ZzRYczlMT25UdHgrZkpsdUx1N3Y1SzFUa0pDZ201WHAvNmR1M0RoUXVUTm0xZTN1anQzN2h3T0hqeUlaOCtlb1UrZlBsaTRjQ0dxVjYrT1R6LzlGRTJiTnNXS0ZTdXdlUEZpRkNoUUFNSEJ3VGg0OENBOFBUMEJBTnUyYlVQUm9rVmhZV0dCTFZ1MjRQNzkrM2o0OENFKysreXpITnYyMjIrLzRhKy8vc3IyK05telozSHo1azBBUUlNR0RWNndMTkhxMHp4NDhBQm56NTVGdFdyVmNuemU5ZXZYNGVYbHBmOWNwMDRkQkFZR1psdG41KzlXWW1JaUJnNGNDR3RyYTcydVVFNktpb3JTMTBGSVNNZy9DdHd2WDc0Y0pwTUp2WHYzZnFXQWk2ckdqUnVqWDc5K1dMTm1EV2JQbm8ya3BDU1VLMWRPVHhoSlRFeUVsNWZYQzhHWXhvMGJJelkyRm5aMmRqaytjOWV1WGZwdWpOeTVjK1BreVpNNGVUSXp2cmgrL1RyT256OFBBQmcrZkRpbVRwMkszTGx6WjNtL2Y2cmVDbkJQdURhYXRoZ1dBQTdRMmlSV09lMGRaRUN0Zk14Z0RpZmMyMllHcGRNQWJCQkNER2R4ME5VRTQybUVjQld5QU9reEJMU0p0RXlwclJ4TFo4YnlUSzFZS2xWUHNjR0FVc0QwYXlHRWlkbjR5ODNzYmNCczNia0U5aHNKQ2syRXU4bk0xbCtYTVN6eUc0NkxyZktNOHdTUm1zV0pLNC9kSlFUOGppQnhBak9YajVrVkdqVXhRNzQ5SVd3M1pncHJWalBIQVF3aWxLek5NZDdIelBJWlp1T3lSd2pSeTZ4L2tGSldwWTNLSlFKc3JZMEZDVUFEQ0hrUEU3RDNFa0w4cWx4ZmdtM1ViSXFlRWF5V0llRDhUZ2l4UWtwWmdYTmFYSm43RXdUemt0RFRXd2lSSUtYTXkwenZoanoyTTlkVEtvRnFJd0xWdGx5RG0zbmZhdHdCOGhGM0FLanpPRmtJc1UxcHR3UFhTamsrSTRtUVhES0x2aFhYN3cvWlFIdk51bVVkN1l2R01pTzlQNHZPVGlmc25VcHJtUThaMEhEZyt4Qk5TNS81Qk1aQmhPVWZjMzNOSVNUV2lFS3FFdlJSRlVPLy9wTXMzRHFWN1UwblZLL0p3RXcwTFdCbWNDZEZKMEw3a2p6UGdldHdPQU0za3prbmg5anU4NXpYSlF3UTJSTjRqMkxiUElVUWQ3bWV0Sm9LMmxoMlpudDhGYzk1elNLcGxSRGlJaTJMV25BbndCM3Vqa21RVXI3UHdNRmpndlpoWEVmdk15RFJsenRYcHRQTzV6N0hVYkt3YmhzQThWTEt5UXlvZ0RZNTE5bW5ZWnpuL1Z4YlRrcUI2NHNFK1U1c2d4WG45d290djlUZm9LSUF0S2ZWVDQyeWxjMWpab1lNR1RKazZHVTZkdXdZUm80Y2liSmx5MkxTcEVrb1Zpem5jaUYxNnRSQml4WXRzSFBuVHR5OWV4ZGp4b3pSd1hsT3NyR3hRYWRPblZDOGVIRU1HellNQUZDdFdyWFh5anByMnJRcEhCMGRjZkRnUWZ6NjY2LzQ0WWNmTWgzdjFTdnpyMXdMRnk3RWhRc1hrRHQzYnFTa3BHRGl4SW1JalkzTk1xdnc5T25UU0V0TGc2dXI2MHYvTWY2cW1qOS9maVk0WDZSSUVVeWNPQkh2di85K2p0Y1pNbVRJa0tHM1M2cjFXVTQ3dTdLVHZiMDlXcmR1alkwYk55SXVMZzRBMExkdlpzTUVEZFpYcVZJRlk4ZU8vWCszT1cvZXZCZytmRGd1WGJxRVBuMzZ2SEQ4K3ZYcjhQWDFSV0ppSWk1ZnZneC9mLytYUXVmbzZHaDRlbnBDU29rYk4yN290V20rL2ZaYmxDaFJBcE1tVGNLdFc3ZFFvVUlGZUh0N0E5eDVwOTFYQ0FFcks2dE1RUUx6bnkwc0xONG9PTks2ZFd1MGJ0MGFxYW1wV2M1UlFFQ0FEdTQ5UER4UXZueDVnSE9ibXByNld2N3dzYkd4R0RwMHFCNjhjSE56dzhpUkkvVjI3OXExQzFXclZrWHg0c1ZmY3FjM2w0K1BEeTVkdW9TZmYvNzVsV0MxbXVodzZ0UXBSRWRIL3lOMkJrWkdSbUxCZ2dVQWdONjllNy8wL0ZlUnM3TXpEaDgrbk9NNW1nMVUyYkpsa1RkdlZvN0wwTFAyd1owM0N4Y3VmQUhJWDdod0FUMTc5c3owMlkwYk4rRHE2b3Avazk0S2NNOHMzTUdFaTBmcDdYNVhPeWlsckU3SXJkbkpuR1ltOWF3c29QMG1BSU9sbE5iSUFMTk5DRmxEQ1I4Yks5bnRJQVRzeDR4WkxldGFWYmlXcGN1MldCTHVMalVyVGhvQm9BdWh2UU16OGQzTTdwVkFNRG1KSVBJVFptM25JMFNmRG1BTzcvRnhGZ1ZnL3lKY3R5WVkxVmJ6RFZxTU5BRFFqcy9lU2ZpY244L056MmZzSWN5MEJEQ0VvUFZyd3MwOTlLcC9KS1dzejR6MmM3UkNNWWYyK3doZE0wbEtXWXR0dTB2NFdrVTVyUG5KNytVOGxlSjRiRkd1TDA3b3JLVVhKN0EvVlFpQmZRRXNsMUk2Y3Y1ZGxQUHVLTmNGc2I1QnZKVFNWdkdVRnd3WWpDY005MlMyLzA2T255V3RjeEs0KzJBUWR6WU1WakxuRXhuSW1hcTAyNVpCbDVvRXZDbEs1dlFKZ25nUW5sYzBIemVPelh4Q1hUZjIrU3J0WWU0eGdQT1Y0c0hmaVFFTlI4TGltOHdTWDhQeFc4dEF5VmRjMjJ2NUhsemp1b2xYZlBwVlBXQzIrdThzaUx5Y3dRc3dZMTNTbWlpQjYyc3NBYjQ3MTFKaDlyRVVNKzAvWVViOUl1NGMrSW50Mk1lMXVwZmpVWkI5MC9yMWpSRGlHb05IR3hSN3BnY00zbWc3SXJTZERaS0JvbjZFOWxhMCtWbElvTjVWQ1BGTVN0bVFPelNTR2RUcXhaMGVkcHk3c2Z6WmgyTWZ6V2RydFNONmN1eStaYkJMMDNGK3h3emt1M2FEYzJuUFBoZmo5MVluL25rVjErSkV4WHBIaGZZM0FYU241VkIxQm5NTUdUSmt5TkJyYU11V0xmRHo4NE85dlQzS2xTdUhGU3RXd0dReUlTVWxCY25KeVVoTlRVVktTb3Ircy9hWmc0TURjdVhLaGRUVVZJU0hoeU0wTkRUYkxIMXp2ZmZlZStqV3JSc3FWYXFFanovKytMWGFhMlZsaFZxMWFxRldyVnB3ZDNmSGhBa1RzR3ZYTHYyNGg0Y0hObXpZQUNjbkoyemF0QW1yVnEzQ2UrKzlCeDhmSC9UcTFRdjM3OS9IOU9uVGNlYk1HWGg2ZW1iNkI2a0dGNzc3N3J2WGFsTk82dEtsQ3paczJJQzB0RFM0dWJsaHlKQWhSdEV4UTRZTUdmb0hLams1V2Y5emRwQnUzNzU5cUZtelpyYVdHWDM2OUVIeDRzV3p6SmgvOU9nUjd0MjdCOUNDVHRPSkV5ZHc5KzdkRjdMTkl5TWpzWHIxNmxkdS81dzVjN0w4WFAxNytzaVJJemxtOHg4K2ZCaWVucDZZTTJjT3FsZXZyc1A0Z2dVTG9uRGh3ckMxdFlXbHBTVWNIQnhRczJaTnBLU2t2SkZsak1sa3d2VHAwK0h1N3Y3YTF3TEFyRm16VUtoUUlYVHYzdjJWQWdESGp4K0hwNmNubWpadGlqWnQycUJtelpwNmJadXNGQnNiaTRFREIrTFdyVnZJbno4L3hvd1o4OEpPdmpKbHlxQnIxNjRvV2JJa3VuZnZubVA5blRkUlNFZ0lnb09EMGExYnR4ZHFDMlduL2Z2M28wbVRKdGl6Wnc5QTMvWFh0WDM2WDVUcUYvKzYyZmF2by9qNGVOeTdkdy81OHVYRHZYdjNkRy83N0hhbFNpa3hZY0lFUEhueUJBMGFORUJTVWhLT0hUdVd5U1luT2pvYTMzMzNuZjc5MHFKRkMvajYrdWE0L3Y2cGVsdkEvVVJtbFljU2pGM1ZEdERlWkM0ejVVRTQ1OEdzM0hmTjduT0MwUCtSbExJenMyR3Q2YWVlU09CNFU4bmtUbVEyY1JoaDNtZG14VVF2RS9oZFZUNXJUV0JjbUhEV2lsbms0d0ZjWXNCZ09HMDhWS1V4K3orQVlMWXZNMnFMTVlqZ0IyQ0tFQ0pSU2xrVHdBb3pzSHFjVVBBaElhaTI0aDhRSURyeXVmTUlLMmR3cDhFVndrMExaZ0RuWXY4N0FmaERTdG1hOFB3eVFmNEQycjNNWmQvKzVITlYzV1RXKzEzMVF5bGxJY0phU3dML1Q4d0tyMDVud01XWGtId0hiWFlTZUgxQlFsL1ZjMzB4czdQOUdMeVp6UXo2QlN3a3Fubkgzd1ZRaFBPOUY4QXdyb1BjdEdueFlIOHVjazRqcFpUdUJMVUhPVWJGbUEyZnpESFYvb2IzWjNBRkRGcjhTTHNZVmYwSWluUHhIRWt3KzVpMktLZVpUZDhpaTRLMTZkd0JNSm50OE9QbjN4SVdqK0RjTHVJOVIvRCtlYmoycmpPYi93alBtY3pzY1UvT3cwWUM1R2dHTnBLWUlXNnV4N1NuMnFEWVBMWGdzYjBNN0l6aGMrY3dDR2JMNElCV0dVZUQ5Uk81YzZVbGd3WUJYSmNWT0IrOU9CY3BCT2JqdWJPaEdIZGduSkJTVnVRNjFPQjhLbjNpajNNczZ5dHQxOTdCQTh5MC80TFBGSHpISXhoVUNHQ3c1eEMvUC9ielBYUmptMWN3TURDWTJmdjJuTk5IM00xeWtmMmFxQVR1em5NT3ZpVzBUK1Q2dVVOQVg0M3Y0VUN1MDU4NURnRjhueWVaQmVpU3VPUGtJSXQxVDh3bTJHUElrQ0ZEaG5KUTVjb1pyb2hQbmp6QnBrMmJYamh1WldVRkZ4Y1hWS3hZRVpVcVZkTC9zN1cxaGJlM3QxN1FicytlUFRxNER3ME4xVDNsNCtMaU1HNmNlUW1oREQxOCtCQ2hvYUZaSG52dzRFR083VGFaVEZpMmJCbDI3ZHFGcGsyYm9scTFhcGczYng1aVkyTng3dHc1N055NUUvUG56MGYzN3QweFlNQUE1TXFWQzE1ZVhoZ3dJQ09ldkd2WExvU0dobUxDaEFsbzFxd1prcEtTOE1jZmY2QlRwMDZvVThkODAybEdRYktKRXlkbTI1N3MybHUwYUZHMGFkTUdyVnExZWlQZi9KU1VGSXdmUHg3Mzc5OEgzdEIrd1pBaFE0WU0vZWVsZ1RWcmErc3NzN25EdzhQeC9mZmZvMGlSSXBneFkwYVcyYkk3ZCs1RVVGQVFQdmtrNDUvNklTRWh1ajJjQnUwQjRNcVZLNWd6Wnc2a2xOaTBhUk1TRWhKdzhPQkJqQjQ5V2c4T3U3cTZ3dGZYOTQzNmN1WEtGUlFvVUNEYmJPdVFrQkRkMmtOckh3RDQrdm9pS1NrSkhoNGVLRml3SU5xMWE0Y1ZLMWFnU3BVcSt0OWZYbDVlRUVKZ3lKQWhXTGR1SFFJREEvWGZSYkpTVm9CeTJiSmxDQW9Ld3VuVHA5OEllSC8yMldmbzFxMGJqaHc1Z3Brelo4TFcxamJIOC9mdjM0K0VoQVJzMzc0ZENRa0pLRjY4ZUtaYU9xb2VQMzRNZDNkM1hMcDBDUjk4OEFFbVRwd0lKeWZ6VW81QWhRb1ZzR2pSSXZUczJSUERodzlIM2JwMTRlM3RuZVc1YjZMNTgrZERDUEhLNEQwK1BoNlBIajFDNzk2OWRYQWZFaEx5andEM1dtYjhmL3AzcU55NWMrUCsvZnVZUEhreVRwMDZwWDllc1dMV21HTDE2dFU0Y3VRSSt2WHJoejU5K3VEbXpadm8xcTBiV3Jac2laNDlleUkrUGg2REJnMUNWRlFVd0YybjN0N2UvMHBvajdjSTNOc3lZNzJyRU9LRzlpR0wwWTZoSllna1hPNUFJSytHWFNXQTJ3QmFDaUVlRW55dlUydzFkaEc2aGRNVEc0clg5Q3BtS2J1WjNTK2FHZlNSU252S0t0bkVhYnhIT2dBL0ljUnY5TDF2VDhocWFYYS9DSHAwVnlJY3ZrQkltWXZaKzRHRTltWFlkaFhheC9EYTA0VGZYL056elQvY3hNRERKZ0w3b2JRUytZdGpsMDRBZkpZQmd5NUNpRjFTeW5lWjVaMEV3RU1JY1puMlFpTllBNkEzd2JhajBwWkVBRzJFRUdmVUNXVEFZaFA5NGJjeFcxM3QvM2EydlJPdFFZN1RWaWdGeisyU1BPaTdMOWptTGN4V0RnSndVQWpSVTBwcEthV2NwbVQ3UzlxMENFTFRLQUFqMlJjTEFsUjNqdk1kQUIwSjdUOGpFSTBpcUgrWE93dU9FU3dmWlNCcGhSbFVQYy9pcTAvd3ZOYkJwOHFPaEhUV0tTakUrL1ppb2RTcFN0YTlKR2kyNVR0NmpkblpKZ1l6aW5BZEhhQ1YwV2pPNVZrQzNUenNyNGxqMDRKQXVDUFh5U2VFNUZ0b3lWU1J3YW42U3VESzNNUXZoVzM4bWJ0S2h2R2RrSVQvYXpnV1drSGZodHlKMEVFSUVTcWx0SkpTVHVXT2tQbk1zdithbWZYanVhYWEwODZwRy9zZXk3Wk80YlBxQWVncmhOalBkVGhScVVlUXdubmNUTkRkUW1tN2lVR3ZuemtuRlRoT1Jia21WM0wrTi9CK2wxZ0w0SzZ5cThGZnFYL2h4WFd1cmZza0FGOEtJUTdSQm1nNzV3aWN4N3RjQTFvTmdQNE1lRTJqQlZNODcva1h4K1pqZm85czVDNEc5VGNZeVRHYno3RWV4SjBKaGd3Wk1tVG9OVldwVWlVNE9EZ2dPam9heFlvVlE3bHk1VkMyYkZtNHVycWlmUG55S0ZPbVRMWmIvdHUxYTZlRCs2U2tKUDN6QmcwYUlEQXdFSXNYTDBiSmtpWGZDQng4OWRWWDJmclJIejU4R0hQbXpJR05qUTNtelp1blp5YlZxRkVEaHc4ZnhzNmRPeEVYRjRkVnExYnB4V3NCb0c3ZHVoZzFhaFNtVHAwS0N3c0xqQnc1RWsyYU5BRUEvUERERDZoZHU3YnVuMnV1UW9VSzZWdjZYN2U5NDhlUGYrVitWNmhRUVFjWTgrZlBoN096TXk1Y3VJRGZmc3NvY1ZTcVZGWXVnb1lNR1RKazZEK3BPM2Z1WU9QR2pUbWU4K3paTS8zUG1zZTdxaDA3ZGlBdExRMTM3OTVGang0OU1HUEdETHovL3Z0WXNHQUJidDI2QlNrbC92ampEd0JBejU0OXNXN2RPcnovL3Z1b1dqV2pES0ZxU1RkNDhHQWQwUC95eXk4QUErVi9oNktpb3VEdTdnNlR5UVF2TDY4c2Q5TlZxVklGUllvVXlmUjgwR29HaE1BREJnekFva1dMc0hmdjNpei83anB5NUFqUzB0SXdlUEJnckZxMUNzN096a2hOVGNYRWlSTWhwY1RGaXhjQkJyQkhqeDZkeWVzL05qWldMM2FiVXlIYjdGU2xTaFU0T3p2ajZOR2ptREJoQXFaTm01YmorWnFGVE5XcVZlSG41NWN0QUQ1MTZoUkdqeDROUzB0TFRKMDZWUS9BWkNkWFYxZjQrZm5CMDlNVFI0NGNRYytlUGJGOCtYSjliTjlVRVJFUnVIYnRHcXBVcVlJU0pVcTgwaldIRGgzQ0J4OThnT3JWcThQZTNoNVBuanpCMGFOSEVSY1hoM3o1OG1WN1hXUmtKRmF1WEltSWlBZ1VLRkFBang4L1JybHk1ZENoUXdmVXJsMGJ2Ly8rTzdadDI0WnUzYnBsS2xBY0dSbUpEUnMySUR3OEhDa3BLVWhQVDlkOHg5VDZBQUFnQUVsRVFWUjNaS3EvdTRGQnNVT0hEaUU0T0JoeGNYR1lOMjhlN3QyN2h5VkxsdURnd1lPSWk0dEQxYXBWTVdMRUNOM2VDQUM2ZHUyS1c3ZHU2ZStHeVdSQ3JWcTFBQUIyZG5hWnJJRnkwdTdkdTNIOStuVmN2MzQ5eC9OeTU4Nk5qejc2Q0dYTGxrV2JObTBnaEVDclZxMVF2WHIxRjg3ZHNXTUhObTNhaExsejUrcS94NVl1WFJwejU4N0Y0TUdEc1czYk5saFpXU0VoSVFHV2xwYnc4UEQ0UjlVY2VCTzlMZUQrTXEwMlZHaHZRUURlalpEeExET0l2eVRnMVU5bFJuMHZRdnNhQk9OZ2xtc0VJZVFad2pvUTlLM24vVFFmYTFYUCtPempTbnNhTXN1M0ZLOS96T3p1MlVLSVFHWjI5MlNXc2ptMDM4TitWQ1FBVFNJOHpVdDRONUdXTGtWWTZGTU5XejBnaUQvRVRQWEIvRHlaR2J0bkNTYURhU1hUbjhHT3k4eGtUdWY0WENLMG53VGdOeWxsS2NMbUpJN2RjY0wzQ1lUbnZzd2lWNzlaYnJOZ3FUbTBkeUFvclUxSWJRNGFUOUI2cERQSE80Sis2R3JOZ042RXVsWUVscnNBL0VyZjc4TUFldEwrcEkvaUt3NkNkTUYyM2dZd1FBaWgvUTMzRlFNUHRzeVlIZ2pnTkFNV2t3bHR3emhtaHhRYm84TnM3MndHVnpTZEJQQ1ZFQ0pLV2FOZk1Nc2RITXRFUXZ0SEJPNDdlSCt0elNZZXk4ZStuaUxndG1LUW9qam5leCtoNzNnQXV3bHlGL0M2VkdWZVB5YjQ3OHV4K1pxN0xuellya3FFOXcxcHhaTGRIdlo1TEtwc2tsSjJZMlo3TG9MK1RReG1tQmpZcU1iQWtnZUFmVXJRcFRmN2ErTFlYMlU3K25NdHJlSk9peXJzZDMzQzhoS0U5aE1aT01qRGZuL0Z1ZFhXK28vY3llS3VmTGZGQXBnbWhQRG5uSHpBblMwbDJKYWUzQjBUU051c1dNNVBMTWV2QnozMnAzRkhqbVpobzQzVGJlNUUyU2VsZklmSHRkODI0dG5IT2dxMG44V0FpVHVETnFrY3UxODVGdDA1TDBmNG1YbmF3UjdXK3BBY001OXM1c3VRSVVPR0RMMkNSbzBhaGJwMTYyYTd0VDg3VmExYUZRMGJOc1NaTTJmUXJsM21YMnNhTldxRWhnMGJJalUxOVkzYVpHbHBDV2RuWjNUczJGSC9MQ0lpQW52MzdvV2RuUjBtVDU2TTBxVkxaN3JHWkRJaE1URVIzM3p6RGQ1OTEzekRhWWErK3VvckZDbFNCSmN1WGRLOWdrMG1FNnlzckJBWUdQaENGcE1RQWpZMk5qbG1BNEordS9iMjlxOWNFRkM5ZitIQ2hmSEZGeGtsZ2xTcmdnb1ZNamJTRml0V0RBNE9EbWpSb2dYcTE2K2Y3YjBNR1RKa3lOQi9Sa1dMRnMyeU5vcW1aOCtlNlRWWDB0TFNVTHQyYmYwN1hKTjZ2UkJDdDgvUTdGNU1KcE1PN3J0MTY2WVhidGV5d2JXaW9lWEtsWU9MaTB1bWU0R0IzWnlzMkhiczJJR2pSNCsrdEs4cEtTbW9VaVhEeVhmNzl1Mm9VS0hDQ3lEWnlja0pUazVPU0VoSVFFeE1qUDY1dW90UFU5dTJiVFA5WGE3cHd3OC9SRnBhR3BvMWE2WmJ1ZVRLbFF1VEoyZTQzbzRiTnc0M2J0eEExYXBWNGUvdmo5RFFVRVJFUkFBQVJvd1lvWHZEYjlxMEtjZUNzOW1wZnYzNjJMaHhJMEpDUW5EcTFLbHNhOXVjTzNjT2QrN2NRZjc4K1RGbHlwUXNvYjNKWk1Lb1VhTVFFaEtDd29VTG8yWExscmg0OFNMT25Ea0RrOG1VcmZXZ3RrdWpUSmt5dUhyMUt1N2R1d2QvZjMvTW1qWHJ0ZnVqNnRDaFF3Q1FKVERPVHZ2MjdVTzdkdTFnWVdHQkR6LzhFRUZCUVRDWlRBZ05EYzIyNkc5NGVEZ0dEUm9Fazhta0Erajc5KytqZS9mdStPNjc3MkJuWndkN2UzczhmdnhZOTNzSGdCOS8vQkd6WnMyQ3E2c3JsaXhaZ2lKRmlpQWlJZ0tEQncvR25qMTdFQkFRb0ZzMEJRUUVZTWVPSFVoTVRBVDRMaDQ3ZGd6RGh3OUhoUW9WNE9qb2lFZVBIdUhZc1dNWU1HQUF0bTdkcXI4SGE5ZXVoY2xrMHVzSzJkalk0T0RCZzY4OW5zMmFOVVBmdm4yeFpzMGFmVWRwVGlwV3JCaldybDJMNHNXTEl6NCsvb1hmTFgvNzdUYzhldlFJbXpadGVxRnVRdDY4ZWVIaTRvTFRwMDhqSlNVREJWcFpXV0gvL3YyNGQrOGVYRjFkVWJac1dSUXFWQWdGQ2hSQXZuejVYcWxvOUQ5QmJ3dTQ3MDVZQ21UQU4wRjRPUnBBYnRwVGZNUHM4U0ZtMXo1aHR2SUoya3BNSVBoT1lEYjFaNFNOK1JSN2tOOTU3OUVFNnRabTk1d0ZZS01Rd3NUMk5HSUdzN2JuSzR5UWVndUFxV3h2UjBKZjgzc2RaWnNUbVZsY2dpQXlQNkgwSUFZY3JQbU1wa28yOUdOZXU1bEJCaTFna2FZVTVsM0hqTi8raEtJakFFUVNKT2FoUDNvNHgyOFJyVWR5RTFhV0k0alhiRTVHTVVOOUEyMVExQkIwQWtIL0hyVnpiTGNISWVzS0JrSFVEUFg3QkppbENXWmpPVitxSFZJWGduUXQzSG1Kc0hnY2R6NTRDaUdpV1ZSMG5ITC9TK3hMZVZxT0ROQ0szRW9wV3pLcjJaRWdlU2l6MHgwWTZMQWlFQi9FM1E5VCtkOFRXdFVFMG1wSTAzWE9sVnFTL2gxZTQ4QTVTV0hia3JtRzFuRE5UbEFLcTk1bVAyMEozRDM0LzJrRXkxNmMwMm9jejh1Y3N6bnNwMlRiSTFsWTFwcnoxbzU5WE0rMU1ZMVo2UXU0TmpNVGdNeWF4MkswejZTVWJUblBCWmhOUG9IM0xjRjJTdTZxY0Fmd00wSC9wd3dXaFhHTUF6Z2UvYm1UWVFndGFaNFFTcC9qMkMzaEdoL0dNWjlIYU83TkFKWDIvYldENDltSS9kS01FMDBNcHMzZ25OZGtmeXR3elkva25Jem1UZy9KOWZLTWEyQXd4MnNNYTF2TTVOeWtjMXkxK2dvNytOM2lyZFRBU0dGOWluSThQNDA3SktaeXQ0UVBuK1hOZnZYV0FoMGNKNzhzQ2dPZnBnWFZJeW5sNXh6Ny81eFJuU0ZEaGd6OUMvU212cXBDaUN5ekN0WGo1Z1cyWGxVLy9mVFRDNS9WckZrems2K3Z1YXBYci81Sy8waHQyTEFoR2pac3FQOXNaV1dGSGoxNlpIbXVWakRzWmRxd1ljTXJuV2V1cmwyN29tdlhyam1lVTZ4WXNVdysvb1lNR1RKazZMOHJTMHZMSExPZ0wxeTRvUC81Z3c4K3dPWExsMSs1N3N1cktDa3BTWCtHbGpHY2xlTGo0N09GOTIzYXRFR2JObTFlNlhuUG5qMkRoWVhGU3d2UlhyNThPZFBQSGg0ZTZOV3JGOHFVZVc2TThPZWZmK0xXclZzdlhLdjVmMmVuSzFldUFNQi9ySmg3alJvMTlGMFVFUkVSMllMN1AvNzRBNWFXbHBnMGFWSzI5amhXVmxhNGZmczJ3Rm9FSzFldWZPRWNTMHRMbENoUkFtWExsa1dsU3BWUXZueDV1THE2b2xTcFVqQ1pUR2pmdmozdTNyMkwwTkJReE1iR1psc0g0VldrMlJpcDg1Q1RUQ1lUVHAwNnBlOHNiTlNvRVlLQ2dnQmFJV1lGN3FXVThQWDFSV3BxS3VyVnE2ZG5qUmNwVWdTZE8zZkc3Tm16a1pTVWhNV0xGMmNhdCtEZ1lFeWJOZzJXbHBhWU5tMmEvbDdWckZrVG5UcDF3b29WS3pCeDRrVDgvdnZ2c0xXMVJiOSsvZEM4ZVhPOXFHeDBkRFRXcmwyTGRldlc2Y0dia1NOSFl2ZnUzWWlKaVVGd2NERGMzTXpMYUw2WjB0UFQzK2c2SVFRcVY2Nk1yVnUzWXZMa3lSZzhlSENtMy9XeUdzL0l5RWlzVzdjT1FVRkJTRTlQMTMvbjNiSmxDNTQ4ZVlLSWlBZzljS1hLeWNrSmt5Wk5RdTNhdGQrb3JXK1QzZ3B3TDRUUUt5b1FnbmNsdExKaFJuazdnbWdmczJLMEtRQ0dDeUdDbWYzc3JtUjczNldmOTBWbTF2Ymo1N2NKZndmUVBrZFZPb0c5dnU5WFN1bE1hUGdPd2Q4WjJvQThBRENleFNQZkplZzFOMHFMSWF5K1NNRFlnSjhWSXNqMElMVFB6Y3hqTmFWTEsrUzZTZkVNejhNMmJxSnYrRzZDemk4SVdxY1RkTWV6dllrRWo1TUEvQ2FFOEdRUjFYWE1kaDRpaEFoaFB6WHdlNUo5VXd2UHBnRllKb1RJOUM5WXhVdDhMSU1DYnN3WTF4VEhMUHQ0d3RYOHpGai9VN2xIWGNKT3pTODhtcEJ6T3VmL0l5SEVmVnFVL0txTThWTUdBV3B3clB4WVZGUUR1QXVaelp6S1lxcy9TQ256RTlSVzR2RnVITTg1aE44T3pQUWVSK0N1S1FHQWx4QWlWR2wzTVFhQVNpcldTbXBnS0lESHRyTHdxclllbnRCai9Sbm5WTFBENlFOZ2lSRENuelVHTmpEajNZOEJIL1Z2MjFpMjI1RVo5czRNUUZ4ayswZHovcFp6N1pSRjFwSmNTeHEwcjhVZ1FXRzJid0RmbXhyY0pSREdJTUFJSWNSU2prTTFCckFpdWNZM2NydzZzNjllM1BuaVRhai9qUGZid3QwU2l3aTJGM0NkYWRaRzF1empFVUwzQ2p5dnNOTDJnMHJiQy9GOXFjbng4ZWQ0Zk1hZ2x3MnZTZUo4ZXpId05aYkhKbk1YZ1ZiSTJjUTF2NERXUVVNWm5GTEhyZ2gzSk9UaC9MZGozL3o0ZmJXQ3V6WnE4QjI4emUrY1RWd0Q4VHhQVzJOVGhCQW5XUlI0SXExKzFEbC84OTl3REJreVpNaVFJVU9HREJreVpPZzFwV2JoMXExYkYrSGg0WC9yL1NNaUluVFFYYmR1M1N6UGtWSmkrUERoS0ZPbURFYU1HUEhHUHRocGFXa1lOV29VN3R5NWc0Q0FnQ3k5K05WMnFTcFpzaVQ2OU9tVHFjaDcvZnIxOVYxbHFyWnUzWm90dkgvOCtERXVYYnFFUEhueW9HM2J0am0yMTg3T0RwVXFWY3B5WEhJYUF3MzZtdjlaVlZwYUdvS0RnK0hqNDRPUFB2b294M1kwYk5nUWtaR1JzTGUzUjZsU3BWQzZkR245LzJYS2xFR3BVcVd5dGRpeHRMUkU3OTY5NGVQamcxeTVjdjIvTTZnZlBYb0VBQ2hRb01CTHp3WG5VYTFEVUs5ZVBlVEtsUXVwcWFrSUN3dERVbExTQzVuaFY2OWUxWU1WNWtFUGJjZUd5V1RDNGNPSDhmbm5uK3MvVDU4K1hiL0dQQkNpMmR6RXg4Zmp3SUVEYU42OE9lenQ3WFc3S08wZWdZR0JtV3djR3pWcWhOMjdkd05tNytML1Y5cjZmSlg1OFBMeXdvTUhEekpaRXgwL2ZoenA2ZW1ZTldzV0xDd3MwS1ZMbDB6WFBIbnlCQ0VoSVFnS0NrSkVSQVJLbGl5SnhvMGJvM0Rod21qWXNDR0tGU3VHenAwNzQ4OC8vMFJRVUZBbTMzelFtbWZKa2lVb1diSWsvZzE2SzhDOW1kb1JvaFdneFVvL0F0WDFaZ1UxbndEd0VVS3NJRmpyUmNDcHFRU3piczh5OHhjRVovMEk4OHd6OTlNSmZ2WFBwWlJWQ1NOcjhLTWJ6TWg5UXAvNGExTEtCc3lzTmc5VFIvTmVvYlNkNlVyNFZvQldNWU9GRVBjVWV4bzFkSmJHWU1GQ2pzZFN3a0VROUM2bFpVY2U5cTBZUVg0Q00rd2IwTTk5SzdPSkR3QVlJS1hNeTdIOWhQOWZ5MzdXVWl4aURpcVdOU0FVWHlDRXlHU015a0JKRjRMZU1ONVQvVnNoQVJsdzlBbmJVWWdGWTdjcjl5akRnSWQyM1RXT2hUZkhxUzJoZlhrR0d6Um8vNGhRVmtzOW13MWdzUkFpblhVSTV0UFNLSVZaMUQvUWZzV1BPeVZXMFdMR2ptMXN3dDBVNDVqVi9iSFNEeFBidUY1cDk3dUU0aVU1VjNHRXFvSjJOMzFwQjdOS2dmYW51Q3ZnRTQ2cEw0dVU5dUFZL2dCZ3ZKU3lPTnR2eWJYYXd5enoveDZERms3TUdFOWlRT3NFUGZTN2NrMXNaVlovRFdTdk1BQmpoQkNQR1JpWnhYRkxaSnUrNGxxSzV1NkdyeGhrV2NKeHFNYytSbk5YU0lEU25nUUY2TS9rTzVLWFkzNll1MkQ4Q2JIOVdOK2hBK2MvTDkvSC9leFRRUVordEgyVDZRd0M5Q0MwZHlLTS81U0Jtc25NMG0vUDkxZjdtemlSd1ovQjlKdlhDdTB1NWhqZjRjNkVaUFovcEpUU2h1RGYzTEpHME1mZWdjR0lIZ3dxQlBCOS9KTnozSnp2OFRVR0tYN2tHRDltdjVJWXBKaEZtNkJDbkg4MTdmSSsxOEl2TUdUSWtDRkRoZ3daTW1USWtLSC9rdFFDclhYcjFzWEpreWR4N05peEhMUGpYNmFWSzFmcW50cGE5amtBQkFVRlllL2V2ZnJQbWdYSnpwMDc4ZVRKRTRTSGg2Tnc0Y0o2aHJLbUhUdDI2QllxT2VuUm8wYzZJT3pYcngrV0xGbVN5VGRjbFhtQW9rbVRKdGk0Y1NObXo1NnRmNVluVHg3WTI5dG5jWFgyMHVybmZQLzk5eWhZc0dDTzU3Wm8wUUl0V3JSQVhGd2Nmdm5sRnp4OCtCREhqaDBEV0NnNE83Mzc3cnNZTjI0Y0VoTVQwYlJwMHl6UE9YZnVITWFPSGF2YjFLV2xwY0hIeHdldFc3ZCtvWkI5MjdadDRlYm1oZ0lGQ3J4MHA0S3F5TWhJNU0yYkY2MWF0WUtscFNXS0Z5K2VvK1hScTBpemxYblZkdXpmdno5VFlNTFcxaGExYTlmV29YMVlXTmdMdXpOalkyUDFQNXQ3NEt1N0JiUWdBbWpoRXgwZERXU3pHK0Q4K2ZQNm4rL2N1YVAvMlR6Z1lWNTdTWDNlMzFYckFaeHZ2R1FkYWZMeThzSlBQLzJFL3YzNzY1KzFhSkZSY3JCcTFhbzZ0RDkvL2p6Q3dzSncvdng1UEhyMENPWExsMGZyMXEweGJ0dzR1TGk0SUN3c0RCNGVIdGk0Y1NPY25aMHhaY29VdEcvZkh1M2J0MGRNVEF5T0hqMktFeWRPNE9MRmkzQnhjZm5YUUh1OGJlQ2VOaDBMQ01HUDA5N0ZpcllXTHNxcHFZUmhtcmQ0QzJhb3FycEQ4T2RPeUJiRHJObkN0Sk14cjBKeEM4QW9JY1FEdHFVSzc2K0ZONjhRR0x1d2dPWWgrbW5QTjJzYkNPaUhNZnU0TDczVmt3a2tyd1BvTElTNHlITy80bkh0bXllZEVNOUhzUWJSd29rWEdRd1lRdERZa1JtL2F3Z1E5d0ZvUnBDNEgwQWJ0dms3V3MwRTB2TjdCb0FadERrcHdjeGdFNkc5cHpJMjZTekVtVlhsdFlZRXBEZDVubm00ZWc3aDZtSm1TeS9pUEdwem5aOVFWZnNXamVPNTNkbTNid0NjcEVYSmVNV2lKSllRdkRiSGN5b0FieUZFa3BTeUFKL3hQdWY4ZHdCVFdUOWdNS0gyVW1iVFYrSTRWdVE0YVJDM3U1bmQwU3htUXFleTNRVVlJSHFQV2RleFBEOFB4MG9MZXZqVEpnWnNielRuRTJ6elRBQXRPYlluMmNka0F2eDNDR28vNUJ4cjM5NkpuS2ZTYk1NVjl2Y3UxMUIxMnNQOHptQ05MKzFhc3RJWkFOMkVFRmNZUEZwRW4zbndudm41WGlYeTNhak5ZTUEwd25KSEJqU0tjQnlIc2wwYkNjVm5jMHptY2plQTlyZlhlYTdwcVF5c2FWWlJyWG11NXZrZXhUb1ROeGtjK0lRV1Vsck5pS0hjN1ZKWUNUSUladVhQb3RYVFZMTXM5Y1cwY3JyTDl5Q08vVzdKWUlqMk44T3ZCUENTT3hxR200MWRHZ01EaGJpMmU5SFNhQ3UvTDA1ekIwVU56bk11WnZjUDR2bjNPRzZQQ08rWDhsMnlZcHZWdEkwVWZpZnV6R1llRFJreVpNaVFJVU9HREJreVpPaHZsNVFTb2FFWm04NkxGaTBLVjFkWGZQREJCMWk0Y0NHV0xsMzZ4cG52MzM3N3JYNy9uTzdoN2UyTnFLaW9iRzFjTkwyT1ZjNnJLREV4OFlXTSszZmVlUWMyTmpaNnRqYm81NjFadDZqS3JnYk83ZHUzc1hyMWFvd1lNVUxQMURhWEJqWHQ3ZTN4N3J2dm9talJvc2lYTHgrKytPSUwrUG41NlFBNE8vc2JNQnZmdkQ2UHVkUk1id0NZTVdNR2Z2MzFWd1FGQmFGdjM3N28wNmVQUGplYVQzL2Z2bjJSTjI5ZWZQSEZGNmhkdTNhT2MvZmd3UU1NSERnUUtTa3A4UFgxMVd2di9IK2wxU3hTQ3libnBQMzc5Nk5uejU2WlBtdlVxQkhDd2pKTVAvYnMyZk1DdUhkMGROVC9yRUo4QUpucUhxanI4dXBWM1FrYXUzYnR5aFJJTXBsTVNFcEswb01XNXJzRkxDd3Nzcld1VVRQaTM5VGVKaXRwR2ZmbXV3MnkwK1BIanhFVEU0TkNoUW9oT2pwYUw2aXMxait5dDdkSHg0NGRzNjByOWZUcFUvM1B0V3JWeWxTb3QxQ2hRckMzdDhmQWdRTmZ1eTdWUDBGdkJiaW41VW96Z2pVbmdxMmV6RFJkWlpaeG5FNW81a05ZV3dJWldkTmExcllrYVBRZzBDdEVJQnBJMExzNml5WThCdEJPQ0hFV3oyMVE1dEJPUnJJOWtZU0Jvd0VFOGJuVGFadWpLcGxRZFFQYjdjTjVzR2JHZjNzaHhFWHVFbWluWmIxVGFZVHdQclEvMFRLZ0pZRi9Od0p0TndMbWNBWXdLbkdjT2hOZWJxWTlpaVNVZkNDbDlDR1Uzd1JndWhBaWhVVmx0WUtvaXdpTDFaRHhXVUwvR0xXRHpHcWZ3UURCQ1FKeFRha0V2LzZFbGcyMG1nSkNpRVJlbjQvejBFUVpzM2xzY3gwQzVkOW9JVFNLL1FZaFpqaUJhRjZPMVdRaFJBSXpsZGN4b0pBRzRBOGh4QmRTU2t0bWNzOGdXUDJJME4yZjBQUTdqck1HU05WMXRoV0F2eEFpaWUyMjVicG94WE9lOFZtMkJOS2VEQkF0SlBRR0FYUWtmN2JnMkV3anlKN0dMUHlXUFBZajIrOUo3L1F4Wm12TGl2WXBtd0Q4d2JteklLd3Z3UXorUDVucC9xS0I3dlAzNHdMWDRSWHVSRmpDWFNpcEhNTWpES3BZc1AyVkFPd1FRblJTNXU4SDdpcndwTDFOVmJiSmcydTZITmRURXdZRUpNZGhCTWY1SnVGMk5Bcy9MMWFnL1ZNQUhRakFKNW10cjJ0Y2sxYzVIMzRzV0EzQzdTbk1lSittQk5TU0dKeHF5VURMbHd5a1RBZlFsZ0JkMnpGems0R2dhQ2xsYldXZGFESnhqTzl6VGdNWm9Gcko3NGVMYkxzZHYzOGN1ZlkrNVRpZTV2djJpQUc1RUFZZGt4ajg2S3pVdUpCOFZtQTJjMm5Ja0NGRGhnd1pNbVRJa0NGRC94RWRQWHBVQjNSZmZaWGhHdHFvVVNOTW5qd1pQLzc0WTQ1RmJWOUZtemR2eG9FREIvRGxsMStpZnYzNnNMVE1YTjdyM0xsejZOdTNMNW8wYVlJeFk4WmtDeGtQSFRvRU96dTdIR0cycHJDd01Pelpzd2ZEaGczVGkrT2FLeVFrQkdscGFhaFRwNDZlZVc5blo0ZWdvQ0RFeGNYaGl5KytnQkFDMzN6ekRYTGx5cVhiNXd3ZVBCamR1M2ZIdFd2WDRPam9tQ2x6L2VuVHA5aXdZUU1XTFZyMFFuRmZWOWYvWSsrNnc2SzQydStaWGRyU3E0aWdDTmhqbzFpQnFERmkrYXlFMkJVRnhDNHFHTHRZc0tDaVlzTVdVV3pCamxIc0RSUUxFUVZFQkd5SW9nalNoUVYyZDM1LzhNNW1scUltbjc4dk1kbnpQRDdDenV5ZE8zZnVIV2JPZTk3ek5zYml4WXRoYVdrcEQycTBidDBhbXpadFV0aXZUNTgrZVBUb0VSd2NIT0RwNlNuL1BESXlFbmZ1M01ISDhQRGhRL25QVzdkdXJhWWtCeUFuMTkrOGVZTW5UNTVVc3hLU1NDU0lpb3BDVkZRVSt2ZnYvMUhpdnJDd1VLNUk5L0h4d2RxMWEvOTAzU0UrakkyTmtaS1NVbzFRcndsUG5qekJ1M2Z2Rk1ZS1BMVTVBRVJIUjBNaWtTZ28zeTBzTE5DNGNXT2twYVZWQytCdzgwRkxTd3VPanIrN0svTUovWjQ5ZTJMKy9QbC84Z3ovTitDS3cxNitmQm54OGZGNC92ejVSL2R2MHFRSmpoNDlDbTl2YjhURnhjay81eFAzWm1abUFDQXZURndWTDErK2xQL2NvRUVEaGYwU0VoSXdkZXBVTkc3Y0dKczJiZnBrTnNvL0RWOEZjVTlFNmhvaUpibkNuaTlSU2NqL2g3Y2ZSNlo2RVdtdlM5L2pWeXQ0UkpZbk0za3E4UDFFemdmVmNPdzNwUHE5ajBwU3NnR3BoVGxTdVlqSWFXY2lRM2NTd2JpWmlIMCtXQ0xRTjVQYStpQXAvQ3ZJT21RSmdDU3ltZWxGeCtFamlvaktla1JLYzNmMFlpSVFCMUlHUVFEdEcwQ0U0QmxTall1SXZEVW1JbklZRVl4alNSVWRSNlJrSVJHMjg0aDgzVUhuWXM3clN6eUFvUXpES0ZSYklVdVZuWFNNeENxa3FwUkkrc1ZFSm84RWNBR0FCOE13SC9CN01kc1oxRytRb25zN3pkWCtuSjBPN1RldENubDluUUlhUnBRZHNKUmhtQUlpY0FPSU9KVUJ1QWJBaXdKQ1BZbHNmMERxYXpzaXAxL1JtRVlTa2IyaXlyVklwdlp6cWQ4R3BJcm5nZ2c1UkxaYTBKd2JRYlVCL01rMmhadGJFWFJ0dEFERUVOSGNnSzV2TWJWWFFRcnZialQzUzJyb0Q0alFEU2R5ZWhNRmc2YlMyRzJuUGgrdHdkYUZqM2NVckVpandJZ2ZCWkNrTkkvaWlGaFhvV0NHQVYzRGlUUU94cVFLZDZZQXhRK2tNbzhpVWo0QVFFZTYva1k4SWpxYnlQTkZSSDdQWWhqbU5jdXlUYWc5TStwZkZ2WHZOczJmaWJ5K3AxTzJTd0xMc3FxMG56dlpDcjJpdGNPTkJmZlVWa0haQjg1a21UT2VGUGV6ZVBVWE9OLzhJdkx2VDZRNkNRZXFXR0NWMFdmeGRJLzVtZWJRUEZMeXY2ZDJ6V2hOR1ZJUXpZNkNlTC9SdWhHU0NqOFhsYlVUc2xpVy9ZN3VXZnljdjV1MGRvVTFxUDZWVUVJSkpaUlFRZ2tsbEZCQ0NTWCszN0IzYjZYbVVVOVBUMTRVMDhqSUNKMDdkOGFtVFp2UXVISGphcllxZndSU3FSVFIwZEdJam82R3M3TnpOUnVWOVBSMGxKYVc0c3laTTNqNThpVjI3OTVkb3lkM1RFd01EaDA2QkFzTEM3UnIxNjVXUXBsbFdadzVjd2JsNWVXNGUvY3VBZ0lDcWluUEFlRDA2ZE9ZTUdFQ3NyS3lGQ3h6OVBYMW9hV2xoUTBiTnFCWnMyWXdNVEdSRnpybHRnTkFXRmdZd3NMQ3NHWExGclJ1M1JyR3hzYlEwOU5UOE1mbm8yN2R1dFV5Qmd3TURCVEdvNktpQWx1MmJNSFVxVlBSc1dOSGhYMzc5T2xUWTFGUVBnSURBK1gyUkpNbVRhclZJdWh6TVgvKy9GcDk3VUdrK2RXclZ3R3lWZmtTcEQzSUJ1am16WnRJUzB2NzVMNVJVVkVZTzNZc3ZMMjlxMjBiUG53NFVsSlNVRlJVaE45Kys2M2FtUHI3KzJQaXhJbUlqWTNGdVhQbjBLdFhMeVFtSnVMSWtTTlFVVkdCdjcrL2duS2ViNW4wN3QyNy8vbzgvejlSWEZ3c3p3cjU2YWVmWUcxdGpiQ3dNSVZDMUZWaGEyc0xkM2QzdUxxNnlqMzNtelJwQW12cjZ1VVVOMi9lWEdOR1JGUlVsUHpuSjArZUlEQXdVUDU3YW1vcUpCSUprcE9UTVhueVpJU0ZoWDEwZnYzVDhMV2M2VUVleVI1TDZsV3VnQ3hmZlhxUjFMYjVSTnd0SlhVcmgzd2lUbjhnYjJrUWtYMlN5RWhqYWtkR1pGZ1prZWUvNG5mU2ZnZVBWQWFwb1BzVEdUeURDTmd0QUdyS2JkcERoS1V4RWF2Y0xGWWxrdk1RMmRNMHBpQ0NHZSs3djFHV0FVdDk1ZjhGWEVIazRqUWlKYmZUK0l5bGZuMURwUHRGSXYzdFNjMGNTNlR4a3BLU2tzS2JOMjlPZDNGeDRYSzVKZ0lZOC9idDJ4MEdCZ2FkMWRYVitVR0lsM2Z1M0pubjVlV2xzTnBJMVI1Q1JPME5JcHFCMzZ1OEp4TjU2MFdrYWhLQW1mYjI5blZidEdoUjh1alJvMkx5SFo5T0JLV1U3R1cweVJKbUhZQ0RSTGozSTdVOWgrT2tvRzVLQkxVN3d6Q2NJZDQwbnNYTlN5STVNOGk2SlpCSTlpZlU1aVc2eG1GRTJLL0p5TWdJclYrL3ZnbnZXRGtVYkVpZzgxYWxZM0NtWGdWRUNGdFFKc1FrQ21KTUk4VTUxOFpXR2d0enNyVnhwK3U3aGViR0NMS3NXVUJrZnhDTlJ6aVBUT2JqSEJIL1hHQm9Lbm5GbjZSMU1nMkFYMGxKaVUwdDZvRXk2dDhGcWdmUWs2NkZGdlhqS2hIUDNKZlZ5T2JIajFkRWVRWUZoTUpKTWQ2ZENPdUZOT2ZjS1ZCU1FPY3BvckZhUklFbks3SzF1YzJ5ckNsZGgvYVVLVkpHV1JwSEFiUkFaUUNJK3d1WUJXQXl3ekNYS1Z0bEhxMDFEV3JmaDN6NFEzaHJIeFNJMENFQ2Zpak5XMS82ZmptZHV3b0ZFNWFRejN3akdtTytGSUxMaHJsQjgvUWlCUXBjYU56VmFINTg0RjNmS3pSZjdhaldoVEhaOFdUUzNCeEw0MkJEYzVJZk9IdEUxeWFIMnA5VjB3VlZRZ2tsbEtpS21vcHNmUzNJeXNwQ2JtNnVRdXFzRXY4dWZHd09zQ3lMNTgrZlEwMU5UWjYyLzNkQVZhVmVUWkRKWlA5MVFUNGxsRkJDaWY4bFltTmo1WFlpMDZkUFYvRGFIalpzR0c3ZXZJbnAwNmRqOCtiTnNMVzEvVWhMMVNHUlNIRDI3Rm1GejZaUG40NkdEUlVkaUk4ZVBTcTNvcGsxYTlZbjc2T3ZYcjNDenAwN1AxcTQ5TXFWS3lndkwwZGhZV0dOeXVERXhFUUloVUtNR2pVS2E5ZXVWZGhXVUZBQWxtWGxaSDkrZnI2Q1g3bU9qZzd5OC9PUms1T0Q3ZHUzUXl3V1k5eTRjZGk1Y3llTWpZMnJIZXVQWU5PbVRiaC8vejU4Zkh5d1lzVUtkTy9lL2I5cTczK0pMMG5BT2prNVlmdjI3WWlQai8va3Z0ZXZYOGZNbVROcjNPYm82SWlVbEVyMzZxdFhyMVlqN3BzMmJZcE9uVHBCWDE4ZkJ3NGNrQWVOdW5mdmptSERobFhMUm1qUW9JSDg1d2NQSG56V3N3R0hqMW5nc0N4YjZ6Wis1c0FmUVY1ZUhrRFhoZC92ajhIYTJocUdob2FZUDMrK1BIdGp6Smd4TmU1YlU0Q3FxS2dJa1pHUkFObE9CUVFvdW5FSEJRWEpiYUFXTDE3OHJ5THQ4UlVSOXlaRVpxa1N1VGFVbExGQ0l1VlVpU0Q5aVdHWWRDSjJQZWtmbDA5VlJOOXBTTVE5UzZyZGcwUythMU5idVVUaXlZZ0lYVSsyTVVaRTRuT2tQZWMzM28vODhpZlQ5emw3RFg0WVYwYXE1RGxFOEswZ2YzSndLblNHWVh6d3UySTlrcXhFR09ybkErcHpJYW5aT1VLOGdrakFCM1FPeDRsMDlDTHYvTitJSU8xRkt1QXNhc2VYbEw3ZlUrQWkxOXZiKzBSeWN2SVplM3Y3VmVmT25jc2dsZlB4ZGV2V2pibDgrYkxwb2tXTE9KKzFRZ0RMSmt5WVlLNm1wbmJHMXRZMmsyWFpjZmZ2Mzc5Q3BIdzNVdFgzNU5UQjVlWGw2TkdqQjh1eXJLUk5tellySmsrZTNMTjE2ODlXbGlBQUFDQUFTVVJCVk5iNUFPWXpESk5zYTJzN1IwTkRZNW1MaTh1OVo4K2VkZUJGNVg3aldjd2NaQmhtTVg2dkw3Q09GTXN5S3VaclJnVTdVM2Z1M0RsajI3WnRPKzN0N2QrMmJkdldJRDA5dlplbHBTVkxxdTYrcEpnMm9JQ01QbDFuVHlLaHVhSzhwZGV1WFFzS0R3OC9tNUNRb0IwVUZJU09IVHNpTWpLeUtDY25aNjY3dS90ZC9GNkVkeUFSdldycjE2K1hObS9lWE5xclZ5OFRHdnZaRE1OY1oxbTJCd1dTdEltODVheUxHZ0RJR0RObXpLRkhqeDRkZEhGeDBSay9mbnpEK3ZYcis5R2M4U0ZTZXlkbGRKeWo0QXRiWlk2bEFsaTJhdFdxaUljUEgxcWJtSmljdDdPelN4dzFhdFJaWHVCakVJRGUvdjcraUkrUGg1MmRuYlI5Ky9hQzNyMTdNeUtScUFUQUpJWmhqcklzeTFCOWhpTlhyMTVWMTlYVnpiUzN0NTlNcERmM0pzeFoyL1JnR09ZZHk3S0N5Wk1uNzVOSUpHN3E2dW9aWThhTVNiV3pzMXRPNjI0a0JZdkdFdmwvbHNaWWo3SUhmQ2tyeG9HeU9LNlJIZFZScWtmQXJaTkRaSEZqU2o3ejNGK1JZaHIvU0NMdHB4Q1JMYUoxNmtkcml1OFBMNlBBVVNyTjFjRkVubzhCTUoreUpVUVU3SkdSZGRNT0dzc0FudDgvaU5TUHBQdkJQaUxUNTlNYVBrcmZuMGFrL25FS09qeWo5aDJJaFA5QUFZb1QxTWVwbEZsaVN0ZmRobmU4UXBwTDkrbitFOEFMcGlpaGhCSksxSWdQSHo1Z3pabzE2TkdqaDBMcTd0OFpFb2tFaHc4ZlJrSkNBaElTRXBDVmxZVTJiZHBnOSs3ZC85Tis3Tm16QnovLy9ETWFOMjZNOWV2WGYvU0ZYNGt2aTAvTmdYZnYzdUhreVpOSVNFaEFZbUlpaW91TDRlSGhnY21USi8vVlhaZGoxS2hSZVBQbURSbzJiSWk1YytlaWFkT20xZlk1ZCs0Y3dzTEMwTDkvZnd3ZVBQaVRMNlRGeGNVb0xTMlYrK3hPblRvVkFvRUFkZXJVZ1krUHp5ZUwrNzE4K1JKSGpoeUJpWWtKNnRldi84V1Vqa29vb2NTL0F5VWxKVmk2dERLSnUyL2Z2dWpmdjcvQzlrNmRPc2x0WkNaUG5vdzVjK1pVMjZjMkpDVWxZY1NJRVpnd1lZSzgrT3puNEhPSlBEVTF0YzhxdUdsZ1lBQUhCNGRxbjhmRXhHRDE2dFhWYkh0QWdRU3VBQ21INjlldnkvdTNZOGNPZVJDRFB4N0p5Y2x3ZG5ZRzZPL2VnZ1VMUGttNkppVWxZZFlzUmUzV2Q5OVZta0pFUlVXaFM1Y3UvenB5RXdCYXRHaUI1czJiSXprNUdjK2ZQNit4RUN3QTVPVGtJRDA5SFMxYnRxeHh1NU9Uay94WjQ5cTFhNWd6WjQ1Q3BzYVdMVnVRbDVlSGxTdFhmbGEvbkp5Y0lCS0pVRnBhaXVMaVlrUkdSdGE0Smw2OWVnV1JTQVFqbzBxZFpsWFN2bXJkQi83MlAwdlVWd1ZuNjJObFpmV0g1bENmUG4yd1k4Y09nQlQ0TGk0dW4vd09oME9IRHNsVi91UEdqYXUyL2RXclYvS2ZPY3VkZnhPK2xwWDhnQlRFMDhncmV5N1BXc1NLU0wzeG5BS2FpTEhwUkxLQlI2UzlKdXNjRWRscW5DWWlVSnNzV1Y3eWlNbXpwS291WjFtMkRpbXpPZEt2QXNBdEloVmxwT3pOSmxYeENGNFdBSWRVT3Y1N0loZzV6MjJXMnBtS3lrWFltTHpERzlBNXFWQ2ZmY25LSjREWEJ5blpyRHdnVXZFaXoySm1FUVVsVW9qRXYwVWszdytrR3Q1SmhWQjNBU2pMemMxZG1aeWMvQk1BUFJVVkZiOWp4NDZwZCtuU0pjSGEybHFvcGFWbERBRHQyclZEWm1abW1VUWkyWkNkbmIxWElCQndwbHhKRHg0OGlLUmpqeVdpdlF0djdCRWZILys2dkx6Y0hFRGIxTlRVVnVYbDVTVkVhSjhGZ1B2Mzc2OXhkSFQweXNuSjZUQjI3RmdjTzNZTXhzYkcxd0djSjdYNkFicWVZRm0yQlJHNFhLSFFsMlE1MDUydXM5LzI3ZHN6QVhSaldSWUdCZ1psbHBhVzNINlRpTFEzSjdWN0ExSTl1OUg0N2dTd1ZDd1c2eXhjdURBbEppYm1xRmdzRm9KODF3SUNBc3IzN05uejdPblRwenR0YlcyOUJRSkI4dURCZ3hzMmFkS2trMUFvVk0zUHo1ZmR1SEZEQ01Ed3dZTUhrcWxUcDY3UzB0STZ4ckxzOTBUb2FoT1J2SU1LekRZaDBubjJ1blhyem93Yk4yN00yYk5uTFM1ZXZDaGhHQ2J0OXUzYkkwaHRmNVVDVEp1cHoySmVRVnFRV244U2dORitmbjcxK3ZidG01T2NuTnc3TGk3dSswNmRPcFUxYXRUSWg2eU9ab3JGWXNURXhFQXNGaU0yTmxiWXYzOS9hR2hvY0RVZWpsQjc3U2lyUlYwaWtiejI5dlkyZDNSMFBMeDI3VnBUTlRWNUxkc0VkM2YzVTRtSmlkODVPRGk4Rll2RjlVeE5UUWRHUkVRSVdyZHVuV2RuWjdmb3paczNCVnUyYklrRTBOWFYxZFhMenM0dW1rajBZRnBuM0ZpMHBHQ2NMNEFvOHNoZnc4c3FrWkNDZnhJRkxYYnhTUHR5Q3BidFp4aUdaVmwySUFYSXRHaU4vRUtFK2tUS1dGSGgrZmkvb21ER1ZMS2RjZVNSOW1yVUJtZ2RCVkYvbDlFNjR2NWFjZ0c4bFpUcHdsSVF5SWlDTXdJS2VOeWxNVzFMOTU2M1ZFL2hKbVV6L0VqSDZVL3JlVDlaUEMzajJmcHdZN0dlMXY0UWFsdVR6clg2MDZNU1NpaWhCSUNuVDUvQzE5Y1hreWRQL21wSWV3NmFtcHJRMTlkSFZsWVc4SVZWV1o4RGlVU0NyVnUzUWlxVklqNCtIdWZPbmNPUUlVTytTTnU1dWJtSWlJakFyVnUzOE9MRkN4UVdGa0lrRXNIYzNCd2RPblRBZ0FFRFBsdnA5RS9HeCtZQXk3SXdORFFFeTdJb0xpNEdBS2lxcXRiYTFsOEJsbVZSVkZRRUV4T1RHa2w3QU9qZHV6ZENRME1SRkJTRXFLZ29oSVNFZk5RYk9EbzZHZ3NXTEVEanhvM2g0dUtDdExRMFpHZG53OVhWdFViU3ZyeThIQ2twS1RBeU1vS1JrUkhldjMrUGd3Y1BBZ0RXcjEvL0JjOVdDU1dVK0tkREtwVmkvdno1eU16TWhMT3pNeFl1WEZqamZyTm16Y0xJa1NOUlZsYUdKVXVXNFBMbHkvRHo4MFA5K3ZXcjdjdjNJejkzN2h4Y1hWM1JyVnMzaEllSC83K2V5NS9CK1BIamE5MVcxU3M5UHo4ZnAwNmRBZ0IwNzk1ZG5oRTJkT2pRR29sLzBOKzRWYXRXMVhvTWUvdks4bzdmZlBNTjFxeFJsanFyQ1Q0K1BwZ3dZUUxDdzhNeFo4NmNHdmVKaW9xQ3ZiMTlyZGVoVmF0VzBOUFRRMEZCQVhKeWNwQ1ltQ2l2a2ZEaHd3ZnMzNzhmeHNiR2VQWHFGY3pOelQ5WmlGbERRd1BqeDQvSGhnMGJBQ3IyMjdCaFE0VzZDNjlldmNMaXhZc1YvaTVYSmU1bE1wbENuL2xrZmRWOTFkWFY1ZWNnRm91Um41OFBmWDE5K1g2MVphaHd4SDJuVHAxcTNGNGIrdmZ2THlmdWhVSWgzcjkvLzFtWkpDOWV2SkRiYnZYcDAwZkJGNThEbC8yZ3E2dGJZLzJGZnpxK2xwek1Ea1RldmlGU3k0eElNVTBpcTd3WmhybUl5b2RqclNyKzcySlNVVjhtRXE4QmthV0x5TGJEaXNpd0I2UUExaUpsckEvRE1MbEUydi9NOHk0SEtiTWxwTjUzcHdCQ0lLbDgxYXIwL1MwVitveWpnTU44SHVtYVMwUm1laFUvL21JNnJ5SUtCTndtc200U0w5aVNRcll1UzRtQW5BR2dFWTFMQnBHRG5rU2twNVBYL0NFaWY1dFJzVmtMQUlGOSt2UXhBbUFtRUFqZUhqaHdJRThrRXVXUEdESEMxdGZYZDZCRUlwSGZGVHc5UFhNR0RScTBhTnk0Y2QrekxNc0ZPRzZ4TER1RkFnSzVOQ2I4MVZrWUdocDZnL3RsNE1DQnJJT0R3MFM2UnFCclZuZlNwRWtxSUFYUm5UdDNucEZmL2F5REJ3KytHREJnd0RrS29KZ1RhY3NaeldWVDVrQVhHaTh2QUdjcktpcmsrVUk2T2pycXBHWmVCT0FDeTdJYWRBMTZFeG51UktwNy84TENRc2VEQnc5MjdkNjl1OHFWSzFmK0l4YUxoY2JHeHBnNmRTcTJiOThPbVV6MjY3UGZ5NEdYWDd0MjdmVEJnd2ViTGw2OFdIWGh3b1VTTHk4dnVaSGFpeGN2cnE1ZHUzWWRrY0VoQUV6THlzb3FhQTZZa29XS2tINy8xZERRY1BYS2xTdE5VVWtTcU9qbzZDd2hoZmd6eXA3d2lJNk83clppeFlvS3FWU3F3U09PTTRtUS9oNkFoNHFLeW5vZEhaMHBOSmFxYytiTWVVaUJwdG1nNGlKaXNSaVdscGJzbmoxNzBMbHpaN0FzZTZ4cjE2NjVEZzRPRldSM3RJN1dUMzduenAwWGFtaG9TRy9ldkdtNmZmdDI3dlRlQTVpU21Kam96VERNSVZ0Yld5OE5EWTJnaW9xS1VnQ29WNjllY3dETXpaczNqNTg5ZTNiWTJiTm41N3g3OTQ3TFNsbEU5U0c0SXNrU21xZXJBT3hoR0thY2ZQeC9wSFhDRWtudFN6L1A1V1djU0NsWXRvTG14MEFLQk9qUU9hZlM4VHdwNktYRjYvOHJHak5mbWdkdDZQNVFTc2ZocXAwVTA5cEpJUko5Qm04TlN1aDRzMmw5ZmtQWEtwbCtiOEs3NzJ5aWVmcWVybnRIOHYxL1NKa1g3K2hlOUJpQVA4TXdoUlJRR0ZYbG5yS09nZ1FENkJoNjFOL2FuKzZVVUVLSmZ6V2VQMzhPYjI5djlPelpFejE2OVBpcnUvT0hvS0tpZ29FREI2Sm56OThkQ3YvWHBLeUtpZ3JxMWFzbi81M0VBUDhWWkRJWmR1ellnYjU5KzJMTGxpMm9WNjhlZ29PRGNlM2FOVnkrZkJuKy92NzQ5ZGRmOGNNUFB5QTZPdnEvUHQ2WHdNOC8vNHp0MjdkL01UWFg1K0pUYzhEVTFCUnVibTRLTmd4Zmk4S1FYK2lOWVJqNU9jYkd4c3A5aGtIcDQxWEJXVVBrNWVWaDhPRGZYVUc1Y3k4dExjWEJnd2ZsS2ZSNWVYa1lNMllNK3ZYcmgyUEhqaW0weFovZlNpaWhoQklmZzFRcVJVQkFBS0tpb2pCOCtIQUVCUVhWZXMrMXNiRlJVSVJ6UldhWExGbUNKMCtleUQrdnFLaUFqNCtQd3ZkcTgzci9tc0N5TEZhc1dBR3hXQXg5ZlgzTW5Ea1RycTZ1V0xkdUhZWU5HNFpEaHc3aHhZc1hIN1U2K2JQSXo4Ly80bTErVFdqWHJoMSsvUEZISEQ5K0hML1RONytqc0xBUWx5OWZScU5HaldvdGxGcGVYcTZneHI5dzRZTDhHYWlrcEFRU2lRUnYzNzdGZ0FFRDRPRGdBSHQ3ZS9rL1IwZEhEQnMyREh2MjdJRkVJcEczTVhMa1NQbmY3S0tpSW5oNGVHRFNwRWtJREF5RW41OGYzTjNkTVg3OGVBVml1aWJpbmc5T3BZNWFGUGRjRmdiSXJ6NHNMQXllbnA0ZnJRSEFQWi84NXorL2x4UGx6OVBhZ2hUOFFOdHZ2LzJHSVVPRzRNU0pFd3A5cklxOHZEek1tREVEWXJHNDFrQmdVbEtTWEx6eHpUZmYxTnJXUHhsZng1TnRwZXI4REJXdk5DS0xrd1pFNEs0bUFodEV5bTRuejJnUWViZVgxTTVIaWFqbVNOeUZSSFJ6Vml2RlZQdzJtNHFPUGlYbGJ5Q0FQaFRrWUluQU8wdjJMUk9JWVBZbC8yNysyeVJuemZJamdFY3N5N3FTYXB6THl4SURtTU13ekIwcXRPcFBsallGVk55MmdFaTdHTEtnR2M2N1htL0lRbVVObldNZklwOFA4bFQ4bzhoUzR4R1IxTmRJdlczS3MxczVhR3RydTA4Z0VEd1NDQVJKeDQ0ZFE0TUdEUXdqSXlPZkFiQndjbklTY0pHdDR1TGlpSnljbkFZQXpQUHk4cTRhR0JoTUE0Q2hRNGNXU2lTU2hYdjI3SkdNSGoxYVhVMU56WWpHbFBNa1h4b1hGemNNRk5GemNYSFpDK0Fvd3pBc1hUTjlBRWQ3OWVwbGVmSGlSYWlvcUpTM2I5LytOQUR2bEpTVTlLQ2dJRnNBUjUyY25LYlE5ZWFzVS9KNVh2NmxGTHc1QlFDTEZpMHlQMzM2TktoOUtZRE5ETU9Fa1kzS1NDSzY5NU05aWc2QWpUS1pUSGo2OUdtM2x5OWZIdlAzOTY5MzhPQkJ4OFRFUkZoWldXSE1tREZTQUpjWWhuR3p0YlU5eWpBTVJDS1JTRnRiZXlYUFZ1bXB1cnE2M0ZBMU9UbDV6N1p0Mnd3cG9ORUlnTlROelMxZlYxZDN2S2VuWjFON2UvdHlzVmk4eWQzZC9kRHUzYnY5ZEhSMFJ0ZXBVeWRCUlVXRmxVZ2tEcTZ1cnJZRkJRWFBFeElTSmx0WldRMWhXWGEwdjc4L0Nnb0sxTis4ZVlQVnExZUQ3RzFXa2czTkxKcm5HNDhjT1RLOVo4K2V5TW5KUVg1K2Znb0ZLZ3dCeVBidDIxZnU0dUxDTEZ5NFVGMVRVMU1LNElxOXZmMURnVUFRTEJBSUJyOSsvZnF0dWJtNUk0M3BNaTB0TFlmR2pSc0xFeE1Ua1pLU2dudjM3aFUzYXRSb3VMNisvZzFlbWw4M0FPemp4NDl2QWVnbEZBclZBRVRHeDhmZm9pd01tSmlZTENidis2RkVlSjhIY0pnQ09Ic1loZ2xnV1ZhZFpkazFkSDA0UENHeVBwdUNaK05vSFVncFEySXJnQXFXWmIrbG9KU1E1b1kyWFY5Ykl0WTVLNWtpSXRMZEFTeGdHR1lIeTdMTnFTODYxRzVkMnJlVWpuZWZ6bU1DYjQxTDZSeVdVRkNnQngzbkp0bFhkYUw2QXVPcFg1MTRXVFQxS09BU1JVVC9PN3EvRkZGR1RUWUZJVmJ5QWpReXV1K3NwV3lOdGJ5NWQ0QityN0UwUGN1eURnekQvUGFINzdwS0tLSEVWNC9pNG1MTW5Ea1Rob2FHTmFhZGZvMzRLMGpaN2R1MzQ5eTVjMmpVcUZFMWo5TS9DcWxVaXA5KytnblhybDJEVUNqRTBxVkxxeFdNYTl5NE1lenQ3WEhod29VYVNkdi9OZExTMHJCMTYxWUFnSmVYMTEvZG5VL09nYjh6Y1orUmtRRnRiVzBZR0JoZzNicDFXTGR1bmZ3RjJOYldGdHJhMnJDeXNvS1ptUmtrRWdtZVAzK09pUk1ud3NQREE4T0hENWUzazVTVUJKRHlzeWFGZlVoSUNBNGNPSUNZbUpocWFmeWRPM2VXKzljcW9ZUVNTbnd1U2twS01IZnVYRHg2OUFocjFxeFJJQVJyZzZ1cks5NjhlU08zSEpGS3BYajkralVLQ2dyays2aXFxcUpwMDZaNDlPZ1J0TFcxc1hidDJocHI4WlNXbGxhenppa3ZMLzhpNS9hbElSYUxzV0xGQ2x5K2ZCa1dGaFlJRGc2R3NiRXhqSTJOOFovLy9BZG56cHlSKytOcmEydGo1TWlSWCt3NTdmNzkrNWd5WlFyYzNkM2g1ZVgxbDlWUFdicDA2VWRWNlAvZnp6ZCtmbjU0OWVvVi9QMzlzV3ZYTHJrOWtwK2ZuN3dvN3UzYnQ3RnIxeTVNbURCQllmeDlmWDF4N2RvMWhmWU9IVHFFOFBCd2pCOC9IbDVlWGhnNGNDQk9uanhaNDdIRllqRlNVMU9SbXBxS1o4K2V5VzJsR0liQjdObXo4ZTIzMytMWXNXTklTa3BDWEZ3Y1hyNThpUTRkT2lBME5GUWgwM0xyMXEwS3hZMEJ3TTNORFo2ZW51amZ2ejhtVHB5b1VERDIxcTFiR0RwMEtKWXZYdzRibTBxbjNlblRwd09VcWZmdzRVT1VsWlZoL1BqeHRXWUFBc0RqeDQvaDVPU0VSbzBhNGZqeDR6aCsvTGhjVUtDaW9sSmpsc0w5Ky9keDh1UkpiTnk0RVljUEg4YU5HemVRbjUrUGdJQUFIRDkrSEpzMmJWSW8wQXRTMnZ2NCtPRHQyN2Z3OFBEQStQSGpvYUtpZ3BpWUdNVEd4dUwrL2ZzUUNBUUtRWWIyN2R2WDJ1OS9NdjYrVDdhS21BR2dMeFZzdkU2RWRIY2kwWGN5REZOQnBLd25lVDZEeU1HZmlmUmVRSVJ2R1JYM0hNa2o3U1BKKzMwTWtmY0xHWWE1U0tTOVB4SG0zTjB1aWRUNE0wbEJlNXdVOFp5Zk5oOGZpSEM4UThyYmhieUNvbUlBUVF6RDdLTGovRVRxMmt6S0ppZ2xRdkFDRVowemVlMm5Vd0hTbjRpa0hFYm51b1pVd2p0SWtTeWdvcVJPcFBvZFI0VGhYaXB5ZVNVakkrTW5nVUR3aTdxNitwVlZxMWFKenB3NTg2MmJtOXZWT25YcU9GVzlBTmV1WFF1V3lXVDhYS3ptQUNwNjkrNDladG15WlpxblQ1L1dqbzZPTmxpN2RtMnBpWWxKT1IxLy9jS0ZDMDlMSkpJMXFFeTFTZi9wcDU5K3k4ek0zR3RuWndjTkRRMzFpUk1udHRQWDF6ZEhKYmxibnAyZC9Ud2dJR0NrVENhVHhzWEY1YkVzK3dDVkhuTnpYNzE2WldaaFlTR2c4VGxINUdzWkVhTkhVRWxTdG56NDhPRWFqcmgvL2ZwMUVvQjVORDlHazJJNUhrQlhuci85TzRGQXNIejQ4T0ZIU2Qzc2VQejRjZjdwMytBVm5nVUFOR3pZc0NsUHdaME9RRnNnRUhDL1ExTlRVNVdDU2wzcG8xTWxKU1dkTWpNem15NWJ0Z3oyOXZZdmJ0KytMV3JZc09HaDBOQlE1N0t5c3VMYnQyOG5tNXFhcXR2WjJWbS9mLzllWTl5NGNVKzB0TFFDVFUxTnZ3VWdjWEZ4VWVIKytEMSsvQmkydHJiYnhvd1o0OXFnUVlQT3BhV2wyZkh4OGJvV0ZoYVJscGFXYlVVaTBSdWhVS2p4elRmZnVDeGR1dFFNbFNsZEpRVUZCZW9pa1VobDdkcTFiR0ZoWVZac2JHeXVRQ0R3QlZDZ3FxcnFNSHYyYlBWZHUzWVZhbWhvcktaK2p4MHlaQWkwdGJYaDdPeGNPR0hDQkhXcFZEcmR3c0lpV2lnVUNtVXlHUmlHRVFBSWFOeTRzZit6Wjg5UVdGaVlDV0JXMTY1ZGQzTUZSa1Fpa1NFRnJtUTBIeU9KZVA4VndIeVdaVlZvalBrbDNkTnAzajRoTzZQTnZIdldGVkxhRnhQeHZvNkk4V2RrbzhRVnJsNUdOVEpBNUg4c0JiVitCaEJDWHZxY2N2MDl6NEpKUW9IQ00yUXpOQThBVjNHcG5MSlhmR2w5RHFQMmZxRTFQNXJxTS9nUitjN2RrNFIwbkpkVW9IY0kyVHNWMHByMG9FeUFIclNkLzZUekhKWEZlRzFvRGNzelhpalFtRy9WdkczVlpjdGhMY3V5WXhtR2VWN2JEa29vb2NRL0U5dTJiY1BMbHk4UkhCejh0eVl6Lys0d05UV0Z1N3Y3RjJscjA2Wk44cGZCRVNOR1ZDUHRPVGc0T09EQ2hRdTFwbkQvTDhFVkh3U2xQaXZ4NThDeUxCWXRXb1RDd2tMTW1ERURNVEV4bURWckZnd05EZVg3Y01VRVY2K3VmQXhMU1VsQlhsNGVnb0tDQUFERGh3OUhhV2twSGoxNkJFdExTOFRGeFNFdUxrNU9nTnkrZlJzTEZpd0F5SDRIcEhLMXM3T3IxaDhsbEZCQ2ljOUZRa0lDMXF4Wmc0NGRPMkxGaWhYUTB0TDZqRzlWWXZMa3lkRFUxTVRXclZ2UnVIRmpoSVNFVlB0YjR1UGpnNmlvS0V5ZlByMVdpN2l3c0xCcWdVcCs1dExuSWlBZzRLUFpleDgrZlBqRGJmSVJIUjJORFJzMm9MQ3dFTk9tVGNQUW9VTVZQUFVYTEZpQS9QeDgzTHg1RTZCemQzVjFoVmdzeHJwMTZ6NWJnWithbW9ybHk1ZFgrL3pTcFVzUWk4WFl2bjA3RWhNVHNYSGp4ay9hdVB4L1lOR2lSUjk5OW56eTVJbmMvLy8vQXlvcUtsaTNiaDJXTFZ1R0pVdVdJQ0FnQUFLQm9GcEI0WnJBL2MzOUdQcjI3WXMzYjk2Z1diTm15TXZMa3l2aFpUSVpYcjE2aFlTRVNoZnZNMmZPd01mSFIrNVpEN0tnK1J3Ym1rbVRKbUhTcEVtMWJnOEpDZmxrRzlyYTJ2TG5ncytCUkNKQlltSWlkdTdjQ1ZEd3pkemNYTjZQbW1vQ3BLYW1ZdmZ1M2RpMWF4Y2FOV29FVzF0YlRKNDhHUWtKQ1hCeGNjR1NKVXZBczF4R2VYazV3c0xDRUJvYWlrNmRPaUVvS0FpTkdqV1NiKy9jdVRNNmQrNk1KMCtlWVBqdzRmSk1BaU1qSXd3Y09MRGE4ZjhOK0ZyZTRuS0o1RHBMcE44eVV0Qk81WkZSTGFxUWF4ZUovTzVCRmpNYVJNSTFJbHNNRUhtWVJoWWVNdkxHM2tsaytoWWk1TGd4eWlQMSsyQlMrSytnbnpmd2pzbkhFbEoxNnhMSnh4MVRSZ1RmR2lJcnB4QUIrSkRJY0RVaTRiY1JXYm1GMS80SHNvb1pUYlljUDVLcU40eHNPQllUbVcxTnBPZ0lhbmNhS2ZIWFV3SE01d0NtRFJ3NHNLKzZ1dnFlbUpnWXE2Q2dvTGtIRHg0VTd0Ky8vM3NiR3h2NW5iMjB0RFFQZ0VGSVNNaHpMbHByWkdSa3dMS3NwWTJOVGVtTkd6Y2FSa1pHYXFPU3pKYThlUEVpejhURWhQUDNYcTJscFhXVlpWbEdLQlN5NnVycS9VK2ZQcDBBWUJ2THNpSlNLblA1TjhWRWNub1FVVHV5YmR1MkJ2SHg4ZmRZbHZXbDhlVCs0dTBnQ3hyejhQRHdxSTBiTndyRVluRWpsbVhUQVFScGFHaTA0UHFma0pEd2dHRVlXVXhNakdmVHBrMVhHQm9hUGljMXRpVUZTbjRqUXZrM3V0WWN5UXBVcWdJcW9xS2lsdnI0K0h3RDRJV09qbzUyY1hFeDFOWFYrZjduR2dETVBuejRFRU1rTDl6ZDNjZnhDcGdlQjdCRlQwK3ZYMzUrUG5SMWRjVnIxNjc5anE3RmJpS29SOUQvNXloSTh3TUEvY3pNekUyVEprMWkxZFhWVmJadDI4WVlHSEFPTGxnUDROeWVQWHRHa0hYVEQwUWk5NlI1UHBtODVGMXAveVFpaVRzVElmd1NRRytHWVI1UlVNT1g1azhGZ00yN2R1MXFuSmFXTmxJZ0VBZ0JRRXRMUzdwNzkrNzNVcWxVQUtCRmt5Wk5nc3JMeS9WTFNrcVFscFlXVlZSVTVLNmhvV0dDeXBvR3Z4VVVGS3hRVlZXVjM5WHIxcTI3Z0FKWFQwaXAvaFA5N0V1V1ZJUG8rTnhjendUZ1RvVjlYY2hqbmh2ejJ3QkdNUXlUeGJLc0pXWFRhSkUxVG1kYW03RlV3NElMSll0cHJUdlMrdlVub244dnJjMThzbm5pbmlJVDZUNVRuOWFyT1RjbDZEdHphQTM2VS9CaEhzM2Q2WFMvV2trSy9LcU16Q3NLeE0yaGVWaE14L2VsV2dhTktVQmh3ZnRPSVFVYmhSUWc0R3pBN2dFWXpEQk1aZzMzSHo0TXFBaXdFa29vOFMvQ3UzZnZjUGp3WVppYm0zOTF2dmIvVktTbnA4dDl4YlcxdFQrcVh1YzhiUDhxcFJ3ZmQrN2NBZjdtU3ZhL0crN2N1U05YNHIxNTh3WWdOWnFlbmg1S1Mwdmx0aEREaGcyRFJDSkJjbkl5Qmc4ZURGMWRYVVJFUk1EYTJob3RXN2JFd29VTDhmanhZM2g1ZWNuVDYyL2Z2ZzFkWFYyRWhJVEExTlFVQU5DclZ5K0l4V0owN05nUnMyZlBCb2g4NHNnMUxzVmNDU1dVVU9LUDR0R2pSMGhJU01EV3JWdi90TGYwMkxGallXZG5oOXpjM0JvRHdEbzZPdGl5WllzQ2VRZFNLR3RwYWFGVnExYVlNMmRPdGVMd1I0OGVSVnBhR3V6czdGQ25UcDFhajg4d0RQVDE5ZEd1WFRzc1hicFVnVVNzaWg0OWVrQlRVeE85ZXZYNnJIUFQwOU5EbHk1ZEVCa1ppZGpZV0docmE4UFB6dy90MnJXcjhlK21tcG9hZ29PRGNlclVLUnc1Y2tSZW9GUkRRK09qSkMySFR4VmY1MjlYVTFQN1E2UzlTQ1NDZzRNRDZ0YXQreGw3VjRkQUlJQ1ptUmw2OU9qeFdjOE1hbXBxYU5xMEtiNy8vdnMvZGJ6UGFYL1pzbVU0ZmZvMFFrSkN2bGpoK3Vqb2FQajYrbUxGaWhXMTluM2J0bTF5OGpzM04xZUJ1UDg3NCtIRGg1ZzVjeVlzTEg2bkk5cTBhUU1yS3l1MGJ0MWFvY2FEaG9ZR25KMmRVVjVlamkxYnRzalh0cWFtSnJadjM0NE5HelpneXBRcDh2WEcxWHhJU1VsQnMyYk5jT0xFaVkrdTIwYU5Hc0hHeGdZNU9UbHdjbktDcDZjbmRIVnJvbDcvK2ZoYW5zQlBBNGdqZ3Zvd2tXZXJHWWE1Z3QvdFZnNlRvaHhFc204aXk1bDlSUGplSTVzTHJ1QmxDaEdjL2tTSWJTT3lXWTJzZElieXh1Y0R0VGVhQ29HT0lDWDFxaHBJK3dxeVpsbEx2dlg3eUs2RFF4b3FDY3BDOGptZlRaN1lUYWtmdjlCbjNZbkE1OXFYRUVGcFJRVXVKNUVTZkRVRk5iYVJKYzQzTkY1dWRJenA5UDgrSXNtekFReGdHT1l4eTdLcEFOekVZdkhNa3lkUHlnQUlUVTFObWZyMTZ5TXBLUW5uejU4dlMwNU9mZy9BUUNBUUxHSlp0ajdETUtoWHI1N3o2OWV2TVhic1dKV3VYYnZtN2RxMVN4dVZMeCt2bWpWclprcWs2UklBUDhYR3hyWkRKUUV1dVhMbFNpOEFDUlN3OENJQ2t4dXprelN1YWdCbTI5blpxUXFGd3FzOWV2UjQ5T0hEaDRaYVdsb2F0Tjh2Rkh5eEJYQTVNREF3bldFWVh3Qytnd1lOeXQ2MGFaTUpCU21BeW1oZUJjdXlqUXNMQytkNmVIZ1lEQjA2Tk12TnphMEYyWklFa0VJNmk1VEwxU3FYdkhqeEltbjY5T25UQlFKQm4rN2R1MCt6c3JKcUZSY1hoNnlzTElTRWhCUkpKQklqa1Voa1ZGeGNuSG5xMUtrVWpyZzNNakxpTEgydTB6VTZJaFFLVlZENUFwY09vT0hSbzBkL3ZudjNybFphV2xydTI3ZHY1N2RyMSs1YmtVaWtuNWFXRnB1Zm56K2xiZHUyMzk2K2ZWdWI4MTN6OHZMQ2poMDdaRVpHUnI5UzVzZ0pBRy84L1B4V2xKYVcrcTVldlhxTWxwYldmY29TbVg3Ky9QbCtseTVkd3NLRkM1L3I2dW9teVdTeXdabVptVEEwTk16VjFOUWN4RERNb3padDJyZzRPVGx0YWQyNmRVTUhCd2VoaDRmSGVRQUpYbDVlWHZmdjN4ZVNIVTQ1Z0MyMnRyYlhXWlo5UDNMa3lOU1dMVnZ1M3JCaGcwcEpTUWxpWTJPZHk4ckt6QVFDUVltTmpjMWxNek16cTVDUWtKYng4ZkdwQUpxcHFxcksxTlRVckhnV1QydHBUdllEa0VjMk40ZDRnWmtTcXQwUVRZcjR4VVNnc3hTQUdFbWt2VG10ZXd2S1R1bEdSV0REYWI1enBIMEZmZDZJQWpSRGlPamZEOENaZ2hpV1BOSStuOWEvT3RsUDhVbjdxNVJoVTRjQ01pazBiMXBUVmcxb2V5OEtvdkJSUk9mdVFYMUxJdnVuQ0FxMDFhWEFqVldWNzR3RzhJTDYyNExHNFRrRkx6THBIbGpmdW9VdGFzRWdobUdVYit4S0tQRXZRMFJFQktSU0ticDM3LzdSbDdiaTRtS2NPblVLVjY5ZVJVbEpDWjQrZlFvOVBUMTA3TmdSVTZaTWdZbUppY0wrTE12aXdZTUh1SGp4SXFLam8zSDQ4R0V3RElQUTBGQ2NPM2NPV1ZsWk1EYzN4NVFwVTlDdGJTdEd6QUFBSUFCSlJFRlVXN2RxeDVOS3BiaDY5U29pSWlKUVhGeU1KMCtlUUNBUW9GV3JWaGcvZmp4YXRXcFY3VHMxSVRZMkZtdldyTUhUcDAvbG4rbnI2OFBNekF3Ly8vd3oxTlhWc1hEaFFzVEZ4ZUhkdTNmUTFOU0VyYTJ0dkNoWWFtb3FRa05ERVJjWGgvTHljakFNZ3laTm1tRGd3SUg0L3Z2dkZWNDRNekl5RUIwZGplam9hSXdmUHg1dDJ5cG1PRjI5ZWhYaDRlRklTVW1CUUNDQWlvb0s3T3pzTUhqd1lBWHY5VjkrK1VXdUd1cmN1Zk5IRllzTkd6WkVjSEF3bWpWclZtMWJZbUlpd3NQRDVXb3UwRXZWNE1HRGF4eS9zckl5eE1URXlLMTNObS9lakRkdjNtREhqaDI0ZWZNbWlvcUswS3BWSy96MDAwOEtwTW1vVWFPUWtaRWhWM05MSkJKNVFFRmJXMXV1bEt1cC9iZHYzeUl3TUJDeHNiR3dzYkhCNnRXcjVTUXp5Q3YyNU1tVGVQbnlKUVFDQVZSVlZlSHM3SXloUTRmK2FjTGdVNmlvcUVCRVJBVE9uRG1Ebkp3Y2xKU1VvRTZkT3VqZHV6ZUdEeDllaldSNDhlSUZMbDI2aElzWEw4TFgxeGZ0MjdmSHNXUEhFQm9haXVMaVluaDVlV0hreUpFMUhxdERodzdvMEtIeVVYRG8wS0Z5WW1uTm1qVzRkZXNXcGt5WkFvRkFBRXRMU3l4WnNnUjM3OTVGV0ZnWVpzK2VEV3RyYTB5WU1BSEd4c1lvTGk2R2o0OFBSby8rdmRSV1hGd2N0bTNicGpDZVZWRlVWSVJSbzBhaGVmUG1jaUpmQ1NXVVVPTFBvRVdMRm1qUm9zVm43UGx4dEduVDVxUGJHemR1WE8yendZTUhLOVR4cUFvM056ZTR1Ymw5OHRpK3ZyNmY3WnQvOGVMRno5b1BBR2JQbmkyL3g3SXNXMnNXWFZVd0RJTUJBd1pnd0lBQkNwOVh0Ukw1WDRKL0xuOFd1M2J0K3V4OUd6VnFwSkRSOS8rSnZuMzdWdk9HLzI4UUZoWUdxVlJhWTZGbERrNU9UdGk1Y3lkVVZWVmhibTVlNjM1L04xUjl4Z1VSOUVlUEhsWDRiTWlRSVJneVpFaXQ3YWlwcWVHbm4zNnE5dG13WWNQK1VMMnFRNGNPZmZhKy8yUjhMY1Q5RTdKQzRYS0I3cENhbUNQdGc2bmdLb2U5VktCMUQ2bVhVNGg4ZEtIdENVVFl6aUd5N0JZUmFoV2tmSjNJODdMT0p3L3BIbVNsNFU2azIzSWk3L2lRRXJtK25IenJaL09zVWtBcVltOGlDdnNSMmY2T2lFRU5JdkNtQW1oSi9lSENjaHhoL1phT3Y1QUlSVS82ZDVGSVJpYzZGM095a0JsTEN0KzE1SjJkUlY3d2o2amRBUUMyL2ZMTEwwVWxKU1dtcXFxcVdMRmlCU3dzTEdCaFlWR3VycTRlbEptWkdaU1ZsU1ZENVIrWXVtcHFhbmZhdFdzM3FhQ2dBRjI3ZHMxLy8vNjl2QkN0bVptWktnVkkzQUYwZmZEZ3dYUmVjUzFWbVV4MmdXVloxY3pNVEo4dFc3WUVja1JDZm41K0ZzTXczNGxFSXIyMHRMVGZYcjU4NmNVd2pJMVFLTXhuR0tiMXhvMGIxZWJPblN1bFFJVWFCU2h1QVBCaUdPWlg3Z0F6WnN3d3NiQ3dZQk1TRXU1UThVL282dXBxQWRpbHE2dXIzcjkvLzVjclY2NXM5ZVRKazNJL1A3L2RLaW9xNDBpSmZSL0FuT1hMbDZPMHRCUmxaV1Y0OE9BQkFPRDkrL2ZtQUFvRUFzRXRJeU9qT1F6RG1LSHloVlhXcVZPblhGVlYxWHBTcVRRbkppWm1XVUZCUVQ2QXNWWldWbEpMUzBzVnFpK3dsUUk4OVNVU1NUa0FOVUdsZkM3SXpjMU4wODNOYlZGNGVQaFpJeU9qWUhOemN4MXpjL1BsdXJxNjRRQjJiTjY4V1kxN0tlN1NwUXM4UFQxaFlHRHdtQUl6RzRuZ25xR3JxK3Q4OWVwVm41NDllMHBWVkZSeTlmWDFUMzd6elRkTzE2NWRVeFdMeFhqNDhLSHg1czJiZTV1Wm1YRVBCNFlzeXk2M3NMQnc3ZG16cC8ybFM1Y2EzYmx6Qjk3ZTN0ZHBYbThFVUNjaUlnSnYzNzR0NzkyNzl4WUFzd1FDd1gwQXJjNmNPWlAzL2ZmZnF4NDVjbVJuU0VpSTliUnAwNzdWME5Bb0lHc1lMU0xkRDkrNWMyZmw5ZXZYZno1ejVvekR6WnMzMy9UczJYTWhLZTNMYVc3bTB2cjRtVWZhU3loSXRwYzg1d081YTBuemZ5YUFaMVJFZHoydCszMmtwRStudFR1UGZQOUI2eUNGYW1JODVOV2lXRXhFLzJOUzJuUEh6NlZzaGJlVTJmRU5yMTlIS1VPbUx2VlBUUGNRSzdwSENFbHAzNVNzdC9oeUVqSForVmhRWDI5UUFPNHkzUk9hMFBINHBIMFpyZDBIbE5uREdVa1cwVG1tMEQzUWhqSnhhZ1RETU5VcjhpaWhoQkwvZUhBdlF4OTdVWDczN2gwOFBUMlJtWm1KaUlnSVdGaFk0TjI3ZDVnMGFSSk9uejR0SjRpNUIreUlpQWhzM2JvVk9UazU4alpTVWxLd2JOa3lxS3Vydzh6TURKbVptWGp4NGdWbXpacUZuMy8rV2VINEVva0VNMmZPeE0yYk43Rnc0VUlNSERnUVpXVmxXTHg0TVM1Y3VJQjc5KzdoMEtGRGFOaXc0U2ZQcjEyN2RqaDgrRERHamgwcko3QW5UNTRNVjFkWCtUN0xsaTBEQUF3WU1BQXJWNjZVRXcreHNiR1lPblVxVEUxTkVSSVNBbXRyYTRqRllxeGV2UnJ6NTg5SGFXa3BCZzBhaE1qSVNPemF0UXZwNmVueU52ays0d0N3ZS9kdWJObXlCYzdPempoeDRnVDA5ZldSbTV1THlaTW53OHZMQ3lkUG5wUy8yUEVMemJacjF3NmZncE5UTmVkQzdOaXhBenQyN0VEOSt2V3hkZXRXV0ZoWTRPWExsNWc4ZVRMT25qMExiMjl2ZUh2Lzdqb1hHQmlJWDMvOUZhV2xwVUJsQmh6dTNic0hQejgvTkduU0JDWW1KbmovL2ozdTNidUhpUk1uNHNTSkUzSXJnbjM3OWtFaWtjZ0phQTBORFhscWYyM3RtNXVibzZDZ0FON2Uzc2pNekFUTHNuajQ4Q0dPSGoyS3laTW5vN1MwRlBQbXpVTlVWQlM2ZGV1R3c0Y1BRMU5URTlIUjBmRHo4OE9KRXljUUVCQUFaMmZuVDQ3UEg4SGJ0Mi9oNStlSHg0OGZZL2JzMmZqaGh4OVFVVkdCcFV1WElqZzRHTmV2WDhlMmJkdWdxcXFLaHc4ZklpQWdRTUZUTlRzN0cvdjM3MGR3Y0xEODVYL2p4bzF3YzNPcjBZdjVZK2pVcVJOV3Jsd0pmWDE5WkdkbjQrN2R1d0NBS1ZPbXlBdkIrZnY3WSs3Y3VRRFpJN0lzQzRaaFVGcGFpcHljSExtS2owTmhZU0ZBNjM3dTNMbDQvdnc1TWpJeWtKR1JnYmk0dUdvKzkwb29vWVFTU254Wi9CVjJORXA4UHI1a0JpTm5mUlFmSDErclZ6eVhyVGhzMkRCb2Ftcld1TSsvRGNweCtQUDRXb2g3YnlKQURVaEJuZ0xnRGN1eUFsSnUvOGpiOXhvUnBldUpHQ3NseGJ3RGJVOGl4ZXNjVWtlL29POW5FMGs0a1VmaVZaQ2kxNEVzTEFhUmIvWlJVdWhXeFFPeS9ualBzdXdQWkZIRGVkUG5BeGpQTUV3VXk3TC9JVHVNSW1yUGhFamVHV1NmY1lUbnRRMnk0cWdnUW5FbGpVVkhzdko0U0JaQ3l5bWdZVUQvaHBPNmVBR1JpR0lpL3lKUlNmWTVBOWdna1VoS3dzUEQ2d0xBb0VHRDVNcXVpUk1uVGdVUTZ1bnBXWUhLZ2xtOUFYUWZOMjVjVG54OHZHT2JObTNLUlNLUllXNXVMbEJKWkxONmVucnZpQmcxQmJBMklpS2lKaW1aVzcxNjllWXRYNzZjdTNQK1F2czNBOUNmbDBWaG1wMmRmZDNFeElUTG9uaE00enVScnRra096dTdVZ0F0R1lhQm1aa1o2K1RreEFDNGZ1TEVpVUFhRXpnNE9IU2hySVhISTBlT2JIUHUzRGtjT1hKRTdmWHIxKzdCd2NFQ2dVQVF6ZG5Keko5Zldkc3pKaVpHY3VYS0ZXNXRKTVRGeGZYakNvenUzcjJiYWRpd29heG56NTUzMjdadGEwc2s4T2pXclZ0ZmNIZDNkMk1ZcHVEVXFWTjZwcWFtR1JUQThLR0FTbEZlWGw0QkFJdTZkZXMySUR1akJRQkNCZzRjR0xSLy8zNm51WFBuTWpLWmJJNnpzL01FUzB0TDR5TkhqZ2dHREJqQURoczJqQ0VGd2pzaWpsZlI5L3NCVU92UW9ZTjNSRVFFU2t0TGhTTkhqdHd6WThhTUVBQWFRNFlNa1QxNThrUlF0MjVkRFdOalkxV2FBOXpiNWQ2TWpJeW1rWkdSRXk1ZHVzU2RkMGpidG0yM2tnb2NyVnExa2dVRUJMQlJVVkdiVjYxYUpiVzF0VFZsR0FZZUhoN2FvYUdoejBwTFMxME1EUTNyKy92N3MwbEpTUmtGQlFVTFRFMU42K3ZxNm1ZL2Z2eFkzZHJhZWovTHNpMU5URXhrYTlhc1lRME1ES2EwYjkrK0FZMTNBczN4VFVTY2c1VGtxMmxlTTdSdEJQMHNwdkc4ekRBTXk3THNUZ3JFTFNBRnZTNnA1Q2ZSM0ZjbFc2b1VXbC9GQUtZd0RQT1NaZGtGRlBDNlFwa3RYTTVuQmEydEV4UzhjS1Y3SkZjQTFvK0NEZ0VVWE90UDN3bWwyaFRCUk5vUHJWS291cHdDRm5rQVFpaEExNU15YmFZVHdiK1JGNkRnY0o0Q0JKdW94Z2YzTkxnQ3dIR0dZV1FzeTJyVDJxL083aWloaEJML1dyQXNpK1RrWkFDQXRiVjFyZnNGQndjak16TVRPam82OHBUWU9uWHFZT0RBZ1ZpL2ZqM1MwOU54NDhZTnVYSytSNDhlYU5XcUZXYk9uSW1NakF3QXdLcFZxekIvL255NWgvYmh3NGNSR0JnSWxtVngrUEJoQmVMKzFLbFRjdUtYSTlIVjFkVXhldlJvWExod0FlWGw1VGh5NUFobXpacjEyZWM2YU5BZ09YRi83dHc1QmVJZXBLd1hDb1VLYXNGVnExYWhvcUlDUTRZTWtZK1Bob1lHK3ZYcmg0aUlDTGtTdm5QbnptalFvQUdXTDErTzFOUlVvSXJIZTFaV0ZyWnQyd1pVUGpmSmxYS0dob2I0N3J2dmtKcWFLbStycEtSRWJwa0M4czMvb3poeDRnUzJiOThPMERNTGQ4MGFOR2lBdVhQbll1clVxZGkrZlR0TVRVM2xLcjd4NDhmRHhjVkZic3VUazVPRGZmdjI0Y0NCQTZoWHIvSVJhL2JzMmJoMDZSSnljM054NGNLRmFtUDRNVlJ0djdDd0VEdDM3a1Rmdm4yaHI2K1B3TUJBQU1BMzMxVEd3WmN2WDQ2b3FDaG9hbXBpOGVMRjhwYzRaMmRuakJneEFudjM3c1djT1hPd2QrL2VhcFlKZnhabFpXWHc5ZlhGNDhlUE1XalFJUHo0WStWcmc3cTZPdWJObTRjclY2N2d3WU1IQ0FzTGc2ZW5KNW8yYllxMWE5ZGl5NVl0dUhEaEFrRHErL1BueitQZ3dZT1lOMjhlbmoxN0Joc2JtejlNMm9PeVhLeXRyV0Z0YlEwUER3OEF3T2pSb3hWVXBTNHVMa2hNVE1UQmd3ZHgvdng1ZE8zYUZTNHVMaENKUkRXUzhMMTY5VUoyZGpZNmRlcFVvMkpTYVpXamhCSktLS0dFRWw4R1k4ZU94YjE3OXhBY0hBd0ErTzY3NzJCa1pJU3lzakk4ZS9ZTXYvNzZLNDRlUFlvZmYvd1JVNmRPL2F1N3E4US9BSCs5Y2VibllRYjV2NDlnR0NhWVlaaHpETU93UkpMNThzanh0L1M3Sy9uVFM4a2l3NTZJdEd3QTg0azArNEdJMEtIMHZ4K0E4VHpTWGtZMkoycEUwczJpL1k0UTBjZ1BxYkprb2RNSHdGdVdaVHNSMGNkVlQ2a2d0ZTE1bG1XYjBjOFZsRW5RaUZUeG5OYzdaNGNqcFdNL0pZWCtEMFM2QjFIUUlJTE9aejhSaHU5Sm9XOUo5ajkzeUdKakxwR1BSd0dzWVJoR3dySnNQU0pIZFk4ZE80WjM3OTRKUVMvYkJ3NGNrSzVhdFNyUzN0NytXM3Q3KzFBN083djlkbloyK3htR0dXMWxaUldYblowOTZ2SGp4eW9zeTZvQ3dOT25UeDhDZ0kyTmpZVHNjYVFBVG1kblp4dWVQbjJhSllzakFJQ25wMmRMNnI4QmpXODhBR095TDFwRlFSZXdMR3VRbnA1K1l1alFvVTFKMmZTV2lFMVBVcG4zWlJnbWlUemFCUURnNGVIQkNBU0Mxd0FXSEQ5Ky9CVjNUQjBkblRvQWJnSm9KUkFJVklZTUdmSUtsU1MxL3J4NTgxNlQ2bHFUcnFFWWdEUTZPbHFlSnNBd3pMZERodzY5bDVhV05nS0EwTVBEbzJ6ZXZIbW43TzN0TzlKM0pqRU1jdzVBQjVGSUZIVHIxaTNkd01CQS9PYy8vNUVrSmliMklXOXlGc0Mya3BLU0VsUytLS3FUN2ROT0FCN3E2dXJ1bnA2ZUZ3d01ERnhFSXBFc09qcmE5UFRwMCt6NTgrZkxGeTFheEpIMjc2bDQ2Mnl5Uy9HZ3ViRmNLQlRLM3hwZFhGeFdVQ0NrSUM4dkx3dVY2anBWUFQwOVdVVkZ4Vmx1UHhNVEUwMEEvaUtSU0I0Z2NuSnk4dUZJZXdBeUV4T1RCTEZZckg3Ky9IbXZybDI3cWpBTVl3d0FYYnQyVFFrT0R2NTF4NDRkZFZhdFdzVUdCZ1p1RUlsRXQwdEtTaXgxZEhTSy9mMzlPOFhFeEFUdDM3Ky80WUVEQjhxUEhqMjY5dEtsUytmYnQyOXZRK04xbmVicXI2Um9aMmcrSE9ldGpSa1VVQk5RZ011RFlaaUxBRFJZbHYyWmw3SFNtVHppVjFPZGg2bThOWnhEYzE5SzYrc0Z5N0xqYVo3ZW9vTFZmS1BHMzJndCtWS3drQ1AvYjlCbkJSUTQ2VVBYSWhHVnl2Mm1kSytRVWQwTFBtblBaUkNrRUFsL2gvb3NvMzVrRS9IZm5hZlFsNUhkMUJpNkwvV21NWklBMk1jd1RDQVY1RmFsY1JyeUZRVmhsVkJDaWY4QmlvdUxVVjVlRGxSbW50VzZIMWZVcldyaFNqNnAvUGp4WS9uUG1wcWFzTGEyVmlpbTZlUGpvL0Q5TGwyNnlIOU9TVW1wOFhqNit2b0tBUVcrTlVyVjczd0tMaTR1Y25JOExpNE8yZG5aQ3Rzdlg3NnNrTHFlbTVzTExodnc5ZXZYQ3Z1MmF0VUt0cmEyOHY3bzYrdWpaY3VXQ3I2a2ZNVldmSHk4M1BvbU0xT3gzRWlYTGwzUXNtVkx1WG85THk5UFlmc2ZUWWN2THkvSHhvMGJBU3JPNWVEZ29MQzlVNmRPOGpZM2J0eUlpb29LK1hINDlqa1NpUVJyMXF5UmsvYW9jczI0QU1Ybm9tcjd4Y1hGZVB2MkxieTl2VEY0OEdDRWg0Zmo0TUdENk5xMUs1S1NrbkQyYk9XamlKT1RVN1VpZzl4MUVvdkYyTHg1OHgvcXg4ZHc4dVJKK1R6dTJWUFJ4VTVMU3d0bVptWUFnTWpJU0FDQXFxb3FsMzBxMysvdzRjTll2SGd4R2pkdWpMQ3dNQVh2MnM5RmVubzZaczZjaVJVclZzRFUxQlQ3OSs5SFVsSVNmSHg4NUo3M2ZFeWFORWx1VmNVUCtoUVVGTWd6UTJ0RGZuNCs5dXpaSTU4SFNpaWhoQkpLS0tIRWw0Rzl2VDBPSERpQTNyMTdJenc4SEs2dXJ1allzU1A2OU9tRHBVdVhRaWdVWXQrK2ZaZ3paODdmb2xhUkVsOC92aGF5NTBkU3JGN2pQbUJaMXBTc2NMaTN2VEpTbE5zUytTZm1XWEdBU1BlcFJLck5JQlgrSExKSm1VS0VLQmNBNEFySVpwTEtkd0haMGZCOXMrVmRJU1c0SjhNdzcxaVc3VWo5VXVmdGM0S0t6TnBTTVZJeEVYWjlpUHdiUjRUMGJsTDJsd0xRSXovOFl3QkdFYWs1bFpUcG9VVGlSVkxmOHFsTmN6cW5jRkw3cnlUQ0x3ekFaSVpocEN6TG1nRFlEc0N1cEtRa1B6UTB0SDYzYnQxdzllcFZvRkx4ZEt4Qmd3Ymp3c1BETzVTV2x0NU9TVWtwWWxsV3NIUG56dWtEQnc3czhmVHBVN1p1M2JxeXAwK2ZDck95c3M0L2VmTGtHMVQ2aGw2a1FNUmhBRnJMbHk5L3FLS2ljcm04dkR3RGdCMEFkT3ZXYlExM3ZSWXVYRmhjVUZCUVIwdExxM2xHUnNiRGxKU1VqaktackgyN2R1MkVYbDVldHJtNXVVM3k4L01SRmhhR2xKU1VuSzFidHdZUWVlM0pNRXd5S2hWbTR6TXlNbEN2WGozMDdkdjNOV1UwM0d6ZHVyVzhLR3BaV1ZrUkVhVnFBQko2OSs3OWZNdVdMZlhldjM4dnVIanhZdk1oUTRady9yTzVST0JIbmpoeHdwQUNLakExTlgyUm41L2Z6TjNkbmZueHh4K2xyMSsvTHRMUTBPZ2pFQWhrYjk2OGVYcnYzcjBWZG5aMlczdjI3Rm5lc1dOSE5abE1KbW5TcE1sZFZWVlZ0YWRQbnk1cTFhcFZHUkczcS9YMTlTZStmLzhlTXBtTTh6b2ZUMEdXTXdBbVhyaHd3U00xTmJWaTdOaXhHZ0tCUUtpam84T3R6eElBVzllc1diTXNQeisvMllJRkMyYUtSS0lITkE4TWI5eTRzWjdxTXVEUW9VTk5kWFYxSzk2K2ZadGVVVkh4RFg4T2hvZUhUNldzRVF3ZE9uUVlnRzdsNWVVNXBFaUhTQ1Rpc3dBUng0OGYzd0RnT3NNd2c1Y3NXZkpneG93WmdzYU5HeGZXcjEvLzVPWExsMzJLaTR0RjNidDNQNmF0clgzRnhNVGtGNUZJVkRadjNqdzNTMHRMVTdKeXdwSWxTMjdrNXViMldMTm1UVjAxTmJXWkRNT0VzeXpibEpUbnJYbkhpd093Z0xKVmZpUkxIQTFhQzBzQUhHZFpWb05zb29iU25CYlRHdHBLOTdMNXZQYWUwSGFHaU8zblpNK3pDa0FVQmQvcTBqclVwNHlYc1dRcDVVZHRTQ2xRTjQyQ0J6Tm92YTJqZTlGRzhySS9SY1Q4eENyckhuVFBpS1krcHRLeDlDa1Q0eEVGSC9pbDBWa0tObnBSc01DTHAvby93L1dOaWp2UElGc2lKWlJRUWdrRmNMWWxvRUpqdFNFb0tBaHhjWEg0OXR0dkZUN25lMzF6L3VaODhMMHBxL3BVOGd2SFZmM3V4SWtUMGJ4NWM3UnMyVkxoR0o4NjNzZWdvYUdCbmoxNzR2ang0MkJaRnVmUG4xZndIYjl5NVlyYzF4NFVmR0FZQml6TElqdzhIQXpEWVBqdzRhaFhyeDVVVkZScTlHZmw5NCtmQ3M4djByZDQ4V0s4ZWZNRy9mdjNoN2EyTnBvMGFZSzllL2ZLdDNNRS81L0Z6WnMzNVhZb1RabzBxYmFkWVJnMGJkb1VkKzdjUVg1K3ZrS21SRlh2OXFyWGpCL2MrYVBqWDdWOWxtVXhhTkFnK2U5ODFUeEhqTmQyRGpZMk5sQlZWVVZGUlFWdTNyeUovUHo4TCtMM2UrclVLZm5QVmxaV0N0dHljbkx3N3QwN29JWkFEbitjTEMwdDVRRXFrVWowU2F1ajh2SnlKQ1VsNGRhdFczTFMvZlhyMXhnNmRDaGNYVjF4OSs1ZG5EOS9IcnQzNzY2MXJzUGp4NDloYTJ1TEprMmFLSGc0NStYbHdkUFRFL1hyMTRlVGt4T0VRaUdLaTRzQkFBOGVQTUQ2OWV0eC8vNTlKQ1VsNGN5Wk0xaTBhTkZIaTc4cG9ZUVNTaWloaEJKL0ROYlcxbGl3WU1GZjNRMGwvaVg0V29qN01BQ2hETU9Vby9LbFFJMklULzVUY3dyOVcwY2s3UWRTSG9OSTJZbWtkcjFJYXQ5Z0lyaG5FdUhIbC8yY0p4WDhSUExmL29YMmRhd2hTeUdmMVBqeDVMZS9uQ045Q2JGa2NXTk9aS1VSRVljRFNNRTduL1lKQi9BdEVmTDZsRDF3bUpTL044alRXa0FrWm12cTkwU2V6WTROOVNPVUFoMExLRWh4RmNCOGhtRktpT3pqeU1iOFBYdjJXQXdiTmd5T2pvNXk0ajRpSW1MRnRHblRDdTNzN0ZacWFXbTFzTFcxdmRpdFd6ZEdMQmIzUFhic0dPUG41NGZSbzBjTEZ5OWVISC9wMHFWNno1OC9OMGVsK21jdmthS3QzcjE3ZHpVK1B2NzY3ZHUzQSt6czdLWndBNkdpb3NJRldUS1hMVnQybk5Ub2M2aVlid1ZkVzEreUlPSHNVVTVSeG9TSXNnZWlVRm5kdm9lbnAyY25WSHFDZmxCVFU1dkFNTXdaQUZpM2J0MW9yaENHcXFxcUZvM0RLd0R2MU5UVWV2VHIxeTl2ejU0OVJpQlZXbWhvNkVzYTg0UWJOMjRzcWFpb3VNMzEyY0xDd3RyUjBaSFp1SEVqSWlNanBSY3ZYaXlqOW00RDZPL2c0QkRGc3F4KzY5YXQxWllzV1FLYWwwazBEeG1hTzZzQWJCQUtoZHFvZkhGN0ZCQVFNRmNzRmcrUlNDVGl1M2Z2U3V2VnEzZkN5c3JLdnFDZ29OekV4SVRWMXRZVytQdjdBNVhwelJsaXNYaFVZbUppUTFSNjVQN240c1dMZmRYVjFUc0E4SW1NakpUTCtBWU5Hc1RvNmVsdEVZbEV0dE9uVHhjV0ZoYml3NGNQN3dITURRNE9MdUpTdXMzTXpMb0J5TGwxNjlaMmp2Um5HSVo3UTcwQVlFWlVWRlFGRVJRMmVucDZtMUZack9RbWdDbXZYNy9XQ1E0T1JrQkFRTGRPblRvNVBuejRVQWRBaXJlMzkyUnpjL1B2TkRVMXRhVlNhV3BDUWtJM21Vd202TmV2WDZhZW50NVpzblpaVEVWaE9id0dNSnhobURTV1pUc1R5YzNKR3c4RDJNWXdUQm5Mc21NcHlMYUhnbUVIS1BQa0RCVzM1ZDd1TTBpOWJrRno3RGF0M1dXMGxxd29RUGFlQWdNU2FsZWJpSEI5SXNxUEFwakJNRXcyeTdJaktiaDNrOVp4SUtucnIvRjg4YXVhdG9XVHJVNFkzWlB1a2ZMZmp3SnhnVlZzdnJqN3lWektHUExsV1J2bEFKaEh3VUVCQmZNKzMwdENDU1dVK0ZlQjd5RlpVbElpOStLc0NqTXpNN21udGxRcXhXKy8vWVpyMTY3aDBhTkg4bjFZbHEzMnZZLzV1UEszVlMwRXBxbXBxYUIrVDB0THc1VXJWK1MyUGpWOTUzUGc2dXFLNDhlUEEyU1h3eEgzejU4L2g0Nk9qa0pSTUEwTkRUZzdPeU1xS2dvc3krTFFvVU00ZE9nUW1qZHZqbjc5K21IZ3dJSFZ4cXMydFZTYk5tMWdZbUtDN094c0ZCY1hJeWdvQ01IQndXamZ2ajNjM053VWxPejhnQVpJRWYxSHdHVXJnS3g0YWdJL000QlhZMGgrRHJXTkxmLzgvbXp4Tm43N25DZCtWZkQ3eE84ckI0WmhZR2hvaUt5c0xNaGtNbVJrWkh3UjRwNC9kdTd1N2dyYlNrcEtJQlFLb2EydFhlMGE4Y2VsdG5PcURUdDM3c1R1M2JzVlB1dmN1YlBjaGtoSFJ3Zjc5dTJyZFc2OWYvOGVjK2JNUVU1T0RvUkNZWTJGM0RJeU10Q3RXemRZV2xyaTNMbHpLQzB0UmJObXpUQnExQ2g1WFlieTh2TC9PbWlraEJKS0tLR0VFa29vb2NSZmg2K0N1R2NZWmlMM004dXlERmxJRENDVlBmYzBPb3Y4b3EySXBEVW04cTZFeU80TFJQUTFJV0xlajlxWlU0VzBmd2tnaHRUdEQ0bEUzQVdnRTFsNDhBdE9sZ0tZelRETVpTcEd1NHhYUUpLbFlwbnVSTGl2cGI2dEl0VXdTLzI2UkFyNEFVUUFHcEluZGlSOU41Y0l3MXhVRXA0OTZYc2p5ZWM4aGF4OFZoTkI2RUQrL2daRVlQb3pESlBKc3F3S2tZdUQ2RHZObkp5Y21OYXRXK1BKa3lmeUU5cTJiUnZmQkZOa1kyT3piZW5TcFZ0R2poekpsSldWb1dYTGxqS0dZYUtzckt4VW82T2pPOGZGeFVrQmxPN2Z2NzhycVo4ZjFLbFRwLysxYTlkS1VlbVZxOE1wbWVpYzh3QWNEZzBObmRha1NaTUlSMGZIN1dUN0lTRENmaTBxRlYreThlUEhsNDRlUGJwQnIxNjlMQUNzWmhqbVo1b0Q5ZmZzMlJOU1ZsYkdkTzdjV2Rhelo4L2xBTTdTM0JpWWtwTGl5UjFRS0JSeTN1NnZBTFFIa092bTVpYmFzMmNQQUNBaElRSHA2ZWthbHBhVzVRQVdUNXMyclRIRE1QSjFJUkFJaEowN2Q1WnUzTGhSV0Z4Y3JDcVZTczJGUXVFVFVrbVgxNjFiMStMTm16ZGdLNW1OSTVjdVhUcnM2T2g0V0NRU21aQ0grVW9pYjBlVWxaWEpBQWkwdExRcUZpeFkwSWZJMk81MEhYY0R5Ty9SbzRkK2JtNnVvR1hMbGxpeVpJbVV2UG92SERseVpIMWlZaUlBb0gzNzluVUxDd3VibUppWWJBRVEycmR2MzZVUkVSRkFaZWJEd1VhTkdra0JkT0Y4ZU5QVDB4OHhESlBtNk9pb3c2a3dXWmFWQUZpbXFhbXBLRDJyVktiUFloZ212VTJiTnViME1pdDkvLzY5aGtBZ2tIcDdlOXNDMENzdExjMENZS3FqbzZPMmNlTkdEVWRIeHp5eFdDeTlkKzllVG84ZVBYUkVJbEhKcVZPbnd2cjA2Uk9RbFpXRjNOemNYODZmUDU5REFhaWh2UG1RQmVCSEl1MmJFeWx2ek1zb0dRdEF3TExzUUNyZWVwYkdLb0xXMTI1U3hYTkZrb3NCRkZJeDJqblVSaHNLQUQyaFlGNExXaytQYVU3TUEvQ0dsUEZtMUs4NEFETVpobm5Mc213VFdudXZpS3lmenF1TDhZcXN1Zmlrdll6YW1rZEJrUllVZ1BDaWN3aW5vTnZFS29GQU1RWHltcExLbnlQdGl3QU01UldWdHFkN3pYL1BaaWloaEJML1NHaHJhME5EUXdOaXNSZ0ZCUVV3TURDb2RkLzgvSHpzMzc4ZmtaR1JjSFoyeHZEaHcvSHMyVFA0K2ZuVitwMy9CaFVWRllpSWlFQjRlRGhNVFUzaDRlR0JZY09HeWRYaGZ3Yk5temRIa3laTmtKcWFpdVRrWkx4OCtSSU5HalNvWnBQRGdTdjh5UlVGQllEazVHUWtKeWNqUER3Y1c3ZHVWYkR2cVEyYW1wcFl2MzQ5WnMrZUxWZHJTeVFTeE1URUlDWW1CbDI2ZEVGZ1lDQlVWVldocDZjSFEwTkRjTFdCZU05R253VSswYSttcGxialB2eUF3eDhOREh4SlZGWDRjK0QzcVNZaUdsWE83VXVjdzRjUEgxQldWaWIvZmUvZXZUQTJOdjdvZDJwQ2JlZFVHNzcvL252czNyMWJiZ2ZFS2VJNU5HellVRjViaWNPVksxY2drVWhnYkd3TU96czd1Y0pmS3BYaTNyMTc2TlNwVTdYajZPbnB3ZGpZV0I0dzA5RFFnTEd4c1h4OHpjek0wTFp0VzZYSHZSSktLS0dFRW44cmlNWGlQMVVuUmdrbC9vMzRHZzJYbWhIcHpnQzRUQ1QzRWlKU2U5TStGa1I2bFpNQ2ZqOHFpYmQrcEpEMUp2dU1BTEtrNGZDU2xQaERpTlNiU3Q5M0pFc2R2Z3lwQU1CY2htRjJrcEo5UGhIakhJb29tRkJNWkYwREl0Wm5VVHZ6S1Npd2dNakF0OVFYVlNJbDdZbllIVXprNEJ4UzRKNGkreDk3SWc0YlVWYkFXZ29hSEFWUWg5b2J6ekRNRGVyUEtCcTNDdklWRjdadTNSb0EySXFLaXVlb0FwWmxoUURnNit2cnI2cXFhZ1Y2SWF4YnQrNWRBSThjSFIzYnhzYkdNbEtwVk1YQndTRkZWMWQzQW8zUmNJWmhTcW1OdXYzNzl4L0JhMU5NR1FCamp4dzVVamh0MnJSQmRuWjIxMnh0YmZmMDc5Ly83THg1OHc3NCsvdkQzOTlIQlZJOUFBQWdBRWxFUVZRZkkwYU1LRTVKU1RGWXNHQkJ4emx6NXNRd0RPTlBiVmdBMkhYcDBpVWJmWDE5VEpzMkxRakFCb1pocEZTTWVBVWRoNC83WkkxU0FVQmtabVptUkw3eFFLV2ZxeWFON1htR1ljWUtoY0tjaGcwYnl0dXdzYkZKblQ1OWVzYTZkZXNZb1ZDWVRBVlRpd0FzMTlEUTBFWmx4c0ViQU91UEhqMTYyY3ZMcTlHclY2K2VFT2s4a21vTkZCVVZGVldnMGt2V2pxeWJodEFhREtRQTB5dWhVTWgvTTd4R1B2YUJ2L3p5U3k3THNtVWVIaDYvcmwyN3RvR0ppY2tHQ3VoMDZkQ2hnemYvMHRHNWNNRUV2SHIxS2hNQTl1M2JKMmRGbmo5Ly9pdUFiRnRiV3kvdXM0cUtpZ3dBb3htR1NVQ2xiN0dlaG9hR2ROaXdZZVd4c2JGM25aeWNpZzBORGVzQ3lIcnc0TUVsVkthTGF3TUlGSXZGcFFZR0JrWUFSbFJVVkpRVkZ4Zm5BNWdrRm9zLzBOeDVUeVEyUDUrc21Qb2F5N0tzRVdVcDJQQnNZYnhwbmY5SXdhM2ZTTzBlUkFHMGcvUWQ3ZzI4aE5hTUVkbnViS1dpcmI5UWdLQ0VzbFZLU2YzZWxrajBXeFRVNDBqNzB3QmNLZURWaUxibFV0RmJqcmd2SkYvN0hsUVlsNDlFVXMxUG9mMXYwclcrU2JaSlhJRmhRWld4V0V6WkIvNDg3LzFjQUZNWmhybEsxN1FqOWJscXpuc2hsRkJDQ1NWNDRJcUJwcVdsMWJwUFhGd2NYRjFkRVJvYWlybHo1Mkx1M0xtd3RMVDhmK3RUVGs0T1JvMGFoWlVyVjhMSnlRbWJOMitHblozZFJ4WDhud3UrUGN1NWMrY0FBRkZSVWVqUm8wZTFmZlgxOVJFU0VvS2RPM2VpZi8vK0NwWTM2ZW5wV0xWcTFXY2Z0M256NWpoKy9Qai9zWGZkNFZHVVgvZmMzUTBKa0FBUkVLUUlhQ2lHa0dRbUZIOG9pb0tpaUNnSWlJVWlUWXFBSWtWRk9sSkVtb0NBU2hFUUVRdEZwVWtSUVpDUzNTUmc2RVhwRUhwQ3NzbnV2dDhmZXlaT2xnU3dmQ282NTNsNFNLYTgvWjNNbkh2dnVSZ3hZZ1RxMUttVGcrQmR2MzQ5UHYzMDAremZ6Y1RydG0zYnJsdTJ5K1hLOWxJM2U1NGIrUXNDWVNhb3IyV3MrYnRnN2tOZTJ1dm12djBaM3ZZRkN4Yk1ZU1Q0clFhVDM0dktsU3Zqa1VjZXdaSWxTN0kxOU0wd2tzeWEveGtFUnBVcVZhNDZseHRwYitIbWg2WnBwVFJOdTAvWDlZam82T2lDZ2Vlam82T2pvcU9qeTBSR1J1Ymo5Y1hqNHVLcVZLdFc3WTlzY0VmNTh1WC9YOW15eU1qSWZIRnhjYmxiNTM0ZmJrYk93b0tGZncwbVQ1Nk1oSVNFWEtNd3I0WGR1M2ZqdWVlZXk1RXZDWHhmZWUyMTE2NmJyOFdDQlF0KzNCUWU5d1lva1RNTlFGbDZuSFlqRVZ5YTNxeG1lT0Fud3NaVGRxSWppZTdYU0h4UG9IZTdnZE1rRmw4bGVmYzZTZnRhOUpadFlmS3E5WkJBbkU0djcyZm9JV3YrOGh4UFFuQWFKWERlcDdkN0VaS05VMG5tZGFlV2ZubnFZMzlJci9rQ0pIeDNNQ2xyTDNvQks4cU1DSW5HbWRUL2o2UFJvUlJKd0pkRVpEbkg3WEhXV2NnVW9XRGc4dDY5ZTk4RE1NWjgwR2F6RlZKSzRiYmJidE9Oanl1UHg1TkZJOEhvOHVYTGY4VW9nWkQrL2Z0WHBDZDlQK3A0UXlsVkdNRFVXMjY1SlZ0bi9lelpzMHRKcEs0N2ZmcDBaWTVGcHRQcEhFQ0RoQ0hFNjVvNGNXS0JPWFBtRkZKS1lmUG16Y3ZJUTRjRG1MNTU4K2FIRGh3NGdOZGZmLzJqaWhVckRxQ01Ta2thYUc2eDJXelo3bHBwYVdsbmFPeXg4MTlCK0Y4b1BmdjI3WFBBVDJyTWVlaWhoK2JwdW42N2lEdzRac3lZRTU5ODhrbXh3NGNQdyt2MVp0bHN0cE90V3JXcTQzYTdVNXMzYjM3MjBLRkRQU3RWcWxTcGZQbnkycGt6WndRQWR1N2NhVy9YcnQzWGlZbUo0UURRdkhuendyTm16WXF0VXFWS1R3QUZMbHk0TU5qbjh3MW0zWFpLc3V4bUpFaFJqbCsyeUtuWDY4MmlCRkxiblR0MzdqOXk1RWpvNk5Hamx6NzAwRVBQMGdBMGtvYWV0NEtDZ3JManplZk1tZk8wNFgzL3l5Ky91QTJ2YmFWVVZGcGEybFRqdW0zYnRtMEdNTVRoY0dTVHpsdTJiQmtZR1JtNWtkY0hBWGk3VmF0V1Z4d094NGlSSTBmMktWKytmT0czMzM0YlAvNzQ0NTdTcFV1WGdmK1BianFBOGNIQndUMkwrTCt3MTduZDd1cWxTcFVxQVdEcHBVdVhxZ01JclZPbnp0MU1CR3grOFI0SjRITW1USjRJb0Q3UEh3RFFXMFJPS2FWaUdVMXlub2FRbHhqOTBvUDd4OGhua003OVhaekUvdnRLcVdJbTZheGxUT2diVE5LOERYTlRHSnIxaHI3L1NnQTlST1NJVXVwVzd0TTd1ZjlqdUUrRTF6M0d5Qll6anRDd1U0K0doeVVBN21iNzI5SEEyQ2NnY3NkTGlhdEVKckExU0hrUERSYWZjazRxa2ZnUGpKSTRrWXRNandVTEZ2N2p1UGZlZXhFZkg0K2twS1JjeWV2TXpFejA2OWNQRnk5ZVJLMWF0VkNuVHAxY3k4a04xNUpUdWRaSDNZZ1JJN0J2M3o0VUtGQUFuVHQzdnVINnpHWG1WWDdEaGcweFljSUV1TjF1ckZ5NUVnMGJOa1R4NHNXdmtqOVJTaUU5UFIwaElTSFpYczM5K3ZYRHdvVUxNV25TSlBoOFBtemF0QWtlanllYmhNK3J2eDZQQjFsWldjaWZQejhhTkdpQUJnMGFJQ1VsQlJNblRzeldjMSsvZm4yMmRFL3o1czN4elRmZkFBQTJiOTZNOVBUMFBITVFlRHdlZE8vZUhjMmJOMGZQbmoxemFMT2ZQWHMyMTN0U1VsS3lmdzdVY3YrOWMzYWpNaXMzSXJGVHZueDUvUGpqajFlMTFkd09vMjkydXgxbHk1Yk50WTI1dGZkYTlaY3RXeFlIRHg0RUFHemZ2aDJSa1pIWGJldjF5cndSdlBYV1czL29mZ3YvQ2RRV2tjL2dYL01MK0E2WnZmRHNkdnRxRVNsaHQ5dVhBMmlzbEhwQ0tmVkJVRkJRZW14c2JQUE16TXoxeWNuSnFkZXNJUUNhcG8wVmtYdkN3OE9mY3JsY1B3ZWVqNG1KZWRobXMwM2plL1dYTHBkcjlHL3RWRWhJU0NPbDFBSk4wL2J6ZStZVGw4djF4Vzh0eDlUbWowV2tCb0N2TXpJeVJpVW5KNS84dldWWnNHRGh0K1BMTDcvRXJGbXpVTEprU2RENTg0YXdkZXRXWExod0FXM2J0a1d2WHIzUW9rVUxnQTZoUTRZTVFhZE9uZEN3WWNPclpPd3NXTENRRXpjTmNVK3Y5Z2trN2Q2bHhFVUlpYkpuNmFsdXdFdkMvRjE2M3cvZytXNlV5bmduZ0xTL1F1LzNEcnorRFhxOTFxVjI5cU1tV1FvZmdMVUFob3RJaGxJcUVuNERRV0ZUM1V0SU5vNEZjRC9iY1RjSnQ5VTBDTlFuV1hlUWhnZEROMTBqaWYraWlQeW9sS3JLaUlKVDlFSWVabXJIQ25ydUZ5WUpHa0d2OGlra3dxR1Vxa2F5ejJpL21UaDFBeGcxY09EQUZRNkhJNXU0VjBvNWF0ZXVmYXVJb0hUcDBrR0hEeDlXQUNROVBUMXR4WW9Way9iczJYTm14NDRkbjFLK0E3Lzg4b3ZqOXR0djd5b2lhM2gvQ01uSlJ1WTVEQThQZjVEOTdlYnorVmFKQ0J3T2g1MEplR041MlRrQXh3b1hMdnl3Y1Y5cWF1cEdvMHl2MS92d2xDbFRwRmV2WGhzYk4yN2NnNlQ5TGZTcXZoUEFGWnZObHUyaUZSd2NYSWhqbTJtU0hrbU5pb3B5TGx1MjdMNENCUXBjT25QbXpCQVI4ZDEvLy8wam16ZHZmdnorKysrLy9aTlBQZ0g4bnZTbkRUMzI0T0RnMlo5OTl0bkxKR3dYQTVDbm5uckttNXFhYW8rSWlMZzBjK2JNQ2x4TGZSZ2xzWVRrNjZ4eDQ4YXQ1VHBCK2ZMbFA2RGt5d0xLb2h6ZzNHV1R1ZWZPblR0QlNabmpNMmJNZUhINTh1VjYwYUpGUjVEY0hjQzVHdytnVmxwYTJqNGphWEt2WHIwY0VSRVJQZ0JmMUtoUjR5NEFVV0ZoWVFVQmZDSWkyWEgvalJzMzdzNTFsbzN4NDhkdk4vYmE1Y3VYcHg4NGNLREJzbVhMblB2MzczOTk5KzdkaGR4dU4ycldyTGw2NXN5Wnc3Nzg4c3ZsbXpadHd2bno1ODhBcUJJYUdsclk1L041QVh4V3NHREJCMmg0Nk8zeitkYUtDQ3BWcXZTUWFmeXpBSHdrSWlPVlV2bVVVc1A0b1FLdTgwWWlzcC9lN2lzWTNkQ2NKSDA3R3FocTBoQmc3TGt6OUx4ZnliMFF6RGtxUVVOSGYwclJER1BrelJVUzYrMEJQTVZ5OWxIVC9yQXBFVzV0UGcreVNOb1hvQXpPSTN4K1p0SXdvT2d0L3hTdmVZT0d0bkpzU3pNYWtNemU5QWFjOVBKL1A4Q1Rmak9BVVh6T0ZHYUVVQnl1eHRXdWZCWXNXUGpQNC9ISEg4ZlVxVk94YXRVcTlPelo4eXFwanoxNzltVEx0dnhXTDNzem9SbElvcHAvRHlRK0RkSzJaTW1TZWVydTU0WnJsV2tnTkRRVTlldlh4emZmZklQRGh3OWp5cFFwZVBUUlI2KzY3c2lSSTJqU3BBa21USmlRYmF3SUNRbEI2OWF0Y2VEQUFYejk5ZGZ3ZXIzSXpNek1Iak16ZVcxdXk5S2xTekZpeEFoODk5MTMyWklveFlvVnc1QWhRNUNRa0lEang0L25TQlJjclZvMXRHalJBZ3NYTHNTbFM1Y3djK1pNZE90bUR0YjhGVHQzN2tSNmVucDJmYlZyMTBab2FDaFNVMU56amFKUVNtSHYzcjBBazgzV3JsMDd6ekZUU3VXWmkrRDM2S0hmS01IZG9FRURMRml3QU1nakV1VEFnUVB3ZUR3QSsydjJ1TCtSTlpEWCtZY2ZmaGpUcGswREFDeGF0QWpQUFBOTXJsSTlpWW1KaUltSnlmNzkzNlFOYjdmYlVhWk1HZWk2amhJbFN1RDgrZk0zY0plRnZ4SktxZWtCMGQzbWMxL3ltOEw0L1pMZGJ0OGRIQng4UU5mMTE1eE81eXo0UGZSMXU5M2VOYTg2UkNTVWppOEFzRTNYOWRaS3Fka0FUb3JJS3FmVDJkZHV0K2ZqTjJzRmo4ZlRIdjV2bDVDaVJZc0d4OGZIWHpUS2lvbUpxWm1ZbUxnMXQzcVVVbVZFSkVoRTdnTHd0ZFBwWFB4SHhzYnRkbmNNQ1FsSkFOQXpKQ1NrU1VSRVJMWDkrL2ZuaURiVk5DM0c1WEx0eUdzTUxWaXc4TWRSdG14WmpCdzU4b2F2NzlPbkQ5YXVYWXVzckt5cmtxUVhMbHdZYjcvOU5scTFhZ1czMjQxT25UcmxXWTRGQy85MTNCUmhaOVNQZjVPeUkwdXBiVjJYM3NyMTZHVnJ4bndTZEFYcGtYNHIvS1RwRVpLZHQ1THN1OEtYb1Bjb0gxT1ZaSHREeXM3TTQ0dExLVlBaaXlrSGsyYVMwVEJjZ2d3eXZUZko5c1lrOENQWXpzWHN3ME1rNmZhVGRBK2xUSStEOWIwRzRBdWxsRWJwbS9QVTNSOWdha2M4NndtaGwvN2RQRDRId0dqcXhwY2x5WGw3THNPYURtQ2tpT1I0OHBZc1dkSis4dVRKVjl4dWQyaTFhdFhnY0RpUWxKU1VCcjhPV1pFNWMrYmdubnZ1YWJkMzc5NHhJU0VoU2ltRjNyMTcrNnBYci80RGZwWFk2UXZnRlFBT2Fxa0QvZytneTVUOU9HNGNLMWV1WElRcHlYQXFTVkg5NHNXTDJmSTlEb2REMk5lZTI3ZHZkM1RxMUdsNzgrYk4yNGpJSmFWVUFYcXZWeWVKbWtPMnhPRnc1T002TjBqamRBQS9ORzNhTkhibHlwVXJ4b3daVTIzdzRNR24rL1hyVisyeHh4Nkw3dGF0V3luNFBkM2M4QnNiREZMMEF4THlqOUVvSkFCT3BLU2tISWRmeS84T3p0ODdUREE2bld2c1N3RHZ4c1RFVE9KMXgzVmQ3MHZqemIyVThTbHQ4b3ozc2Q2U1hCL054NDhmZjB2Um9rVmZCN0NWQkhZcTE4SUxBSDVJVGs3K0ttQnVkd0VZN09VWFoyUmtwQTdnTHFYVTkvbnk1VHNhSFIxOVN0TzA4dkIvM0xyTk4zS3Y5WjgyYmRvejdkdTNkM3p4eFJjMUV4TVRDeFVwVWdUOSsvZi9iT3JVcVpPTEZDa3k3OHFWSzZmZ2o4eXdHZEVhRnk1Y09BT2dqYy9uODUwNmRlcUlpQnpNbno5L0FmZy9HSTN4OTFLVHZoL3pMclJqMUFrWXJmR3NpT3hXU3RYZzJsYzB1RlhtbUs3aGZteG5hdllKa3VFTG1iZWlKSUM1dk9kYmFzbTd1WjgxR25pRzBEQXkwRlQzOHlKaXhQSDE1UGtSZk01TVlMM0p6Sk9SeHJWa1JIZWNZelNBME5oM2xNK0Rhb3plcWNwblJTQnB2NFg3ZldEQVBsMEg0Qm11OFJDdWw2WUJVVDBXTEZpd2tDZkN3OFBSdW5WcnBLU2taQ2VnTjZOZ3dWOVZHY3pKWWJPeXN2RGRkOTlsLzU0YmVYa3Q0dDU4ZmVDOVJ0TGM0OGVQNCtMRmJQNEhxMWF0eXJWc0F3YVptMWQ3REpqbGNqWnQyb1Q3N3J2dnFtc01PWm5jd3JPTk1ZbU1qTXlSNERjdmIrL016RXdvcFdEa29ERmdzOW15NzY5Um8wYU9jNzE2OVlLbWFZQS9TaTVIMzgzWXZuMDdZQnFQNE9CZ2RPbmlUL2wwOXV6WnE2UjJObTNhbEswSjM3MTc5eHpFZE9DWUJ2NXVIdFBBYzhIQndkbFJDeGtaR2RsMStIeSs3R3V2Vjc2QjZPaG9QUGlnUHhYVXhvMGJyOUo5TjZJUmdvS0NyakpvWEc4Tm1LVjNBczgvL2ZUVEtGR2lCT0NQUnNUUW9VTnpYSytVd3N5Wk0rRjBPdlBzeHgvMXZ2K3JjT1hLRlh6NDRZZlphOUl3a0JVclZneExsaXpCb0VHRDhvenlzUERQZ0s3cmd6Uk5tNlpwMmpRUktRUS80ZjQ4ZjMrZXZ4ZFNTbjB0SXJjQ21LbnIraXZ3NSs1eXVseXV6Z0RtaWtoN0VXa1BZSkxOWm51VlB6K3RsR3J2ZERxRFhDN1hiU0p5V0VSS2lFaU0xK3RkbWxlYmloUXBVdExuOHgzVk5PMWRUZE5hYXBvMjFHNjNiOUUwN2VQY0pINk1kMXFsMUFLbjA5blBGUEZ0ajR5TURNM2xldWk2M2xUWDlkd2NWSkNjbkp5cWxPcGxsQjBhR2xyTmZGN1R0T29pc2xuVHRKVnhjWEcvUFltRkJRc1cvdDhSR3h0NzFiRnk1Y3FoUzVjdW1ENTlPbGF2WHYyM3RNdUNoWnNCTndWeGI1S2lPUVdnSzBtdFdRQjBFbUptZkVyUzdSSkorbnRJNGlXUU9EUEV6WjBrM1l6d3Z3YjAxRzFBRC91eEpObitaL0tFWGtNSmo3TktxUktVMFRBL2dVNlJnSHNGd0l1VWxZa2gyYnFHNUhOeEVwMFhTZGdYQTNDV250U1ZTUEo5eUJlZTkraE5tMGlKRFlNa1BNQW9nd3NjQjhNN2ZRV0FWMFhrUE1tK21aVHBDU1Q3RFBKMFhPQkFqeGd4NHNFOWUvYjBoOThyRy9CL1VHK0RYK3ZkMjZOSGowY0hEQmpRM202M1Y1ZzdkNjQzUER6OFVsWldWbjZmejdkYTA3UVlrcEN2R2RJZGFXbHB4NHl5VjY1YyticUliSVAvaFZQZzk1QXpaRjQ4SkVqckFEaTJidDI2Yk0rTS92MzdQMHNQNWdLMWF0WGFmdDk5OXowaElnZDUrdFZUcDA2MVQwaElzQjA0Y0tEZ2lSTW43RWVQSHMzdWo4MW1DK3o3RnlSMER4VXVYTGh0OWVyVmZ3R0FVYU5HdmQ2blQ1OUtKTjh6M0c3M0ZiYlR4a2lIb1NUWXg1QVlkZ01ZWjJqUzIydzJPOGR6Nlo0OWUwWnYzNzY5QkJPOWpnY3c0dWpSbzlId2YrVDNKK0hlbGhycGtTYTVGWGRXVmxhbXFkNVhhWWo0a043Y1Bmai9NeVNKendKNHIyclZxazhZbmZQNWZLa0EycGdTbWFKUW9VSWxBU1FYTEZpd3crYk5tNytZTld0V2VQbnk1UUVnYzlldVhYTUN4cWNwZ0I1Tm16WmRaclBaRkFBMGJkb1U4K2ZQLzc1cDA2WlQ2ZlZkWU11V0xkL0FieWt2Q3FCU2FtcnF4ZERRMENJQWlxV2xwVjF5dTkxdXBWVDlzTEN3UUNtWlBRRGVFSkZ6TkRZTlpoOVRPY2JyR1VFeGxudTFIYys5eFQxemttMDBjSWpSTXh2b1ZlK2xVYU1lalhkMU9iN2Zjci9VWndSS1lUNG53REh0S0NKYjRmL0k2TXl5UHVNell6NzM4VjU2MEYvaU9qRzdEWFJsTXV1SmxENDZ5V2VIc2NlR0JlVFRTR2YweVpzODl6L1RQdDBCb0tlSUhLTnhZeVNqQTh6eU9oWXNXTEJ3WGJScjF3NVZxbFRCcEVtVGN1aWZneDlMbFNwVkFnRHMyTEVEblRwMXdyaHg0OUNtVFJ2VXExY3ZtOXlMajQvSHVuWHJNSDM2OU94N3IrV2hiU1pFYy9OOEJnbmdGMTU0QVdQSGprV25UcDJRbHBhV25Zano2TkdqV0x0MkxZWU5HNVo5bjVtME5mOGNDRTNUd0w5dnFGZXZYcTVKWEkzN3QyelprdTExN1BWNnNYNzllaXhkdWhTaG9hRjQ0NDAzY3R4ajdtTnViVm03ZGkweU12eXBjZExUMHpGejVrenMzNzhmRVJFUmFOZXVYWTZ5Z29LQ01HM2FOTFJ1M1JvZWp3ZHZ2UEVHaGd3WmdwOSsrZ25wNmVud2VEell1M2N2MXE1ZEMvZ04vdG4zdG16WkVzODk1dzlRR3pGaUJJejNuY09IRDJkN3dMVnAwd1pObXpiTlVlZjFpUFZya2Q0QXNzbDJBT2pidHkvbXpKbUQ5dTNiWjN2Tlg4c1FFSWlCQXdlaVJvMGF1SExsQ2dZTkdwUk4zbi8vL2ZlWVAzOCtRa0pDOE5aYmI4R2Npd2czc0FhdWRiNVFvVUlZTzNaczlsZ3VXN1lNanovK09JWU1HWUxodzRlaldiTm1TRTVPUnF0V3JYTGM5MGNpRVk0ZlA0NlRKMC9pd29VTDJXdmo5K1J5VUVyQjVYTGQ4UFVGQ2hSQXk1WXRzK3NzVmFwVXJ0ZmRMSWFJL3hwaVkyTXJuanQzYnJUYjdlN3RkcnQ3SzZVdXc3OTJQbk83M2IwTldSMmwxT1dNakl3YUdSa1pZUmtaR1dGT3AzT2lxUmdQbzJBQi85cjFwcWVuWi85T0p5RlBMdktwMTRTSWhJcElHeEZKTmI3elJPUkJoOE5SUmRmMVJacW05VE9SNXVXVlVxdmRibmNiT3VFQS9tZjA1SkNRa08zUjBkRlJnZVVycFZvRDJLN3Ircys2cnMvVk5HMjIrUitqVndIL2QxZG44emtSV1FvZ3Y0alU5L2w4Mnl6eTNvS0Ztd2N0V3JSQTZkS2xNWExrU0Z5K2ZQbnZibzRGQy85STNDeFNPVFBvMGRwR1JFNVRmN3NtaVc0RFhoS3MzVW1zdlV4TitVU1M1ak5JdktZeFNXUTlldUJlb1RiN1lwTGhVU1RySENUY0RSeGlNdHBEbE8wWmJKTHFBTDNpMjlCYnZ4Vzlib01veTNHSVh1Z2hKTmZCYzZYWTFzMDBGb3lpeDN3b0RRclY2RVg4Q0tWdUZJblA1dFRrbjBSaUVnQzJVVjdub2xJcWpLUjkvVnpHVWdIWUNLQ3ZpRnoxWkN4ZnZ2elFDUk1tRks1Um93WWVmZlRSTkFEalI0OGVYYTlkdTNhZWwxOSt1ZG1iYjc3NW9JZzBuamx6cGxTb1VHR2wxK3RkRG1DU2lKUzMyKzFiMTZ4WjQ2MVhyMTUrZWhzbmU3M2U3Sy9tanovKzJOQy90OVd0VzdmUTVjdVhjZVRJRVJrNGNLREt5TWk0bkM5ZnZrWmVyemR6eDQ0ZFo0OGZQMTdQK01BcFY2NWNHNDVkRW9BV1RCb2FSR21qb2VIaDRUaCsvRGltVDUrT05Xdlc1T2lQS2N6YURlQXJFdVVabFBrNXBaUUtKUm4vREsvTEJMQXhLQ2lvTnZ4RWU3cEphdWxycmpuRDhIRTRQRHo4MW9zWEwrTENoUXZIQUN6S3pNeGNQSGp3NERJSER4N0UzWGZmUFhQaXhJbWRBRHk4YXRXcUswRkJRVHRYclZxVnlyWG9BcUFmUDM2OHlMcDE2N0JseXhaMTVjcVZLNWN1WFFvSGdETm56bXhqbXovbnkzVmZFZGxGNmFOQlBOWVJ3Tk1GQ3hiTS9ycE5TRWg0cldYTGxyRTFhdFRvSXlLUi9IaTlTTy94QndCMDI3NTl1MlAxNnRXKytQajRvNGNPSGNwMlI1dzZkV3AxdG0zem5YZmU2VzdjdUxFODl0aGpQbDNYblJ6clNZd3VhWFBreUpGbytEMjU4Z01ZbXo5Ly9qNUJRVUVPQUs5bVpXVjlFQlFVRk5hN2QrK0ZLU2twRHZnakg4QkltWVlBZnFGSC9UY2s3ZE1CakJHUmo1bWs5bU1hNU5vd0llMGNrdk9UdUZmemN4My9URkorRDQxbEYwaTROK1VZZGFBQmJEbmxvejdtUGw5T0EwNWhqazAvQUJ1WXIrSVI3dTBFUmxaOFJOSStqVEphWi9uTXFNeGh1OGk2VjlEUVZvbnRiY3YvbHpIcW9vVHBPWlhLL1RHR3o0VmY5UXo4NVE4VWtSMk1YdW5CZWI1V2dxOHM5cWZsTmE2eFlNSENmeERCd2NFWU8zWXNPblRvZ0lrVEo2SnYzNzdaNSt4Mk95Wk1tSUR4NDhkajY5YXQyTDE3Ti9MbHk0ZWhRNGNpSWlJQ3c0Y1B4enZ2dklNVEowNWc4ZUxGR0R4NE1OYXRXNGZKa3lmanlKRWoyZVVNSERnUTlldlhSNzkrL1RCNTh1UnNyMm40amZkbzBxUUpPblRvZ01jZWV3dzllL1pFU0VnSVZxeFlnWk1uVDhMcGRLSmp4NDZvVzdjdTdydnZQZ3djT0JENzl1M0RCeDk4Z1A3OSs4UGo4YUJkdTNZd0crU1RrcExRckZrenRHdlhEZzBiTnJ5cXowODg4UVFtVHB5WTZ6a3dtZXlzV2JQdytlZWY0L25ubjBkNmVqcmNiamVLRlN1R1JvMGFvVzNidGloWjBxOHN0M256Wm93ZE96WkhmNGNORzRiYXRXdGo4T0RCYU5teUpXNjc3VFlzWHJ3WWpSczNSbFpXRnJLeXNsQ3VYRGwwN2RvVnp6MzNYSGJDVVRNY0RnZDY5dXlKSjU1NEFrdVdMTUcyYmR2UXRXdlhiTTM3MHFWTEl5NHVEa09HRExtS3dPN1ZxeGZxMUttRHp6NzdEQysrK0NKQVFqZ3FLZ3BEaHc3Tk5vQVllTys5OTNMTUNRQTBhOVlNN2R1M1IrUEdqZEdsUzVjY1NlTTJiOTZNbGkxYjRxMjMzc0tkZDk0SkFIajU1WmNCQUJzMmJNRE9uVHZoZHJ2eDRvc3ZvbkxseXJtVy8rQ0REK0wyMjIvSGxDbFRya293R3hZV2hpbFRwdUNiYjc3QlYxOTloZWJObTBORWtDOWZQalJyMWd6UFBQTU15cFFwazMzOTlkWkF1WExsTUd6WXNCeHpORy9lUEt4ZnZ4N0RoZzNMN3NOZGQ5MkZUejc1QkFzWExzVGF0V3R4L1BoeHJGMjdGaFVxVkVEcjFxM3grT09Qd3g5RTZDZmRlL2Z1alo5Ly9sWCtlL2JzMlZpK2ZEbGF0R2h4UTFxOEdSa1ptRDkvUGhZdFdwUjlyR2pSb3RlOEp6Zk1talVMVTZaTVFldldyZkhTU3kvQmJ2L1ZobCsrZkhuY2Nzc3RWOTBUR2hxS3FLZ29lRHllSEcwOWV2UW9WcTFhaGVYTGwyZkxaSUZ6WXVFZmdlSWk4bVY0ZVBqd3k1Y3ZUOW0vZjc5YjB6VEY3NVlEeWNuSnFiR3hzVzRTNXd2dGR2dXRPM2JzT0hnRDVWNEZYZGZmOEhxOW4vK09XN09jVHVmWHVxNGJHL3VZMCttTTF6U3Rnb2c4NmZQNXV1dTZ2cEVSMFpkQ1FrTG1tSjVKd3UvaS9BNkhZNHV1Ni9jNW5jNzR3QXFVVXNIbno1L3ZtRWY5MTlYU0tGcTBxRGMrUGo3MzdOY1dMRmo0UXpoMDZCQUdEUnAwdzljbkp5ZGY5eHE3M1k2bVRadGkwcVJKbURkdlhuWjBvUVVMRm43RlAwcDJvY0pkc2JsbXh6cVk3TW9ra1QyU1VRTHZrV2cxazFrL0FtaEhjak9PaEdjV1BYVjdVaUlqZzVJek1aUzgrSllFL3pGNnMxWW1xYmVGeVdBTmIrRmpBRHFKeURMNFh5aGVJc251bzFmK2VjcW8yT0FuL2ViVE8zYzBpZmtYNllIN0lZMEhxWlRFOFZIV3BDSWpCWHJ6K21HOFp5TjFzWTJ2dGxQMDFsN1BlbnJTQy84ME5jTFg4UGRYU1dEbWxyQnlFNERuUk9Td2NTQTZPanJLNFhEc0FJQ0pFeWRpOXV6Wm1EQmhRbVpvYU9neWpvRisvdno1UGsyYU5LbDg1NTEzTmhrN2R1enRSWW9VK1JaQVd4RkowVFR0V3hHcDI3Smx5MHRkdTNZdFZMQmdRVVZqeFluNTgrZkhqUjA3TmdSKzd4NHRJU0VoUVNuVjdLbW5ubHB3K1BCaGUweE1ER2JPbkhuQ3BFZllTVVNXeGNiRzlyYlpiR1BBajZWcTFhcjlRZ0x6VzY3YlJpU1pjM2hVOU92WEx6dk1Ta1F3Wjg0Y1JFWkdlaGlsNGFCR2VDdVM4QTZPK2VzMGxtUXhCMEd4enAwNzE5aTJiUnZDdzhOZHExZXZiclp5NWNyUE4yellvTUd2UC8vem9VT0hkbGV0V3ZYdWpJeU13cW1wcWFsbno1N2RIeEVSVVRZNE9Mam9tVE5uTW80Y09iSW5QRHk4NEl3Wk04cnUzcjA3b1V1WEx1WEhqeC8veXIzMzN2czJqUU51a3J4MitIVi9kNzcwMGt0UlJnaCs4ZUxGUjY5WXNhSVc1LzhsRWZtQzBreHp1WFplQjNBSGdMN3IxcTNMMTd0M2IrTyt1QlVyVmlTMWI5OStUVUpDd24zd3Y1elArdUNERDlhVHZDNEl2L2ZOM0RwMTZoUnl1OTFQd084QmVHbno1czJYUk9RS28xRWFjVXljSkkrTnhLcHZBcGcxYk5pd0ZZc1hMNzQvUER6OHl1clZxNWQwN2RyMUtidmQvdTJrU1pNYUR4Z3c0SkcrZmZ2MjNiZHYzLzBkTy9yZnU4ZU1HWFBxd1FjZmJDVWkzeXFsYXRHd0ZFa1NmRHdqVlc0bG1kMlVFUmF6dVgrYkFmaWV4amJqQ3pXTi8rOGxTWDZRZS9CVnJvdHF6Qyt4a2hJNzQwajBUK0Z6cENMbmV5Q0FzWlNXaXVEZXRiRy9QYmhXZ3JnKzkxQUNweTczbWFHWlA1NVJKcDI0dis3aDN2MlNFUXBHaGtBZjlmcno4ZmxSanZ2V0VIck9wQkZoa29oNGxWS1A4cG1SbTd1Y2wvdEEwU0RWNVk1STdVUWV6MCtIaVB4N2hIb3RXUGliY0kxM2xMKytNYjhSSjArZVJPL2V2ZkhrazAraVdiTm1OM0RIell1VWxCUzBidDBhMzN6enplL3ljTFpnNGM5RXUzYnRrSmlZQ0FBWU1tUUlHalZxaFBmZmZ4L0hqaDI3NmxxekRyQ21hZkQ1ZkZpN2RtMjJ0LzhUVHp5QjExOS9IUjZQQnhjdlhzeGhDSGpra1VkdzVzd1p0R2pSQXYzNjlidG1tNzcvL251ODhzb3JBRFdHMTZ4WjgvKytWKzZJMUhJOWZtaFh3bjl1azhiNjlTS2F3Zit0VWtWRW5vTC8rL0tRaUJqdmpDbEtxZmtpc2pvakkyT2RLUUd0QTRCWDA3UTNSZVIxbjgvWEpYYjkxZElBQUNBQVNVUkJWQ0VoNGFQQU9tSmlZdTYxMiswYldHNVZ0OXY5UzBoSXlHWCtQcGZTcldjQWRETzgrTDFlYjUzRXhNU051cTQzNHJzbFBCNVB0YVNrcEoyeHNiSGxiVGJiSVFCbm5VNW5NVjNYbitjM1NielQ2YXl1YVZxQ2lNUW9wYjV3dVZ4NS9wSFJkWDAvSlNzWE9aM09IS0ZCbXFZdEZwRW5sRktuWEM1WFNmTzU2T2pvcUtTa3BKMjVGR21QalkxdFpiZmJ2NDZQajc4NjQvVi9ERGZ6ZTRxRmZ6WWVmUEJCWEx4NEVUVnExTWpPR1hNakdEWnNHSGJ1M0ltYU5XdWlSNDhldWVhWEFZQmp4NDZoY2VQR0tGYXNHSll2WDU1dFNMZGc0YS9DUC8wOTVXYnh1TjlGTWl0ZEtUVVJRSXNBMHY0bjZrRWZwZ2YxaHlRZFh5Y1JWb1hYemFKRytYRnF6MDhsbVhZYkNjSHZxVkUrMTBUYVgrQkxqVUhhTnlHWmVJRjFlS2gvWG9pZTJaOVJmMzRLeWJVdU5BUjh6bVNndXdEVTR0aHZKM243TlpOaVhsUkt2VW5DY0RNTkNRWnBuMG5pZWkxMXQ3dVJBUFJSTm1XZGlDaWxWRU1TbUxtUjlnZW9NWC9ZZlBEdXUrOHVrcFNVNUsxVHA0NjlZTUdDbURadEdod094MWFTeTdXUEh6Lythck5temU3czA2ZFBwU1pObXBTbEpNZ3JJbklTQUtaTm16WnErZkxsdGZyMDZXUG95NmVTdUw5dng0NGRDNVZTVHdEWTR2RjRUaWlsYWdONDIrRncyRXVXTElrNmRlcTRTWlNHQW5qQkdPZHk1Y29WUzAxTjlkV3ZYOTkyeHgxM1hLSEI0anYyTVlMemQ1WHIwc01QUDR5ZE8zY2lLaW9LTFZ1MlJHUmtwTEUrenBJUTdnNWdtWWo0bEZLUDArTTVsQVRvQm5wVlYxTktlWU9EZ3k5bFpHVE1BZEMvUVlNR1VRMGFOQUNKL2I0a25ndXozR2FjKzJva2MvdVNiSDBaUU1Ld1ljTzIxNjlmdjl1OTk5NDdnMzA5RWlEQnRQWHV1Kzh1RUJFUm9ZNGRPM2JlNi9YT1dieDRjVTBhbURvQVdLU1VLc1YxcmJHdU1pU3A4d0ZBL3Z6NVBWbFpXWXVQSERteUYwRE41NTkvUG5yWHJsMG9Ycno0eHRkZWUyMGwxN1doUWJuWWJyZjN6TWpJaUFOUUx5UWtKUEhkZDk4dEl5SUZ1Slo3Y1V6T2s5aCtqdEVvWTdtSFhpaGJ0dXpkaFFzWHpxeGR1M1lpZ0lidnZmZGVkeExteFljTkcvWUtnUHR2dSswMkZDdFdEQTgvL0xDblRwMDZid0ZZUjQvNmNkeVRQbnFsdjgzOTNJOTdleUp6UUx4QlVqNkprazhHYVovQmZYZUdFalUvMFlqVmkvdXNFUE1ISEdhYmh6RmlaUmdKZG1OUGpRUXducVI5QVJvS3d0bmZKL20vRVRGeWtNbHJIellkKzR5SnB6dlQ2MzRMNStjS0RZQ0RUS1M5OFN3cFRFa2dPNDJQNXV5TWJ3R1lRdEkrbG1zc3g0Y0w0V1dVUWtHdXBiNGljckxDWFZmckJoS0RURnIrL3lsVXJWcjFscENRRU50di9aaUxpSWdJM3I5L3Yvc0dMdjFUN2d0RVpHUmtxT2tqM1lLRlA0eVNKVXRpOXV6Wm1EeDVNdGF0VzRjSEhuamdCdTY2T1pHWW1JZ21UWnBZcEwyRmZ3UnExcXlKckt3c05HclVDSTg5OWhnQTVKbUFiOGlRSVZjZE0wdEdHWEE0SEZkNTc5dnRkbFNwVWlWYmp1cGFNQklkVjZwVUNkMjZkYlAyeWwrTTFOVFVnMkZoWVlZa2FQYWtpOGhvcFZROGYxNGdJajJVVWsxRFFrSitDSXlrVVVyVkFaRGZack45cU92NkphZlR1UWgrOG51b2lGUUtjUG9ZRVJ3Y2JOYVBxaXdpQy9uekUvaVRFUkVSVVNnc0xDelU1WElkaDkrSThFQldWdFkyODN1TmtkUHJSbUczMjUvV05PMVpsOHVWUThjc05qYTJyTTFtbTZXVThtcWE5Z09BZDEwdTF4ZC9ZbmNzV0xCZ3dtLzVlL0g1NTU5RFJQRHh4eDhiMGZkNW9uVHAwaWhXckJoU1VsS3dmLy8rYkNsSEN4WXMrSEd6RVBmUEEwaFZTZzBrcVcxQVVRcW5CVW43Z2lRM0kwbDZ2UXpnTG5xeHoyYkMyVlFTV1ZOSmZvSUU0bmYwSnY2WXh4WEpzUUVrMWtGUDRZa2tEaStUOEY5UFVtODRpYnNsOVBBTkpwRzRoV1JvTEFuOWgwbTg3YUhId1diMjZiSlNxaDA5d0ErVGVEZWVXT2RwQUZqT01qdXovSFFBZzBYa002V1VUU24xTUNWNmdxOGFRU0FGUUg4UnlaRjVpN0kvVDVvTytUaW04U1NOWDk2N2QrLzdtelp0Nmt4andXbHFsTytpdElnRzRJT2FOV3NhbWE0dVVUYWtBWURYUm8wYU5jNVUxKzBrSnlzc1dMQUFJcEpGcitjaWpFNVl5dXZLVXpySVJyS3puWWlzNWJsU2xGakpHVHRPMUt0WEQvWHExVFAzNVNmTy9WQUF3MFhrZmFXVW5kN001aERSM1RTT1JBTEluRDU5K2pET2RROGFEWVRHaUhkSmdzY3lpdUlsR2tvZUpKazhueVQwU3h6emZrdVdMTmxKaVpZeU5BNll4L3NjQ2RnSzgrYk5HK2R3T0Vad0RkZWk0V2tweWQ2M1NmWi93bnJIRzVJeER6end3TmFOR3pmV0Y1RlVwVlFNZ0svcTFLbUQ5ZXZYdHcwS0N0ckFmcGJoZUt3RjBFVkV6Z05ZbzVTcXhDaUdmS3kzUDM5T1pmMTNBV2pOYThiU1NER2xiZHUyZTl1MmJidUtrU0dHeEZOQnR2TkJBTGp0dHR1d2N1VktEL2ZpZSt6SHg1U0dVVFNVdmNuOTFKVWU2N05KcmovTDlYYUVVUldHMUV3V3g5bkRjZC9Lc05zMzJNOTRTdW9jbzFSV054cFVodkxqcERyMzMweDYycnVWVXVIOFBZclBqQnJtRHltTzkxYksvT1JuR3haUnl1ZEoxcjJYL1EraEVXR2dhZi82dUMrQ2FSVE1wTkhBZ0pmOW5rQWpRaVNBQlhtUTlobnNXMm5LOUR3bkl2dHkyd3NtZkh5ZDh6YzlZbU5qbTR2SUN6NmZiM1phV3RvU2d6d1BDZ3E2WFNtMVRkZjFiazZuOC8wYkxhOVFvVUl6ZEYxdnFwUTZCbUNBeStWYWNMMTdORTNyREdCb1RFek04NG1KaWJsbW02eFdyZG9kUVVGQm55bWxwcHc1YythVG8wZVBwdWR5bVNNa0pPU3lydXRYQUNSbFpXVTlkNzFRZUYzWG0vaDhQb2ZkYmw5OG8rSGhzYkd4SFVTa21zMW02MjJGbFA4MzRIQTQ4UExMTC8vcnRhMC8rZVFUakJvMTZ1OXVoZ1VMQUlET25UdWpjK2ZPLysvMUJNb1ZYUXNPaHdQcjE2Ly9mMjJQaGJ5eGYvLytTM1RlZ3E3cnh2c3RmRDdmbm9TRWhPM3d2MU5ra0NEYjRuUTZyNUpDMUhYOWF3Q2xsRko3WEM1WHRoNlR5K1VhQ1A2TnQ5bHNkUUJrdUZ5dXB5SWpJL09IaElRWW52MVRYUzdYYkFDSWk0dXJvcFI2L3Mvc1g0RUNCVzRYRVplbWFjc0JYQmFScCsxMis3N1kyTmhIYjdTTW1KaVllMFVrTllGWnhFWGtJd0Q3ZEYxM081M083SGQwbTgxbU9PZlpBUlMxU0hzTEZ2NS9ZT1RDeWN0alBoQ0hEeC9HK1BIamtaR1JnZVBIaitQdHQ5OUdhR2l1ZWFtemNlZWRkeUlsSlFVLy9mU1RSZHhic0JDQW00VzQzMFVTdVZmQThWL282YnFmZXREdFNLNXRadUxhS2lTM0YvRDNFaVJkM3pDUjlxQUgrYnZ3eTgrVUpWRmVtTVR0TEhyQWxpUkJtWS9KSTJ1VHpKdEhvdkVIazJ4R2FSTDVLM2xQSTJyUTMwTVM3enlUMUI0RDBJOWE2OVZaempGNkV0ZGgyNjZ3WFl1cFlkMmJwTDZIZFJ2WjR1clFHSkViYVo5T1kwVnVXb1pkQXhKZkh1Uy96b3dhK0todTNib05TZUo2NlJXOWpOZFdJSmxyak9VbHpsVURFcm5aUkJrVGpvNHpOUG41TXVwbWUrZVlTTXR3amxsVmtwVGphYkNBVXFvc3ZicHpKZTF6Z1l2eVFZTzRCdDZsc2VGaDZwY2JjRkk2cVNuSFlSR0ozRTRjZTZIQm9oL1gxNzJjbDZra2h4dHliT2F4dm5mWTlwYzVIdStTTU41a2tOckVSWHJzbHdFd2lhVDlNT3FzVHlLUkhzUTJQRVdqd0R3QWswM1JCa25NYlpDcWxOSTRQZ1VjRHNkd0dwVW0wN2dDR2lmNkdKRVNTcWtLN0VONXlycTBNWkgyd3lrTDh3SEovaGNCUE1UNXVFS0RTR3UyYVNMWDlRQ3VVU08yelJpVFYrZ3RQNFpyQXpTVXZjQzZYbUsvUCtjNnEwb0R3a1dXVzhVMFpvWThUSDhhY0o1bW0xWnhyTittVWF3ems5ODI0MXlYNWo0RTkrb0lFYm1rbEFwbWhFUTl0azlJOGhzNHlUNDBwamUrbDhhVUhveUlHY1JJbGhSR1NJd25jVzhrM1ZJY3IzeDh6aHlpd2NHTUJBQ2oySjZpTkdKRjVMS2VVMmtndUlQNy8zVVIrZUY2bTBCRTlsenZtcHNkTnB2dFdRQ1AydTMyUjhQQ3dqWkZSVVUxM2JsejU2bUVoSVFrVGROT1g3NTgrYnJFZXk3SUx5TGhUcWN6Kzk2NHVMaWdyS3lzOEtTa3BOUEdNVTNUSWdHOEt5TDE0UGNLK3pvMk5yWmpicUhyRG9lakRRQmRSR1lVTDE2OGM2RkNoUm9uSnllZnpLUCtBZ0RpYjFDL05zWm1zdzN5K1h5bk5FMWJLeUxYWTJZZFNxbm1JbUpUU3RXS2lvcHF2blBuemlQWHVjZkN2d1QvbHZEanRMUTB2UHp5eTBoS1NzTEREeitNZ1FNSFlzbVNKYWhWcXhhS0ZiUHlFbHF3WU9FZkR6c2RoZ0QvczNtaXBta1RYUzdYVE5NMU1icXVUd2k4VVNrVmVTM1BWNXZOVnBYWHJmdXRTV2ovSkRnQWJEMS8vdnc3dDl4eXk3TktxZFNFaElSZkFpTUg4b0pTYXEvTlp0dWw2L3BqVHFmelI2ZlR1Vi9UdEswaU1salR0QjljTHRkcVhsZlZHQWREOHNlQ0JRdC9QdHh1ZjBCeFNFZ0kwdExTTUdyVUtCZ1N2M25CSE4yNWRldldISW51YzBPaFFuN3hCbk1PRmdzV0xQaHhzeEQzUWlLc3NPblllWkp5OFpSUHFVZ3k3eEJKOFNva0VNZlI4L1YvOU54L2dTUytnWjhwejlHTHBPcEYxak1hd0JBUnllUjEwM25mTW5yWi9rSkM3eDBTZ2IzbzJWcVRYdVZqS0duekFyMXNtOUVqTjQwdmFxa0FuaENSZy9RaS81SWtYeVpKZU9QTGVoeUp4eWRJc29hUXpFd2ljWGRSS1hVcnlXR3pMSWNCTDhuK2FZRmtqbEtxRFFsYUkzT2FRYncvUnMzOUFTUlJQNktuY1VjQTh6amV4UmhkRU1uNXlTVFJXNVZFKytzaWtzWjZRa2ppTncxb1d5ZzFGSHRRV3gyODdrbU8wUndBYjR0SUJxVk0rZ2NRMzlkQ0NvbmRUZ0QybThhcUFnMFNaWGxkTWtub0ZqUWkvRWdqVVF2MjM4SG9pbzdzNndza1lUOGdHZncweS9tYWhwcHBISS9uU1NhUFpGbUxhTFF3TW9DbGN3M2ZUbS8wWVl5cWVKRnpPWkJ6OXg3clhFSWlmN0dKdEwvRU5pWXBwWXcxRzhQNStvQWt2cEdkN3dUWDIzN09TUUY2bGRlam9lUTVScEI0dWRaL1pGMDdTVVFYQXpDQmRSdEU5dGYwYUhkem5YWU5lS1o4UldPSGgvOC95K1BiU0t6L3d2NE9ZcFJITCs2Qnp4aUZBUm9WQXRkekQ2Nk5KMGlVSDZLbS9CQ3V3ejVzNzNpT1d3bkswamhvZEdzaUlzWWJ3WlBzM3lqTzMxY21tYXd6bklmQnBwRGpueWkzbEU2RGhwZkVmRjNPei9NQW9nUGFtOFd5Um5COWg1dk9Id1B3bElnWUdmQStZTFNKSFRtUlJVTmhGVW9CVGVVOFh4ZEtxWW8zNEpWLzB5STZPcnFNWVpSUlNxWFpiTFptTzNmdVBNWFRQaEZaRnhZVzFvYkdzRCtLd2c2SDQ3aW1hUnRFNUhPbFZHVVI2Y0sxbFE0Z1dTbTExV2F6MWRBMDdUdVh5NVdkMlRBeU1qSlVSTHF4blQ5blpXVTlucHljZk9xYXRlV0VSRWRIbDA1S1NqcWE1d1VpSlVTa2h5RU54SS85bnZBblNyek5iQ1RRTk8xSkFNRktLV0dpT3dzV2JpcnMyN2NQVHFjL2lIRFpzbVU0Y3VRSUNoVXFoSEhqeGwzM1hnc1dMRmo0dXhFVEV4UEg3eXNERzBSa2hxWnBOVXpIZG9uSThGeHV2eXVQN3o0RDllRi9MM2ozV20zSXpNek1kRGdjUDRtSVN5bTFOL0M4aUZ5Ym1idHh1RTM1elBLQzhlM3JTVXBLT3EzcitqWUFpelJOaTNPNVhNZEZaRFcvczk4ekpEZEZ4S3dUK2ErUE1MVmc0ZStBeCtQSnpyVVNIQnlNZ2dVTDVpcmpkcTM3ZCszYWRkM3JDaFR3S3oxZnVYTGx1dGRhc1BCZnc4MUMzQWVSeVBMeWovcHhBRzFFWkR0KzllWmV3SmVmSWlSREw5RVRXTkhMdHp2SmUwUDhVVkd6K2xsNno3ZWxMRXRCa3VoalJTUlRLUlZHQXJBaHZha05TWlIxOU56L21SNjZJeWl4c1pERWNHdVd1WmprWUJqdjIwWERRbk9TOXJlUkpMK0ZzaUFWMmNjTUV2NERXZWRFRXNKWkpQdWVGSkd6OUZDZkYwQVdHdkN3akRsbTBwNWU1NGFCd1NEdHI3QlA5MUVEdm8xU3FnckxMc2crZlViU3ZpVDdHV1dxNXlBSlNTUDViUmJyQ3VMWVB4YVFERm5SK05CZFJLNVFzbWNVRFJ3ZWpsc0hhdEhuSXluOG91bGVaWHJCQzhSWnprbHJHbUtlNEZpVklqRnJ2T2llSVVIZDJPUVIzWWFHbmlFMDRHUnkva3VTaFBmU2VMT1gwUVlPOW4wRnZiM3pVZjVsRmIzeE8xSVNwaXJuSFh4eFRTTVp2SVpyNXdtVy96bkh3VU5QOVdlNUxqN2hpNnJoUnBqSnZBOWZrWVFmRHVBQmVvTjNKUmx1clBXZkFiUTBrZmJCTExzWlgzSWJtUWp5alNTN1B6QkZlNFN3ejhWSWJqY2tpZHliN2VnSm9IM0E4K1FRMjNTV1pIWjM3dU1UbEd6YVMzM09RZHlIajNGY1BxYTNlYXJKeUdFZ2k0YXlCWlMvR2NXKzlTWnBIc0t4UHdIZ0MxUDB5Z3Q4ZnV6bU9KeFRTdGxJdHMvaVdsdkgvMjlsWFpkb2hPbGlJdTMzc08vcDNCZGxLTTJqVXdJcGlsNzRHV3pMSmRadjUxaThieW9mZkk0OUxTSS9jLzBQNXBySmJSOS9UOE5TS1Q1RDNoR1IzR1JXY3NOMHBkU2pJdktIdGRmL2lYQTRIRDFNYTI5WWZIeDhZSkxlQlFBVzZMcSszdWwwSnYyZU91TGk0cXJFeDhmdjVxOTJFYWtMSUZNcE5SL0FvMTZ2OTBCU1V0TFAxL29vRFFrSmVSVkFVYVhVYVFBTlRjYUZHNEt1NjI4b3BYcFQ0M1g1NytsSEhqaXhZOGVPODM5aWVSWXMvQ1dJaVlsQjI3WnRzV2pSSW9nSU5FMURseTVkcnF1amFzR0NCUXYvQk5oc3RrQm5wSzhBZEJLUnprb3A0NTB0TTdjOFBicXU1eWx4RnhNVFV4TkFsRkpxanN2bFduR3ROakNxTHdwK2czNHpYZGVyOHBzRjhNdjMzT2k3NXArQi9QQWJDMUxoLzE1WkpTSU5SR1FDbmFEV1VLNjFvcTdyRHptZHpwVktLVTFFb0pUNnp1Vnk3ZjhMMjJyQnduOEdocmM5QUlTRkJYNmVYeDhUSmt6QWdnVUwwS2xUSjNUbzBDSFB5TSswdERRQVFNR0NCWE05YjhIQ2Z4azN5OWZOcXlSaDdTVERYcU1NQ0pSU2hlamRIa01Tc1RRSng3RW1uZm5KZkNucGFpcnpGTW5MU0hvU1h5YlpsZ3hnRU1tOVlKS0NMU20vVTV6azVkY2svWDRtSWRtRTVLK0xaR0lMa3VKSkpQUEQyVFkzaWIwT0FGd21yMmVkM3NlbFNmd2FXdWw5ZWYzYnZEZU5oR1lIRVRsQ3IvZTNLV0dTR3paUzF6M1FtN0kwdmJOTDgvY3JKRS92SmZIZWpaSWRJMGlpTGpGNXZvZXliM2Z6WGk4MStVTkpiSFl5U0h1aUNjY3dKS0FOcHppUHZ5aWxIQUJhMGREaEkwbjVFa2w3QjcyenpkNG1icTdkM0o3NnAwbnVQa3FwaVJkRTVEZ2pNcWFaWGtiUFVWZjhjYzdwSlhyMDMwSlA1dHQ0M2Vja29kK21zV0N6U1pMRlFTbVZjVnlmWmJpVzNpY1pQb1hyS2RnY0NzdjJoekl5b1F2WDBqaEs5Z3ptMm51T251TnVqbmNiVTl1eldNY1E1blhveDNKV1VuYm1HWTVaUHE3cjF3MHRUVVkvOUNUQnZaa2VLekVzOXdmTzFTQ3U5ZTZjcDlra2pFOVJkdWVVSWJtamxIcUs2OVQ4Ri9ZczYzQnhYaWV6TGVkNTM3ZEtxWG9rMnc5eFAxd3hHYWxzSk8wRDUzY0JqU2hWMktiVGpGUVl3ZmthUkVMOUU4N05QRVlTaERFQ293L0plOUJZTjUwR21LODRiOGFjcC9QM0tCb0lRRS85aml4bkNJRDcrUXlLWXdTQmp6OWZKRGwvaFlhRE1seDN2UU5JK3pTMmR5dlhlRHVUWWNxTUxFWWdCQUZvem5YN2NtQ0M2ZXZndFg4cmFhOXBXaWxHZlVBcHRjbmxjcjBUZUkzVDZWeW1hZG9acGRUUzJOall1Z2tKQ2I5bDdLQnBXbjJsMUFwZDE5K2doSmFCemJuSjRlU0dhdFdxM1FIZ05hWFVLUUFQdWx5dXZicXVML0o2dmUrS1NKeUlSSmt1TnhzNDYybWFObHRFN0VxcFp5bHQ4M1ZzYkd6amhJU0VHeGMwdG1EaFh3Z1JRZmZ1M2RHOWUvZS91eWtXTEZpdzhIdndpUGtYbjgvbkZwR3RJbEtMRWQvQkFLcHJtalk3OEVhbFZFeHVVamtSRVJIQmRydjlQUUN6TDErK25HdHlCWnZOMWxqVHREQUFLVDZmYjNkaVlxSUxmbjM4enpWTkN4S1J3YXpqK0k0ZE8zN09yWXovSnhqUkJ3Wnh2NFY5YkI0ZEhWM1o0L0ZzTVF5elNxa0h5cFFwODcySVZJSC83OEcwdkl1MVlNSENIMEY2K3EvMnUzUG56bUhRb0VHLzZkNDFhOVlBQUtaUG40NFRKMDdrZWYvRml4Y0J3Skk3dEdBaEY5d3N4UDBBRW44K2t1K2Zpb2lIWHJNZFNGU0MxM2hKNUpRZ29mZ2w3MnR2S3U4S0pVNk1wS2dHRVp4Q0dRMUQ2L2Rwa24xN2VhNDJQYW4vUi9tVnRpUTlYK0g1cHZUSUhVcmQ2c0ltU1JZSHliZG5BWHhCM2Z4WFNNanVaNkphUTU5K00rc05JV251b05FaWxHVDNCbnFoOXlVeG1SdDJNV252R2ZOQjNqZWZldnZnZUtWUU4vc1FDZDlUOUZodVRDSy9yWWhjNHZYdjBaQmhaQ1k1VHNQRVJRQ2RUWklmVUVyZFQ4L3RRZ0Z0ODVEb1hrTVAvZ2M0RDJFMGhuUVZrV084dGlIOG5zakcyRnhtM2JtdDNReVN4UFU0UjIwQWJLR3hZUVRKVnJDdGI1Sk12WVBIZWxHcmZMNHBxZWkzYk5jaWt2dG5LZW5Ta2UyNXhETDZNT0xoWFpMazk1RmdUdWY0TkFwb1p6QTk5THR4N0NheVgwK0t5QW1sVkJPU3ZVRW0yWjZHSnZtVUwwbjZlamxmcjlKNDBvMEdsVWttSXYwZFJrcVk5MHQvR2hTeVNEYURFakF2a2doL2dIMWNTY05GZFJvdEN2Smwra2tSMmFlVWVvaEVwbmwrMHdCMFpDUkFNeG80UW5tOEU0QXZsRkwza0RUUHp6YnZvZ0hsWmROTGUrRFh5SmMwVHBTallhVWs1MndBNTNvRTUzNDJFL3VPNHJ3WXNqUWRHRW5pbzFGcVBOdlYwcFJzR0RTd2RlZGVmNXpyN0J6bGViYlNFTldEeG9GbU5GYVY1UDQ5WXRLZnY4em9tVGNaY1JNVjBKOXhBRDVpWG9mYWZHWVVEcmpHeC9VWXhvaU1MSkwydVNZK3pRc2lzdlczWEg4elFVVGVvb0h1cE0xbWV5WVBIVmVmaUl6a210c1lHeHZieUVoMlpvYW1hZE5FSkJUK1oxZGRlbkNGaXNna1JtUDFwWkhsTnlFaUlpTFk0WERNVlVydDhYcTlUWktTa2c3cHV2NENnQ2Z0ZHZ1VEFMNVdTcjNvY3JtTzh4YUhydXV0K2ZNYWw4djFFbjl1ZFNQMStYeStxYnF1RzRZYVkzOGpPRGg0c3E3ckdjYnZqSWF5WU1HQ0JRc1dMUHpGaUlxS0tndmdQcVhVTWhFeFpDMXg1c3laaDRvWEx4NE9ZSldJVkFXdzFHYXpEVkJLWFlEL2IvZHlsOHZWVU5PMDk1UlNFU0tTSTh0d29VS0ZYdmY1Zk1NVEVoSVdtNDhuSnlkbmFKcldRVVNPS2FVR2lzaTdsQmVzYXI3T1pyTjk3dlA1K2dOdytueSswWCtsUHI2STVJZS9qK2NBSUNVbHhYbnJyYmQ2L01HVmptWk9wL010WGRkUDhyMjdTTEZpeFRRQWRxWFVhWnZOOXVWZjFVNExGdjVyT0gwNk83VVhHamR1ak5xMWErYzRQMkRBQUt4ZXZSb3RXclRBQ3krOGdDSkZpdVJTeXZXeGI1OWYyVFVxS3ZDejJZSUZDemRMaGpMRGMvZ2xFZmxZUkR3OHJwRzh6azlpOFJTSjdLTWs5ZGJSTzc2N2lmZzlRNkwvSkQxbmcwbmtYd0RRako3c0RxVlVVNUtBSjBuWVBVa1N0aGFKMzk0a0VlZXl6R2FVWUJsSXlaVlQ5TlkxeHZnS2dONGlzZ0QrbDVKbUpJWFBrZXdMSmxHM2xZUmhBWkxuUlVsNkZnTXdVMFJtc1R5RFFNd1hNRmFLNVBmVHVaRDJCVWlrbXpYMEw1SVlQRXh5T0lYdGVwS2taRnNtemN5dmxCcEg4c2dnZk02UnBNd0E4TGc1Q2FaU0twSWE2NEdrL1JVQTNVVGtXLzlsNm44a1pZdHdmSjgweWxGS1ZXTTBSVGo3bGNyNkFyMzNRVkp6UHNuUC93RVlMeUtMZWUwYm5CODcyL29oU2YwN2FMUjVteklwSTBqQUszcW85NmZYOWgxY2Z4L1I2N2tRQ2Q0WkpMaXI4ZjdoOUZRMzVHWGVaelJFSU5tM2k2UnlBZXJ3cHpMNTdFbWxWRjBTMENIVWNYK1U2OEVnN2ZjREdFYU45dnZaeGhUTzEyMGtwQXR5bkQ0VmthR20vWEkvaWU0ajFHZC9pT1dta0RodXhib21NUngxUEVsOEcvdDdudTNjcjVTNm0rTm9udDlNcnAxdmxGSlJKTTl2NWZHUmxQRXB5NThMa3pSUFlGVEtKeHlQUVBnb1E5T0QvWHFiZTZFNTIvSS9HcmNtY2s4MnAxSGtCYTZiTkpMZFMwamFoMUVmdmd6bnpvaDRNUG80a2VmYWNaMWZwRUZoUGZmTlhMYTVQc2U0QVB1MGtWRUp3dkVNNWw2THBESEYyRzlaQUdhTHlFQ1M5bEZzL3kybTgxbnM5MGJ1Q1NPaDd6eGVtM1BES3hXa2xPcVh5OWo5cTZIcmVnTUFiWlZTYVVxcHgrUGo0My9KNjFxbjB6bERLYlZkUkVyYmJMYk5tcVoxRC96NzUzSzVPanVkenVmVDB0SzZHTkVYSXBMcWREcnZjanFkeFp4T1p6RVJlVCt2T2d4b21qWWdMaTR1MjFVa0xDenNleEdwQ1NESjRYQU0wSFY5SWRjeEdBby8zdVZ5QmNyNy9HN1liTFl1VHFmemVhZlQrVHlOYjRBL3pQVWw0empQNVJsbWI4R0NoWnNmR1JrWk4zQ1ZCUXNXL2c3a3k1ZXZGZjlHenpJZlAzcjBhTHJMNVRydTgvbTZLNldxdWx5dUhtNjMyL3l1blFML08wdFhyOWM3QUVCZlhkZnJHQ2VkVHVmZ1FOS2U4TGhjcmhsT3AzTUYzM2NoSWg1ekxoNzQzMHNtQUpqbmNybGFKeVltL2hSWWlGSXFUTmYxQlVhMDQzWFFMRHc4Zk9ZTlhHZVVIY29mRHhwam9aUTZpVisvSzZHVU9zKzJPK2xrQXdDVDR1UGpyWGNhQ3hiK24zRHFsRi9kVTBTdUl0V1hMbDJLWmN1V0lUTXpFd3NYTHNTQ0JRdWdsTUwyN2R0LzAzdkk0Y09IY2VIQ0JaUXFWUW9WS2x3cmZZY0ZDLzlOM0N6RXZac2s0aHpqZ0ZJcWdzUmhDUjVLSWNGMm1TOUIyeW45TWRYa3hadEc0bkkvU2RVN1NTU0hrMGhOb0ZkeUk1S1hhU1RQbmlLWlc1eEVXaWVTZXRQWXR0ZFl4bXlTNW1kNWo0Rk1lbnUrVDMzNSt1eFBGdThMWWZtYlNDaDdTWURlU1EvdnN0VEI3OHY3bTdQdVlGeU5pK3hqc3ZrZ1BVVmJCMmhvcDVLNFBjWnpwMmpVNkVSanhHc0FEdEpMdndQL0dUaEhqM01BYUNVaXlhYTZpcE9jRFh6cVpsSEQvQlArcm5HdVFvMXhGWkZFMC96T01IbS9lMWhuYnNKcVdidzJubnJxN3dFWVJrTkZQM3JCZzJNOGh6a1FOSTd6SXM3MWNPcXNneHJwaytuVlhvMWp1b0hrdnlGM3Nwano4ajlLSXIzSk5yN0RmaThrS1J3bzB2WVRveitFYlNuRXRiZVRCb0l4SklDZGJGOWowNzBuYWJ6NmlWRUtzemttSGJqbVJwRjBWZ0MrSTVGdHpNbURORHljWlJ0NnN3M3A5TEsvbGQ3N1MzbmRtMXdUQnR3MGttMW4vOGFab2trTUxLRTgwTzNjbTNmeStId2VMOFp4aldCdWcrOG9FL1ZoSHFROStQTCtLZzB1NzFBbXB3UEovbFkwK25RbXVkMkwwU3BsT0phWjNPY3o4YXVzMWxETzgzZ2FSY3lST0hNNHhqMzUrem5xOGM5bFRvajN1UytLbUtKTWpMd08wWHpPbk9kKy9wNXpieDVESDNNRjlHRjdZcmorRFpMWHpUa1A0ank4ei9WY2tPTXd6aFQ1WXN5ck1OUzZWeDdqOTY5RVZGUlVDYVhVREtYVWVSR3A3M0s1dGwvbkZxOVNxam4xNVVORTVGMWQxN2ZIeHNZRzV0NUFTRWhJZFJINVhYOGJOVTNyTENKRGZUN2Y1cmk0T0dQOWJ3RGdFSkZXWEE5UGNzNDlJdktNMCtsY3l6MTdUY1RHeGo0WkZ4ZVgxejZ4WU1IQ1RZeE5telpoeDQ0ZE9ZNmRQSGtTUTRZTXdZVUxGd0EvaVlVVksxWWdNek16eDNVZmZQQUJGaTVjZUZXWjY5YXR3K2pSbzNObzAxcXdZT0h2UjJSa1pLaFNxb25OWm1zWGVLNXk1Y3BoY1hGeHhSd094dzZielhZNkxpNnVXRkJRVUdYVEpXZmk0dUtLYVpwVzNHNjNUd2RRU0NtMVhOTzArLzVvdTNSZGY1eFJ6eU0xVGJ0S2VoQis0dTZ5MCtsc3lmZjY2K0h6OCtmUHQrTjlGMjdnK3RMd3Y5dkdtNDVkNVA5WEFNRHI5VGJ4K1h3dk9KM09EMFhrZndBdWV6eWVHMm1MQlFzV2ZpZjI3UEg3WnNiRnhhRlFvVi90aU92WHI4Znc0WDQxNDRvVksyTE9uRG5vM0xrelJBU1hMMTlHdlhyMU1HREFBQnc4ZVBDNmRheGM2ZmMxZXVxcHA1Q2JESmdGQy85MTNDeFNPVE1BakRLU01WTGJmWTVKM3VJQ1pXcUNlRzJHaWJnc1JFTFZRU0o2SFQxWGRWT0MwRFlBRmxPK3BySko3M29jU2Z4d2tqdUhTS1FkQmJDYUJHWjNrbjBmbXE1cEZ0RCtwUUFHTWdscmNlcnZHL3J5eHBQcERHV0E5dEJUdHdHMXQ1K205L1BySXBLdWxHcklkdVVWNmw3alJ3QUFJQUJKUkVGVWc5UVh3Q2NpRWhqYVdJZGE2UWJ4N1RISnZYU2pnZUFlRXNlRlNCZ3ZvNVJORTNxakc1NFFsM2wvT01ucDlRRjFmVWh5TkpEODJrUzk3Y3VVSzNtWGNpSlhXUDVLem05SnpsRU4wNzAvc0gyQmE5WkhFbjA3NSsxVEdnM0FmdlUyWFR1WlJIVmJSaXJzcDVGak1JOFpYdTFkMlA4RzdHY1NpWDRqU2VrWEpNRGJHMUVDbkwrWnZPOGpHbWRLQnJSMUw4bG1RNUtuSnIzT3YrR1lmMEVDK0NBbGFnYWJDTzFMQU5xTHlFcWxsRTZEMUMzMEdsL0RzYnZYNVBIZFYwU09janp2cHFFbmpPTmtTUGQ0VEVhRFJkU2s3OFF4QzlSYmY0bnRDMlBiWWdNSXovVWNqM0FhWjJyeStHZTh0d0QzN1A5SWpIK21sQ3BNZzBsVjVBN0R3LzhYM25zLyt4dkIrMVpTcHFvUTUvd1h2dUEvd3JsY0JlQk43anM3MjlHWlkxY2tnTFNmekxYemhTa254V2dhMjhLNUw4SVlMWEVQbnpHM2N0enEwSUI0bXYzY1QyTlk0QWZaendCNmlVZ0tqUWdqK0J3Q2pXajV1Q2UvcHFGdkhpTnVBS0NkaU96TVpZeHFjbTZMNTNMdVg0bUlpSWpnZlBueUxWWktYZkw1ZkExeTh3Z0xSRnhjM0oxS3FhK1ZVbk9WVXQxRkpCOEF6V2F6TFlxTmpXMmJrSkF3MzdoV1JPNDIzVnBRMDdSbElqTFM2WFJ1TUplcGxIcFMwN1R5dktlV1Vxb0M1M0FSRTV1M0JQQ1dpRXhUU3JVR01FTkVqaXFsSmdGd2s3UmZkQ045MWpTdEhtV21FcU9qb3hzbkpTVWQvVzJqWnNHQ2hYOHl0bS9mam84KytnZ1ZLMVpFUkVRRUFDQWhJUUVuVHB6QWp6LytpTkdqUjhQcjlhSi8vLzRvWExnd2F0V3FCYnZkanZUMGRIejMzWGVBMzlNV0F3Y09SSUVDL3RlR1J4OTlGR2xwYVdqZHVqWEdqeCtQVXFWS1hiTU5GaXhZK0dzUUhCemNRa1JheDhmSG45QTBMY2U1a0pDUVI1VlNPVWg0RVlrei9kckM1L01WNEhmZVJnQWJTWExGMFdrRThCdjdoeHY2NzRHZ0JBOEFGTkEwN1hQanVGSUtmQStHaU53ZUd4dGJNU0VoWVY4ZTNVaFRTaVhtRVltWXBwVDYwdWZ6clRwOCtMQTdMQ3dzZXNlT0hkZDhWOU0wcmJpSUZBUUF1OTIrMW5UcUYrWjdtd3NBU1VsSmUvaXREQkwzMDNmczJISCtXbVZic0dEaGp5RTUyZStmMmJqeHIvNkUzMy8vUGZyMTY0ZjgrZk9qZmZ2MmVQYlpaMkhrb0FDQUJ4NTRBTjI2ZGNQWXNXT3hhdFVxZE9yVUNlM2J0OCsxL016TVRDeGF0QWdsU3BSQXk1WXQvNEllV2JCdzgrR21JTzVGSkRzY2o3cThmVTI2Mi90SXZKOGdHWnFQSHJvajZQbDZqRVRjRUhwNlQrWExqVUhtOXhlUmVmalZ5L3NiRXJTZkF5alBsd1d3bkZmNEF2RXBqNDhoeWZZeGljS3A5TkkyNUdzOGxDUjVYa1RjSkFBWDVrSlVHdVR2QVhvL1AwY3l1Z0c5NEljd0VlaWRKQ3h6Ky9yS29Eek1CNEVubEZKVjJaOWJUSWNOVGYrV0l2STlyMWxFcitIdUl2SzFVc3F1bEdyRXBLQUdza2hxaGdBWUtpS2ZtT3JKVHdtSXhqbGJBRVZ5K0NrbVhqWElYWU1BblFUZ1BSb0pDbEwrcFRydnphUjhVTjA4bG9lVDdadElZbnd3RFFzTldFNEJrNmZ6Y1JPcGY0cEdrWmJNTzJEbmZiM3BTVzc4WlRsRThyUVUrNUhFdGRhTmErRnBsdnNtWldaVzhkcktBZTA4UTVKOER3MG85OU9yNVRPbFZBbStrTWF3WFI4YlVocW1NUmdEWUxWUzZsYXVnZHZwZ2Y0MVBiUHI4OXBVenArTGMxTEtKT0d6Z0JFVitiazJwNUxJLzRwU1NlMUplcjlzV3NPcE5CcDliR3FuK1N0RE1YR3JNVjdET1hlRzFNdkxQRDZNcFAwMEdqaUNPQjQ1RW5PWnlqek5mYkNQYzFhSC82ZHpyQTh3bXNMRC9lZ2dNZjRrNjk3Q3RYMkZaVDVJci9SdjZBRTlseVM1bDN0eVB2ZklyU3h6SWRkVUVBbjhhSmI1c0ttZG4zR3V5M0h0K0xnMjN1ZDhtU05pVG5IOUgyU0M0UDZVcGdMM2dKdHJOWkhHeDNGY2R4bDhSbTNNTVVEK3lLRC8wU2g0QysvUExRTG5YNFc0dUxnQ1BwOXZnVkxLQldDWDNXNGZvT3QrMjRkU0trUkVRdmh6bWpsSnRzL251MGRFeWdDb0pDS2ZLNlh1RjVFU1NxbG5FaElTdmpEWElTS1BtWDVOQTVDdWxGcXY2L3FySG85bm9kMXVOK3I3TkNFaFlTVDhINXl6VFFuU09zWEh4NmNZQlRpZHp2MlZLMWUrczBDQkFyY29wVnhNRnY0a1BlM0IreWVKU0xieFJTbTFobVdWMDNWOUFTV2UxaW1sWUxmYis1aWlRcTdDNzlDNC84djBheTFZc0hCdGVMM2ViTysxMGFOSFozdlNseXBWQ2tlTytOTXZYYng0RWUzYnQwZEVSQVF1WDc2TXVuWDlyMGRGaWhSQnZudzUxUk9iTld1R3ZYdjNvbVBIanBneFl3WktsZ3owSjdCZ3djSmZEWmZMbGFkOFRHSmk0a0srZzJaRDEvVWYrZU1ScGRRd204MTJ2NGgwaTQrUHY1aDdLVUJDUXNLYmVaM1ROTzA3RWJrZndCV1h5eFhvYkpZbmxGSktSRmJELzI2emlOK05WeUVwS2VtUU9mSjhSMkE0VWU1bDE2QUI0c2Y0K1BnRHhuR1h5L1Y0WEZ4Y3VOUHBUREZmSHgwZFhSbEFxTWZqR2NORDlpcFZxaFRadlh2MzJSdnRqd1VMRnE2UDlQUjB4TWZIbzBLRkNuamtrVWR3NHNRSnpKMDdGd3NYTGtUMTZ0WFJ0bTFiRkNoUUFJbUppY2pNekVSbVppYmNiamN5TWpMZ2NEaFFyRmd4cEtTazRMMzMzb1BQNTBQSGpoMnZxbVB1M0xrNGUvWXNKaytlakpDUTNCU1JMVml3Y0ZNUTl3RjR4aVJWazB3UDNHT1VEU2xFTDI0am1la2VTcTFNSUZrNGdaNzVoaWY0VkhyYUdySVY3OU9MZmhXSnNPZDUzV0hXbWNqUXdMb2sxejVtdldHVUNlbG44cEQyQVZnT29BdEplOFBEUEpDQTNrdFArd1NTbkQxSUlob2V6VjFFWkx0U3FoejdvT0ZxZU9pZE96cndoRkxxTHBLVXR3U2NPa2JabFRVazdlZHgvS1lCbUUxaXNBSEh4RUFXaVZ4aEJNRkVVejBPZXEyM3phVjlQMUZPNTZ4cEhCcVFsQnhKcjFSREtxSS9wVkRzckc4dmRjSnp3M29hWklZdzZxRVZQVnBiY0Y2TlpKL3g5Q2J2dzkrUDBLcytpc2FZL0NUSERUbVhBYVl4OHBHRU4zSW9KRlB1NGpMdmplZWE3RTRpMTAxOWRUUE9rZWhmVDlLK0MwbjN1VFJVak9HNlNLZVJvbFBBL1F2WW4yQkt2TlFoUVQ2T1pMUmhtazdqdkJoNUZJcHhQcXN5WXFHWmFVeFdNZm51ZEJKM3I1SkVIMjNLSVdCSVZNMms3dVNZWE5adkN0dHdqUGMremYyMWgrdjVGT2U0SlNOTmh2SzU4em9qWUhKREdzLzl3SndSTGVEZjB6OHltdUVrMTlsNVUvOStOQmt2TnRGRC9STEg0Ukh1MXg4b3BUUERKR0cwanNUL3V5VGhQVnp6ZmRuT0laenZKRVkwZ0h2QWtQeXB4NGlmVFBaMUxlZllMSkgwTS9leGk4YXQvaXdmakRZNVM0Lzk3emsrQTdqbWZGeFRNOHlEdzczNU9OdDhDK3NmeDN2LzFmRDVmSzBCdk9aeXVReHBya25HT1YzWHAvQlpDaEY1bERxdXhybDVBSjRURVp2WDY1MEVvSmZkYnUvZ2NybHlrUFpWcTFhOUpjRGpIa3FwT1RhYnJTbUFNVGFiTGZ2amt3VDhEU0Zmdm53T0ptdytDK0FwcDlPWlpEN3Zjcm02MzBBeGtwZWtqcy9uYzR2SUlSRlpiclBaWGphMFhuVmRuMEI1S2JqZDdwZVNrNU5QR3ZmRXhzYWVCckJYUkk1ZXg2dk9nZ1VMZnlOQ1EwTlJyRml4Yk9JK0wwUkdSdWJ3ZGpQd3lpdXZZTU9HRGVqZHV6ZG16cHg1RmJsdndZS0ZmeTZZazZlV1Vzcm44L2s2S0tWK0VKSFJTcW05c2JHeEgvaDh2cStDZ29LY2Y3YkdlNVVxVllxYVNmQ0VoSVNmNCtMaWd2K0VlbkxWd0JDUisrQi81eG9aY01wcmRvWXdZTGZiSC9UNWZDT1RrcEpPdy85TzA5ZG1zN1dKaW9wNmFPZk9uZGQrV0Zxd1lPR0dzV0hEQm5nOEhyejU1cHV3MiszWXNHRURQdjMwVXdEQXRtM2JzRzNidHF2dUtWMjZOTzY2Nnk1VXJWb1ZRNGNPeFp0dnZvbHo1ODdod3c4L3hOTlBQNTFEYm1mUG5qMllPWE1tK3ZUcGcxcTFhdjJsZmJOZzRXYkNUVVhjTTVIakpCTE1pZlN1VFNXQlhwMEU5WXNrWDlmVHkvWXJrbytUcVExdnlLRnNwTWQ0S21VclJyS01GQkxOQm5sNmxCNzlQNUtRYThxNko3TXRzU1RXV2dhUTQ3OHdHZTB4a3RyZEEzVHZ3YllQSm5uNEtFbks5Nm1yWG9tSllWZVE3UDRRUUY3Nmhic0FEQkNSSEo0WFNxa2lKbTloTTY3UW8vc3I5bjBJcjFrRFlKQ0lwRkV5YUZLQTNNdGxFcExUU1BpYVVaTmUxWUdhN3BjNGJrblV5dTlHQXRsTFFucWNJZXVqbE9wREV0andIRDdJTlpxYkxOQXVYanVabXVaTlJHUzNVcW8rQ1diRGUvVXdpZElaakx4d2swQldwclVFa3FZSHVBNUNPRGRGVEhKQ1JkaHZRNXFsRGRmV3ZTVDhmNkNYZUU5VDhsNWp6RHJSTTlxUW9Ga09ZQ1FsWElhUzdBNGk0UnhuMHRFSDErbExKcjMyNWpRNFRXVEVRaitPdVk5R3BQYzVsZ1U1Ui9VcEcxWGRwS1crZ3dUbkZLNjF4aHl2UVNZNUpMRE5vOW5POGFaMlppOHh6dWYzTkVSMDRma3I5SlpQSUpuY25XMGJJeUllcFZSYmpwTWR1V01zbzJNRzBKQTFobVAyTGZ2NVBQc3dpRzFmUisvelVPN2ZWeWxYQThvS1RXQmRobnhXT092WlFpUFJ1eWFEMkdMNDkrUVZrN1JPQXZkamZocVRwdExMdmdtTkRGbU1VUGlCWXhSdTZrc0c5OW9xRXU0dnNFL2dXdnlaY2xGT0dqb21tSkpIbndJd1BIQmYwK0QwTGlORDNNeHRNT0cvUU55N1hLNXAxemhkenZoQktaVVVjTTR3V0dVbEppWWEwUXREQWdzSUNncHF5YlZpUkdRaE16TnpDNzAvZkNLUy9hYXBsTHA4STIyT2pZMk50ZGxzYzdoV2VpbWxLbXFhOWhDQThpS1N6K2Z6dlNNaWR5bWxiczNNekZ5UW5KeDhsVUZBMDdUMkFGN3dlcjB0YzVQSm9lZC80TWZ1TlpHUWtOQkwwN1JJa2dDTzJOallseElTRWo3NkxXVllzR0RobjQvOCtmT2pTNWN1R0RKa0NPYk9uWnRucUxvRkN4YitXU0JwUDBFcGxhcVVhcFdZbUxnS2ZxUDhxd0JtaWtoL204M1czK2Z6dVRWTlcranhlSHIrR2JJeDBkSFJ0em9janMyYXBpVW9wZG9uSkNSY0FLQitMMm12NjNxY1VxbzdnRmlsVkFVUmdTRi9Td2pmbjc5eHVWeExiNlJNRVlrNmYvNzhxL0NQVXlTL0NZS0Rnb0kyeE1YRjFUTjc3VnV3WU9IM1kvNzgrWGoxMVZjUkcrdFhxTDcvL3ZzeGVyVGZWelE0T0JoMzNIRUhLbGFzaUlvVks2SlNwVXFvVXFVS1FrTkRjNVRSdFd0WERCOCtIQjZQQjJmUG5zMG03aytkT29VMzNuZ0RyNzMyR2g1Ly9QRy9vWGNXTE53OHVHbUllK3BoUDBUaWJnVUpzRXNreGU0bDZkbUlKT1owa25zclNiQU9Jc2xtNS8yYkFUeEIwajZVaE1lajlGd2RSbkkyako2d3IvTDZaMG00N2VmUC9VamFUNkwzZUdsVGM0K3ovTDM4dlFITE1VdFpwTEd1VHltYnNvRGV1dUVBSG1DL3ZxR0g3dEJjUEoydnNDK25BVFFXa1pQbWt5VHRwOUF6MTR4MEdqSW1zVDF2MEJnUlR5bVB5NVRrV2NZRW55QkJtMEZpZEJtTkJHYkpoUmhHSEJRTnFNdVE3MWxBMHJJSlBhMkRTTGIyNVJ3WUNUYjdzazJLcFAyaFBLUlVUbkxPZXRQYnVoOEFKeldtMzZLTWpDSnAzNXZqVUpianRaUkU3RndTOEQ0QTJ5aS9NdHRFYm9leS9ZZm9pZjAreWVaODlHcWZvNVNLcFFmNEJScDJ1cG9rWm95eEhrS0MvMkcyY3pPTlBFb3AxWW5rdEkrU01MZVpaSkFVdmZ0YnNaeStKTzAzY04xVXBnNmxRU1FtQVJoQm8wc1ErL013U2ZWUzlPaFc5SVIvZ1cyOW4ydjZLTXN5REFhR3hOT3pBT3hLcWQ0bXlSdnozSTVnY3RndTFITVBvc1o4ZTBZNGRDUnB2NTFqZGxrcFZRMStZanczWTB3bUl6K0drVER2UmltZ3p4aUZFc3JqOFh3V2RPZCtyTTV4dUVqUDlxMzROVW55TUJyVVh1WDhsZUo0dS9oc2VORWs3WlFJb0orSW5GRksxYURYL3duT1N6akhaU21OT28xWlRob0ovUVhNeVdDV3NmS3czZTh6ZjBaOXJvY3dudHRIT2E0ajNPTnZtUFo1R3Z0aVBFTU1UM3VkWTFLQzlYOEQ0RjBSY1ZlNEt4Yi9jUmpKWUErNFhLN2o1aE5LcWFJaUFxWFVOWk9qMld5MkY1VlNXMFhrWis0M0pDY25uNHlKaVhuUWJyZUxVc3BtU3BoMCtrWWFKU0lUYUNDRGlIeHJ0RkVwOWM2bFM1ZG03ZCsvM3gwYkcvdUV6V1liRXh3Y1BGN1R0SzlFeEdkcXU0akkwd0RzRG9mREZSMGRmVzlTVXRLZXFLaW9zdm55NWN1VnJLZEI5ZzZ6NFRVa0pHU3hydXY3QXk0dHBaVDZtVzE3T1RZMjlreENRc0t5RyttWEJRc1diaDQwYU5BQTQ4YU53Nnhacy9EMDAwOWY5VkZ0d1lLRmZ3NmlvNk9qN0hiNzJ5SlNWeW4xdnR2dEhtS09tSE02bmJNMFRTc0xZTEQ0OGJuVDZXd0RRT202L29aUzZ2WnJsUzhpbFVDSlUwM1RybktJRUpGN0FOd2hJbmVJU0t5bWFYVUMzNnQrQzV4T1p6eUFEcHFtSlFwZm9udyszM2Jqdks3cmpRQmtpTWh6bXFiMXlzWGg3Q29vcFJBZUhqNHRQRHpiVjJZQk5mckI5MjJMdUxkZzRROWkyN1p0YU42OE9SNzdQL2JPUEU3SDZ2M2oxL1VNeGpMR1RxR3lKVVFNa1ZUYXYrMHB5VktreFZKQzFySXZ5YjRVMlNVa0ZOcEVhZDhYeWN5UUpVdU1KZG1Yd2N5WTVUbS9QN3hQVG5lUGFQbDlhL3Fleit2bHhmTTg5MzN1c3o1bTN0ZDFQdWVXa3k2aUpVcVVrSTRkTzhwVlYxMGw1NXh6am9SQ3dTTU5mNjNiYnJ0TnRtM2JKakV4TVZLMmJGbVJFenVCWmNTSUVUSnk1RWdwVjY3Y2Fjdnc4dnBmVjdZQTkyU2NqeVlhL3czQWJpK3c2MEVnVnkyeW01ZVM3ZnNCR2RtZHVkNEM0VTlGcEJYQXVEQUF1QTIyRzA5emJ6bktmd3dnM1FhUXZoYVkyQjRZUDVZcytEcE9kYjhYa1lkVmRSVjF2dzJMRy9lM3BJTUF2SEVBeUNtQTE2MVlnTHdxSXFOVk5jMFkwd2ZRNm83VlhySVQ5dE9XcEVCL2xhQy83Z2wwNVRGZzZ6RDZvdy8yTVN0RjVEN0FhbVZnZFBBYk5DZHdzb09xSG5HZWRTRUhoeFlOWEo5T0hRYnh1Z1h0elEzOGJLdXFlL2tzanF4cVcwWVN3RFFTdE4vTG1KNVBvR1lBL1h1ZWlNeHd4aUlaWUcrdkZRRHdLQkdaU0phK01KK0dFTWh3RDNFNkFKZzdCMUI4QzBHaENXUy9sTUNlSkJlMk5ROEJVMTBOSXp2N05yTDFsekdYTWhsbmEyMTBtSExPYys3ZFI5MjNZc1hUbVdCSEs2NmI1V1FSYnhDUmxxcHFmNmh1UzMyVzBzN3F2TCtmM1FlTkFQRmp5RnlmNTBCUGEvSFVqdGV0bVNldU11anpzUVM4ZWpLL2o5Ty9ieEUwNkV2L3RnYUduMCs5ejVOZks1UDUxUjFybko3VWF5UzdLczZuenE4UzJKckJIQ3RPd0dpZmlIUlgxWVZ5WWw3bTVkNkxHSWVISEwvdmpUem5RZWZ3NGhYc2NObE1sdjVjK2lJUFFibDB4akNlY3ZNQjNQTnliWlhBWWNxWjdKTHB5aTZEQnF6em9zN3p5ckl6cHl0enBBR2ZwWEt1eGMvZW9RUzNybWYrMlhuMkp1cy8xUmhUdlZ5VlNDNWEveHVLaTRzclpveTVRRlVsSEE2L0V2eGNWVzJmN2YzMTNUK1hjYTJJbEFxRlFqV05NVVBjejFhdVhQbVJuUGpsMHRxblNUZ2NYbmNtZFZQVlNTSnlKZDZ3SDRYRDRXY1RFeE1YTWIrQzE4YkV4OGZmeC96NVdUVnIxcnhIVHN5RFZ6aVlUZGdLM2p4WUJtMVo0QncrSjl3N1YwU0tKQ1FrOUQrVGVudDVlZjMzdFdmUEh1bmYvOFFTWGIzNnhIbmtrZnhlSjA2Y0tQbno1NWVNakROTGdJMk9qcGI2OWV2TGtpVkxaT25TcGRLbzBSbmJXbnQ1ZWYzL0s4VVk4NlV4cG5oY1hOdzRWWTBKaDhNdmhrS2hadkh4OFJGOTdCTVNFcDZNaTR2N1JFUjZoc1BoU2RaS0x6azVlWHlCQWdWTzU0ZlZSMDc4ekhIYWlxV25wMmVkU1JZL3U2ZFhHMk5tbk9LU1RNN3F5aWNpYzlQVDB5ZlpXNDB4dDRSQ29Tdnc3Qjl6MmtwNWVYbjlWMVM3ZHUySTc3ZHMyZkozbFpNalJ3NTU3TEZmSHM4VkhSMHRJMGVPUENQdzcrWGxsVTNBUFlmZjFNVWVwYkdxN3NaaXhHYXhSNU1CL0JHZTA3dkpVSDZBYlBzOGxMTVhtTDhaKzVySHlMcTF0aTFYOHB5REFOTEZRTk9Cd01xQlhIOHZNTEUrRU5IS1d0OThKaWRBeWNXQVRCZHFad0E4SndNRW4zYTgzbWNBWVZ1cmFySXhwak9nMWYydGJTOWdyd2ozZk9sMkZBZGZQZzc4ZEpVSllIK0dIKzd1SnR2NkVCRHplN0wwUjdzSEdpTEZldWh4VlQza1BDdVc0RW5Wd1BVR3k1R1JaQnBmQXh5UHBiNlAyUjBDSExZNkR5c1MyNGVic1FzSktnVW9IU0o3ZlFUQVBUOGcrVXJuMnE3TWhVdDUvVGwxbUFYTVZlRDhHREtkM2YrWmpsT0hpbVJzbENLVCttUHNsWTRBd1dvQnRoOWw5NFdyQVFEait2UnBob2gwVWRXdHhwZzQ2bEtBY1ZFQ0JLNGVKZXY5Y3VEL1d1WnJDb0dDeWx4M2dDQ0lEUlExWjE1OENJeDNhVzU3UVA2ampNT3I3Q1NvN0Z5ekRkaTh3eGh6T1hPK3dDK3JKcXRaVitlelM4SHV0UGlRK1Z5WnpQa3RCSHEyT243N3A2TEwzNVBoZmdudFhjd3pwbUY1MVpINVc0a0FVREdDTTRYcDIyY0I2R0tNaVdKYzcrYjlCbzdOMUg1MlBGeERQNFJZYzYxVWRiVXhwaFQxTEVuUXhIck52OEFPbmpuc0ZsaE4reGN5bnk0TnRPY05kaG1rR0dPdXA4NFdIci9POTh3UnZrK3VJN0FRN2F5ZDRDSFQ1WUgyTnFDMmdrREZRWFlqUFhPS2Z2MWZVVk95dURKQ29kQ3ZEdWhtMTRRUUVJeWtLRlh0blpXVmRmM0tsU3UzMlFOdmd6TEdWT0VYM2UwY3ZuWmFxZXFyNFhCNHZERm1YRUpDUWlRZitWTlpSa1VxSy9OMDE4VEZ4VFZWVlV2bGZyYjhDWVZDQzhMaDhCdHhjWEdsRHg0OCtHaFNVbExhYjVmazVlWDEzMWFOR2pWazRNQVRMbDZyVjYrV21UTm55b29WSzZSdjM3NVNvVUlGYWRHaWhTeGZ2bHgrK09FSGFkS2tpVFJzMkZCVVZVcVdMQ24xNnRVN2JkbExsaXlScjc3NnlvTjdMNjkvaUJJU0VoYnlzNlR3KzhEODA5emkzdnNKdjUvOXJFMmJOaVgvNVpVOEE4WEh4d2QvZC95VkVoSVNPdkc3akN1VGtKRHd5S25POFBIeTh2cjN5a043TDY4elYzWUI5NWRqYjlKWVJQWVpZOXJ4SDcrMW5rbkIvN29Lc1BCdXJDeDZPZEIrbDRnMDQ0RElLTExSdTFQR2wyU1VYd0cwNzRJRlJWMEFheTZ5RTZxUjliK1FURjhYTGljRDZsNldrMW52UXh3Z0xmeFE4Z3FaMW1jQjZES3hkNW5DQVovM2lNaFJZMHlUQ05EK0NLRDlMQkVacTZxLzhDUEc5cWNubWNudU4yRVd6MzBDa0hnVmRjZ0Nvci9Qcm9aSlpGQUhsU0FpblZUMUorZForWUQyRFNOYy82Mkk5RlRWdzJUd2p3U0ViZ0EySmxIRzJmeUFhdnZvR0ZucHRRS1dNM2FNaDlDSHM4ZzJIa2ZHODJBSHpCNG15NzhrUVJlaFh5Y0IwR3M0MS9VUmtac0QwRDROTzV1eUJFbkMvUHRUQUxBYVk2YVEvVHdxQUlVRmlEeWVaNTBIdkEvaHdiK0dZTTVpeDVZbTZPRnZ3ZnhDNXQ5czRIeDNvT05nWnlkQ0dtRDljMnhVYnFaTzZ5blhialU5QWdUL2lhRFJkOWpiakFrRUhINmdQWnVNTVpmUngyN2RySDNQYmJUdEphQjltTURJM1ZnWHpTVUEwMTFWMXhOTUdrUS9oUW1NUkR0ejlEdktyRWFXZWdMQmgxRzA2V21BZVNINjgwTFdRUkhuQU5kUnFwcnVCT1NhVWYvU25BVmdyWlB1QTM3M0kydCtOd0dWUkFKUncva2VXY2M4ek9LN1lDRkJqZ0xjY3o0N1ZmSUU1by93WGRXTFhRWVhNdi9QcGE0YmFHZVk3NWxMYWVzeDN0dkorUWVINUdTbWZSekJTN3YxZVE5MlZSdXhSZW9XSVhEd1A2TXFWYXJrc3VjR2hNUGg4WW1KaVpzQ241L2wvRCt3TlZJWk5XclVLQ2NpblZhdVhCbjB4ZytxanB3WWw5ZlB0SDU0d3Y1OCtHeXRXclh5Wm1WbDFWSFZ5MVcxcmpIbUk3dTkrOCtxV3JWcTFXelF4eGl6U0VSMnF1ckRJaUtwcWFrbU9qcTZuWWg4WHFoUW9mcUZDeGZ1SEI4ZnYvZ3ZlYkNYbDllZlV1UEdqYVZodzRaU3VuVHBuOThyV0xDZ0xGdTJURkpTVWlReE1WSGF0bTBycFV1WGxsMjdka21EQmczazZhZWZsanZ2dkZQNjl1MHJiZHEwa1MxYnRraWZQbjJrWU1GSVRuUWk1Y3VmMkZpM1pzMmEvMXE3dkx5OGZwZis3ZkQ2Vk8zN3Q3ZmJ5OHZMeTh2clR5bTdnUHRkWkZEL0FMVHM2WGg3SHdHRVZnYTB0Z1dNOVhJeWhYY0Juai9tOVgzQXdEeEE1cmV4SXNua3ZybkF1QmxrOUE0Q2t2WWtzL3M0b01qMlh6TFdGbVBsWk5iN1VESytYYjBId0NrSlNENmJzanNCRVZ2ajJWMFRLTzU2eHFkUzErckF6VjhjckFoMDdBTU1kS0Y5R1BqYmhVenhTd0NRK1VXa3Q2cStpR1hRQ092cEhOQWFkZ0NzZHA0VlRYWjBod2pYYnhDUk5saU9uSXN0VFUyQTJTT3ErcVdjQlA5OUhHdWJOSUJ0MVZQNG56OURsdkZFc3AwSEFEdUhZenNUaFozSmN3RGU3dHgzbEQ2KzFnSHNSM2p2YkFJeE51TTFGUnVmeWdSeTBnRGJuMkZ4azhhNDN3TXN6bkw4MGExZXBTOWpxV3NKRVhsVVZaZmhtejQxZ3FXT2xmVkVuOGdjR1FIZ2JzM1k5dzcwK1VzaU1oTXJsaHIweFRwNzdnSHRzclkyMy9GM0Vqc3krbUZuWTdXVzhWbGpqTG1DZWdiSFlRTWU4NWxBOVhMOHNQME43eGZpL2Z4a3NOdjE5akNXSGprSXJKMFZnUGF0V1dlamVkMlpQbTdFbW5tYWRqenBCQzBLOHV3RlpQV244UDdWM0w4WXVQOGcvWkRNbkRpUDhncndYamZXdnpDbmJ5RjRWNDMzckYzUFdJSUFoN0VGK3BxMTJpendQYnFaK2I4QmE2Q3BqbFhSVHVaVlljYXhCT3M0blRFcnpLNlc3NXp5TG1jK1dHaC9uTytvZDNoZDI4blcvNTlVZEhUMDQ2cGF3Ump6emFGRGgzb0ZQOCtkTy9mUHdTbFZYUitwak1URXhFaVo4TC9RQlJkY2tGOUVyakRHaE1QaDhQZ3pyVi9ObWpVdkNvZkRkVlMxbHFwZVlveXBGZ3FGY2hoanZqWEd0RXBJU0ZoWm8wYU5ibWRRMUcrcVZxMWE1WTB4NzRoSWpESG11WVNFaEVkcTFxdzV5cjBtSVNIaDJ4bzFhclFOaFVJelJlVE51TGk0YjhMaDhPaGp4NDY5c1duVHB1Ti90ZzVlWGw2L1QvUG56NWRWcXlMSEM5ZXNXU01wS1NmK2F5dGN1TEJNbm56U2lycDQ4ZUtTSjA4ZUdUeDRzQ1FsSmNtNmRldGt6Wm8xc203ZE9wazFhNVlVTFJwMEw1U2ZENE03ZVBCUG4xM3A1ZVhsNWVYbDVlWGw1ZlZmVW5ZQjkvZXpGYkFtRmh5RmVUOERQKzBhMk5IY3dHY3ZPdlkweHdHZ3I4aEp6L25CZ0xzZmdkcUR5UEJ1aHlYRytkaGxsQ2VyMjFxcUxBVHE5WEl5NFRNQmE1UGs1QUdTSS9GMGR3SDZXb0JpQ3A5ZkF6UytIWGpkRmhoM05qQ3lqSE92aGE4dHlmNGRyS3JwOWtNbnk3aDl3SGJCQUQ1N1lLbHhMdlVzQzFDY1pvekpCVVNNNUpXOFUwUWVWTlVWenJNVW9Ob3gwRDdCWjd3VjJjc0ZSV1E2OWpYN0tlZEQ1OXBIQUk2NW5FemtjcWVBMnRaYWFDSFBiS3lxMjR3eFEybHpUcTU3SDNENmxKT3gvempaN2ZmeVhoWnRqM1lPd3hYZWY1WHMvNHJNamZOcFUxY2diVDJDRGQ5U3hpdUJzd3ZlQS9DSGdPcVhBWWFYWUdjeStEUUhMcTJqL0JReXJLc1NaSG9MMnllM3o3OFNrWTRFWTByUk4vc0J3SGM0N2YrR1lNQVVBa0gyeklkR3pseEpKaWp3T1pZMlR3ZDJpZ2gxR3NhT2lOZlliUklDWkE4Z01QTU93THNsNEZ5TU1YZlQ3cnowVDEwbisva0k5KzdHNW1vWGRhdExBT3A3RVdtaHFnZU1NVTloWCtWK1ozMUFWdjhCbmxVSjBCNFBERy9sOU1PamZCYzhnODNPY2Q2YnE2cGhZMHduQW1pSDZhZGM3SWpwemc2UEt3anNHQUtJbTVoVDdvNllQU0x5a0tvdVo2Mjk2QVNtOXREZU1qeDNDK1VYcE8xMUdmdWZNN21OTWFWWnI5Ykt5SEJ1d0V6cVhBaXJvck1KWXVXTE5LbU1NZFZWZGVWdnpMdHNxNW8xYTk0b0lnT01NWWtaR1JtM244TCs1V2ZiTUdQTWlnaWZuNUh5NWN2WGpIa3hkdVhLbFJ2TzRCYjd6QjZoVUtpWjgvcWdxdlpOU0VpWXpQZk9uMWExYXRXcUdXUGVJV2g4TjF2dkl5b3hNWEZXelpvMVN4aGpocWxxbmFpb3FKZno1ODkvcUdiTm1vdEZaRTU4ZlB6U3Y2Sk9YbDVlcDFmanhvMmxjZU5mT2h1R3cySHAwYU9IYk51MlRYTG56aTNqeDQrWHVMZ1RMbk43OSs2Vko1OThVb1lOR3lZWFhuamhLVXFOckx4NTg0cUlTR1ptcHFTbnAwdXVYS2V6d2ZieXlyYmR6NVQzQUFBZ0FFbEVRVlFLMWFoUkl6WWNEcGNJaFVLM2lVakY5UFQwcDlhdVhidnQ3NjZZbDVlWGw1ZVhsOWZ2VlhZQjkrOEJ3T1k2MEQ0ZDRGVVNLSGc3NEdxT0ErMHp5TUIrbHF6azZtUUVXOUMxd0lHaFQzQnZDVUJ4ZFVEa1NqS1pFOGtJNytmQU9tdEJNNFFESXFNQXlmY0grdllBc0Q4SlFIb2JJTFkwOEg2RXFrNDN4bFFFUEFhaC9UdkEyQjlFcEkrcTdyY2ZZcFh4WUNDWVlQVXRPdzEyWTRVempIWXRvUjVoZ2hXOUlsalQ3S2RQbGdmZXY1TCtpQTI4ZjR3QXlCZFk5Z3dVa2FzQW9iM3doN2YxYlVId3dpcUp1cFFNbEprRnlKd0VlQzRoSW5lSnlFNWpUQnNIMm1lUk5UMEd5RnFJZ01wMHNyK2ZkTXA4SCtqNmxBUHR3MERnRUxCOE5mWWtlem0wZHpuWjhxOWpRek9hQUU4eDUvNTNHZE1zNXRqbFRzQWhodURSOVhKcWZVKzJkd2JCcEV2SUFIK2J1ZjhrZlc0NHlMZ0YwTjdPbVZ3RUxXNTJnaUhMbVl1akNFTDFJWmh3S3o2YXd2ZzhvYXF2RzJQT1lvMEZmU296YU1jaWJEanMwZkxIcUZlQ2lMeE1ZTzF4NXBjWVkrb1RCSWltZmRVWUQzSE9nMWlQSDN3bTg2MG1RYW8xZU5FZk1zYTBaSjdtZE9yMEF6dEd0c3ZKUTVKZkJvNXZKekNSaTZ6N1hxemZlYXk1NDlSN3dZbGJ6UjFjczQrQVhtNnNrZnF6WnY3RFBWbjB4UXJXWTlERzZna1IrWlRneHpNaWNqSGpkUVRvWDRGNXZ3TWJueGllVTRIWHMxUTFUSHVxOE4xaUQwek9ZczVONWR5SVdIWUVsYWU4NEhwMHRkZ1ljNDJxbmphclBEc3BMaTd1Sm1QTUFoRlpmUHo0OGVacjE2NDlXcnAwNlR6Rml4ZC9VRVRxRzJOcXFtcklPUmNnK2VEQmcxLzh3Y2RGaWNnVHhwaHZRNkhRcjdMNlQ2UHA3TXpJSk9BM0lENCsvcmNPeVoybHFtZThiYng2OWVxTm82S2lKaHBqNW9SQ29VRXJWcXpZZDdwNzR1UGpSOVNzV1hPak1XYTJxdVpUMVlMR21OQ1JJMGUrUE4yOVhsNWUvMy9LeXNxU29VT0h5Z2NmZkNCRml4YVZNV1BHL0FMUUZ5dFdUTnEwYVNPdFdyV1M2dFdyUzRNR0RhUnUzYnBTcUZDaDA1Wjk3Tmd4RVE2Sjg5RGU2OStvNnRXcmw0cUtpcnJFR0ZOSFZldUZRcUVhSXBMZkdQTmxkSFQwNlU5aTlmTHk4dkx5OHZMNkJ5cTdnUHZjZ0RzTHROUEpqaTVNTm5VYkFOMXM1NUJQQzBtNkErMHI4dHBtRXM4R0pKWUdZazhqRS9ocERvdDhsK3VIa3NFN2pYKzcrNDlmc2xuUHZLNUhwckNiaFowRjBQNFFxTmtSYUJqRCs2K0x5RWhBM0lnSUdkbHZZdStSeVNHa1AvczNreTNmbm5LQzBENlI3UGZ2c2JZWkJNeDhIK3VTRk9yYVB3SzBUNlZQWG5JQmtqR21Eb0dRVW9IckRUc1RwdlB2N21RN2grVUVuSjFGaHJEU3QwT2NlemNBanlPZEJ2azEwTGtId0xrRGdaU2JxRjhNei9pTWVvMXp4bjhaUUxPSFU5Nm5IUEE1S21CRE5CL1kyd1pBVzRQQVJSZFZmUThibWlsOE5vYytjNE1yM3pHMnV3bFlOT0U1L1FncURjUU81bFRheEpqc0FhN2Zpay8rREtEdVZDZW9ZYlBVdDJCeE5KbzFNQS9RYmVIK3Q2eVpqZ1JibmdMV1AwQkFvalNaOXYxVmRRcm5EVHdUT0d4WjZOK1p6TmxPekNGeGRySk1CVzVmUytCa0J1dXRKT3VsSkhBK3kxazdhZHd6QnhpZGp4MFlOdHYvTUJEOEI4YWlEOEVZcTkzWTQzd2pKMjJpaGpHbUw5TC9zZFJ4TFA3N1U1eERsS2VMeUVSVlBjNzN3a0NDTnBuY3Q0UmRGbmZUM2pEMU45VDV0c0Q4RWZwaUhtMFp3VFcyekRUNmV4SHpkenlaOXN1WUh5b2l3NTJkQTdYWnhWUEpLWDhWQWNMRDdMQnBRNTl2SVppUTZ6ZmcvU2lDWS84V2FWeGNYQWNSNld5TWFadVltRGpIZnJCang0N1VIVHQyVEJDUkNYRnhjVU1ENjMvRUh6MlFOUzR1cnJlSTdEWEczTGhpeFlxVU03amxaeVVrSkh3WUZ4ZjNmbFpXVnZ0VnExWkZ0T29KWE4rU2VmT3phdGFzZVcvd3VxcFZxNWJJbFN0WEQyTk1WamdjdmpneE1mRjNqWEY4ZlB4clZhdFdyWnd6Wjg1aEluTFprU05ISHZSMk9WNWVmNStPSGowcWZmcjBrYzgrKzB5dXZ2cHE2ZDI3dCtUSmsrZFgxMVdyVmsxR2p4NHRqei8rdUN4ZmZpSzM0dHh6ejVYeTVjdExpUklsNU1ZYmI1UVR4MTM4VW9jUEh4WVJpV2lqNCtXVlhWV2hRb1hvbUppWStxcmFYRVRxa2p4UnlFbFE4Zkx5OHZMeTh2TEsxc291NFA0QkFGb0lpTFlZUUhzUndDK1JqTzVLL0tCbUFQc0R5SVF2U1NhMnRhMVlDRGk3RXNnMkZ2QTFtZWVzQkdKT0FmNE9kYkpiclpiZ1IyMWgyM21BdTJEVytETmtqTGNGbEw5Q1J2ZGtBR1Z2Ykd6bWtzbnNqc25Md09uelJLUzVxaTZ6SDJESjA5cUJ3NjQyaWNqOXFyb0tXRDZNYTlkanFiTUxDNWFlRVlCL0J2VjhUbFd6bk9lVkJpYVdsMTlydG9nOHFhcHB4cGduZ0s0NUtYK0NxbG9JZFk0RG1nVUFtd2EwandxVXVSNHJrcVprcS9hbmYyczVXZlVDaEI2R0hZc0ZzOXNZcytjY24vYnZDVjVNQ05qQUxDYURlaUNCR3dNMEd5NGlDNHd4K2Ztc09rRDRvVUNRWWF1SU5NVFR2eWRCaTVkNGZoYmozdVkzZm9Hd0ZqU2ZjOUJ2WjhCeWYrbyt6ZkZiRjhaZ01ZR1FxV1RtRDZldkxVeTJCKy9lemJNbnMyNmU0b0RhWXJUeldSR1pTbURuQ1JHNU0wTDkzcE1UZ1lLcnNmM0o1d0RzWitpUGh5aHJrS3BhOERjZCs1ZU5aUDQzWlc3Yk14Y21NYityTUw0N0NTcWRoVzNUKzR6eFBJSVhWc2Z3NG4vYmVlOXByR3pHRXNpeXUzSmU0MWt6bk1OYkZ4TE1TekhHNUdHc3lsSzNJdXppNmNBQnVEMW83eUhXeVFnQ1VtVURmVFNNejBLTVR6Tm5QbHZyblpVRWR4YlNuZ1Bza0xpYmNVK1VFK3VzTU8xdzU5Z2VFV25xQk8ydVlJZkFJWUpXamZnZW5IMktPZWF1d2I5RXRXclZ5cG1XbHBZL0tpcXFaRlJVMUQzR21LajA5UFMrYTlldVRUK0QyLyt3S2xTb0VCMGJHenNtSEE2dk9YcjBhS1hmQXMzR21GZFY5VEZqekFZUm1aeVFrRERsZHp6SzhEMDV1MGFOR3VlTFNKU3FYcEdZbUpnUjZXSlZOY2FZb3lMeVlYSnk4cEZnV1FrSkNmODUzZUZyeHBqamZCZUZJM3ljeFhmTnozWmpPWExreUpPY25OempOTERkMXV1ZDlQVDBYeGxicjE2OWVydUkzRnVwVXFVaUh0cDdlZjE5K3VxcnIyVFFvRUdTbXBvcVk4ZU9sY3N2djF3U0VoS2tTNWN1MHFGREIybllzS0hNblR0WE5tL2VMQTBiTnBSNjllckpuRGx6cEZ1M2JySjU4MmJadG0yYmJOdTJUWW9VS1NJZE9rUTZma2hrNDhZVG02NnFWcTBhOFhNdnIreWdXclZxNVR4MjdGaHM3dHk1endtRlF2Y1lZNXFJeURtcTZrRzlsNWVYbDVlWDE3OVMyUVhjVDNEKy9TV0FyQkp3OG11c05pbzcxM3dMVk4rSEQvUVlvSDBZcUYwWUc1YzNnWDQ1eUNpK0V4QThEeEIzbkdlUERBRHJSQkhwcHFvNzVRUVpLVS9XdHB1SkhpYkRkamhaNXIzSnJ1OUhWbkF1bnJmUEdQTXNzTThxQ3lDWEtpSU5nTUVmMkEvSnVHMUU1bm93eTNhemlMUlgxWlZZOXp3QVdOMUxmNjNINW1OVWhIdlRBYkN6QXRDK0VOQTNMbkI5R09EOGhJaWtHMlB1cEs0aFlQSFB3QkR3LzVvelRrY0JZeFVqK1BLdkIyaGVCdXljd0hqVUJMUmFhTDhaTU4zY3Fkc1crbnk2NDVlL2p6SUdCS0I5UEdDNnB4UDh5QVQwam1lTStoUGc2Y1k0M3VqVWN4M2psbVNNYWNFMXl3bkdIRExHTktEUGc0RVZ0NzhuTWg5dUpTQ3hpTGtZeGZoYTRHeHRnM3FKU0VGanpDak9kSmhCdHI2RjlzbjRvSmNCNWk2alA1K2t2M0lRREpyckJCZmFSN0NpRVFJZ2R0em5PVUdlNWRUdEh1YlJQQkVaU2daN0xPdnRCczUxK0lTeXJaYlI1bW1NNTZQc2JuaWJnRUovVlozTERvQzVnZkd5RmpmV2lpY1A4Nk01YzZzbGF6c2RHNXoyQkFndVk3emV0UWZaWWgwMW5ZQk1LblkrQ2V3cUtFOVFJUTlsNVdWOU53bEEreXptNHdoZUQyVGVSckUyamxHZlZRUUJYdVI1UDdIT09vaklVNnBxMjFQV3NTcmF4QTZFTkJHNWg4TnVRMEQ3TjRENWIxREdhQUtDcHdMM3diTW8vcWlpcWxhdFdpWm56cHgxd3VId3BibHk1YnBFVmVORUpLZXF2dndYUGVNM0JWeCs5RXl1VFV4TVhQNGJhKzgzRlI4ZjN5THdWdi9UWFA4QTM3V24wbTlDKzhURXhGR3NwVk9WLzZ2L3E4OGt3ejQrUHI0endjRGYxUGZmZjcvL2ROZDRlWG45OVZxMWFwVzgvdnJyc252M2J0bTllN2VJaUx6Kyt1dXlaTWtTU1VwS2t1VGtaQms4ZUxCa1ptWktTa3FLdlBiYWEvTG1tMi9LTmRkY0k0THRqYXNycjd4U2N1Y081bU9jVUVKQ2dvaUlYSGJaWmYvdjdmTHkrb3VsTldyVXFDQWk5WXd4RitmTm0vZFNFaXh5ZTE3djVlWGw1ZVhsOVc5WGRnSDNuNHBJZlJGWkNwaThEQ0Q2TXVEeVl1ZmFOU0xTV2xXMzRxYytFRUFlSXJ0WjhSLy9DV2kyenhqVG5ZejBMRUQrVGNETnpvQlpOL3QxUGVWL0x5ZGdXd3h3TTJoeHMwVk9nT0k2UU96UGVEMGNlTjJSN01yTytKQzdXa2RXL24xWWtjeDBBSGdPc3JpZk9nVzBiNnVxNy9QNktnSUdJWUQ2SXRyelRBU3JENkUvUjZocXFuMkQ1dzNrdmlBQTNDWWl2VlIxbHpFbURxaGFoS3ppd2FwNmpESktBTUp0UDJZUVhLbm1IRlJxdFFjWVc1MngrSUMybmtNQTVWem4yUjNacFhBUGRUdEtHOXM3MFA0NGZWNVhSR283ejBra0E3OFBXZDRDdEovRzg1Vy9Id1dJMW1BOHJIWXpkcXZKZXU5TGR2bERxcnJUR0hNVDQxNVFJaXVUei9zeVR1TW9xNitxN2pmRzlDVkxQUXJvOXhWam1Jc2RFWTJvNjhVT1REN0NXSzBnSTM0VkFZdEJsSjFKNXZ4TXlzaWtmVU1pUVB1anREOHZZMmRKd0ErQStIcU15ekk1c2JQbElPdXRMWUQ3SjZDOUc1RDZqaDBmN2FoSEwvcHNHbTJZSlNMakFQSzluYUNGMWZNaU1rVlYwd2xLTlFPMGZ5UWlGekJIc29ENFBabVBEWmtiYXdqbTdXS0hRWGVDQ3htMExaRnMrc0xBL3J6QTk1d0UrSW9IZ29OQzRHY2diZTlNQU1XZW0yRDREdG5IenAxdXpKTjlsSCt2aUh4aGc1TEdtSXVZQTdYSnFvN0ZYcWNmWXk5OEIwNmxQVi9RL3M4NXd5TzFiT1VhRVNlYWU1RDFIOUZGRjEyVUwwZU9IRGNZWTVxSlNKeXFGalhHeFByc05pOHZMNjgvcCtMRmkwdS9mdjNreXkrL2xLKy8vbHBFUlByMDZTTUZDeGFVRjE1NFFUWnMyQ0M1YytlV3hvMGJ5M1BQUFNkeTRxQnNHVHAwcUlqSXo5ZUlpQ3hkdWxReU1pSnVDcEpqeDQ3Slo1OTlKckd4c2ZLZi8vem52OVkrTDY4L293b1ZLc1RHeE1UY3FxcE5WTFVxQ1I3NXorQldMeTh2THk4dkw2OS9qYklMdUw4SHdIZ1IzdEU5eUpaZHhNR1JGaWh2eGxKaU5hOUhBZ25kak83eVhQK1FxbjVyak9tRXpVcE9udEVDQUhnWE1QOHU1LzZ0SXRMSUtWOEFoSGNIbnBIT2ZUR0F1VlFBNHlCQTRpQXlnbS9oMzY3SC9IWW5PM2V4aUhSMW9MMlNZVDQwd2crdVNTSnlsNnBheTQzSzJBWGxKUk4wTHRuaVl4bjM5TUJ6RitPSkg0UjhJeUwwb1cxakkxVmRnUlhSRWdENFI5ajZIS2NlRnBMZTV0ejdPanNKSXAyTzFwanhtUUljYjAvVzhTZFk0U2dCbU1Ga3dIZHc2allkMkh1aFUxNDNJSDVUNTdxMTlNbk1RTUJsQWNBNGhXejFia0R3STJSeld4MG5HTFNNK2JTRXVyWlUxWTNHbUhyQTJiTWtzZ3pqMFE5UVBJNzNibEhWdmNhWVIvak1ycy9EWktKdk1jYTBZb2RESC9xMEh2MlZCV0JmRE5UZFRjQmlKalpCKzZuelFnQjJNbVVOakdDWFpJSCs1MERrODNoL0Qyc3hpK0RQTHVwOG1NK3ZsaFBCcVN6RzVWa25jTEdOZSsvajc5WUU0bDRDYUsrbFhvZU5NZTBKQUxqZlQvTkY1REZWdFZTaU9uTnpKY0dpaXh4QWI5ZmFBNHo1UGhHNXlSNWt5N3JyNG1UVHI3UUg0ZUs1YjNmWGhBZ2M3V0xYaXJzR3RqbmoxWk4rZElNZjl0b09yUG5yQ0JKTUl6QllsSjBaQjdESG1Vdy9mRVliSHFVdWt6bU10aGpqYXcreXJVUDlHN0s3bzJpNUtzRU5NWDlNVmFwVXlSVWRIVjBnSEE2WERZVkNENHJJbmNhWVlpNm85OHpleTh2TDY4L3JyTE5POVdQQzcxZHNiS3hFUjBkSC9HekpraVdTbXBvcTdkdTNQMlZHdnBmWDM2MHlaY3Jram8yTmpZMktpcm9vSEE0M2pZcUt1dU1VaVVhL1YvVkVKS2xtelVqSGFYbDUvWHQwTURXUzI2S1hsNWVYVjNaWGRnSDNlNEdsOVFCY0w1TjllNk56elg2OHExZVRKZDQrQW16TEMwUWZMQ0x2R1dNYUEyb1ZrTnFRek4zSENRZzg1Tnk3andNcjE4Z0pJSjBUeU44ejRGOSttRXp3QTJTTXB3THg3K0R2ZDRENTEySXhZdUcxNGFEV0lVRGZWZlpnWFRucGFkK0FMT2NndE4rSkJZaUY5aFdCMEhub3IxZUJnbU9BaCtvODE5cmR0SGFoUFJuTmR6dncwMVV5ZGp3cmpESG44S3dTZ096N0hHZ2Z4VzZDRGc1Y1hvUDFUQkRhSDZUZmRyQ0w0Z0JnMmdCdHJjOTdLcFlTcVU3ZE1vREF4WjF6RERMSjRNNEw1TGJhZ2UxRmIrQ3YxUW9SNlFNRXZZVFAxemwrOWJhK2UvQlkvOW9ZVTRtNW1JRjEwbm9zZ1FaSE9NRFhWVHgxeUVmZkdjYzI2WVlBdEQvT3VIMXVqR21PemN4Y2RoQmM3cFQ1Tm1XOXlPdTVlSzhmQllyZnpmajBBQmJYbHhPUVBiaHJJNU5uZkVXL1c2dWFGT3FWU1hEZ1J4RnBBbWhYZHNFc1lCejcwWC8ydklkazV2V2RqUEZBQWdKRFdHZmZpOGp0SW5LWU5vNTFnbkZoZ2phZExiUTN4bFFsK0xPUE9XNTMzS3hpSjhMOXpnNlJyU0p5cjZwdVp3MWR3dzZLRVBmK3dQdzh5THlyNmp4M0pYVnpyVmtNTmpaTlJlU0FNZVkrQWp5UmRpeU1ZcGRKWTk1N2szbDBBZXRuQTBHdjU3RWptazhkNW9qSVVsVnRSWHRMTWc4dlpKNHE4N29wODdYaWI5amtuS2x5Vkt0V3JYSlVWTlFsb1ZDb3RqSG1zcWlvcUVvUjFyNlhsNWVYVnpiU2tTTkhaTXFVS1hMeHhSZkwzWGZmL1hkWHg4c3JxTkJGRjExVU95b3FxbzR4cG82cVhxS3FaYU9pb3JMTDc2aGVYbDVlWGw1ZVh2K3Z5aTQvRkxYRGhtSVNXZlI5Z2VCV3FZRENOM2g5UFRZbVFaZ1c1cHFKV0ZJTUl2TjFHWm5CdGVRRXpNeEJScTdWTVFEOUd4eENxQVFOQmdlZ3ZjMm8vWVJzNDdQSkxNNUxlYXRvUzIzYTR0ckVKSE92OVFQdjRYam9Xd0ErelBGM3Q5b0ZlTFErMllVQW9wVUlFZ3dEQ2s1akIwQW05YkxhU0lCZ1Y2RGNPczRCcWE3U2dZdXZZQk0wRURqNUE3c0RkampYdG1DOExQVGVTcHVEMlRPcFpIQi9US0NoSkJudWUramo2N2t1amZJK3hqTEVNS2FKZk83YXNueUxyZEVUem50N3lQNi9VRVJ1ZHQ2MzlrZWIyYWt3aldzL3dtNGx4cGtIL1VSa01mMDhFaS81amlMeXRqR21JSkM5SG5NaEIzOUhPU0I2QTdzbTdIa0NsUm5iVlpUMWxHUHprMFZkUmpqbkVud0FSRy9rMVA5ZGdrcjlPT3gxQklHaFdPWjZLNTc3QUZuN2RkbWRFQ200OEEzZ2VERHRzSnBBSUdNcTY2b3IvU1lFRWFheUZzWVJBSFBUbXNZeGI3dFJuem1zMTdic2tubUVIU08zT1llOFdtMWxmdHExVUpIZEdQa0lIdGcwODBUNnRTWnJQeDg3SlhxenZtMDlKemkrNXh1cHd6cDg0bTkxbnJzYmNOODgwRDlIbUZNcjhadnY3eHlHYTVXQjUzeEo2aVFFTytid25Ba2k4cEl4cGd6ejVScmcvYXZNaWUrWVUyS01LVVgvWFVGZkhXQnN1NGpJdDBEOWNYeDMvVzdGeGNVVkM0ZkR0NFZDb1ViTW5hSWlrczluMUh0NWVYbjlQVHA4K01RbXRyUzB0SWlmRzJQazBLRkR2M21OcTZGRGgwcmh3b1ZsK1BEaEVoWGxZN0ZlZjcrTU1SSlNrVnhSS25GeGNaOWpnMWswRkFwRjNqSnlCdVdKM3czbzVlWGw1ZVhsOVM5VmRnSDN3d0RkZy9ISTd1alVQUk53L1R4US9WS2cyUkdncnFzOWdMeWlnTFNpUUxJRTRPa2paSVMvTFNJRnVPYzQ3NytvcXZhQXdXSkExQktCOHBlVFpUK2RET1NXWk9ldUFQcTJjb0J0bWNDOVhjaytyaTBpOVZYMUt6bHBqOU9TNXdVaCttNFJhYXlxbnpudlRTU3plVG5CamZQSlBDOUlYZW80MXg0UWtWdFZkWk5icURIbVBES2FpenR2cHdPZ1A4WFhQc1VZOHpUV0o0ZEY1RFpWWGUrVWNRM2pabmNISkxFem9GNEVyL3lad01lWCtMd2RHZCs5MlRtUkE0ZzltN0g5aURLaXNUZlpIQWprYkFMZUxuU2c2bjZ5cEdQeFZuZURDWTNZcVhFT2RUaUhaN1VNQkVvR2lNaHpXSmZNSWFEUW1pejNQSXo3YldTQ0YyTnVIblBtMGc0eTN6ZlEzanV3alhrVEdENGZBSHVJNTc0SHlLL0k5U3VwMzFTbi9zc0phajFNKzdwUmg2ck0yN0dVZHg4WjNsV1pEeFdjZHRsNkpsTkdyMEIvemdhb3Z3d1l2MGxFM21lOUZXYk9WeEtSQjluWmNaTnpyd1hSczJsRFB3ZmFweEU4KzRUMU1DNWdMM1JNUk81UTFWWE1xWHdFaXVveXRnMlpHd2NCMlFXWlM5WUg0SEVSbWFlcVlRSXRJMWdQUXFEcFRzWmlNT05nZFp5NU96RENqb1NIQ2Y3VklsZ1c2ZkRUYjVsdk5sUC9HNTd4Sm9HWE1RUVdScktMWmhidnZjcDMwZ09xbW9UWC8xUE1rMVRXKytVRUFKN2oyWXNJWHB6UkFiUWxTNWJNVzdodzRmdzVjdVM0bUVOdmI0MktpZ3EyOFhmTEdOTWtPanE2aWQrRzd2VnZsdCtDN3ZYZjBQUFBQeSs1Y3VXU2pSczNSdnc4TFMxTkpreVlJQ0p5eW11c3BrMmJKbnYzN3BXcFU2ZEt3WUtuT25MSHkrdnZFWnk5aUlqa1VkVXoram5tMUdWNWFPL2w1ZVhsNWVYMTcxUjJBZmR2QUxrZURHUzVwd08wNXdJUmF3RUlEd0I2WGZCOENNZ2FEWUFzZ3AvOGQ1UTdqQU04WDNjeXdvL3p2QVVXMnVNMVBjK3hFTEhhd0lHVFhRR0xRMFhrYXlCYkRFQTFGZGgzdnRNR2E2bFJISERmVWxXL2tKUFEvbWJxRnZ5TmF4OXcybDZibDUwSVRjZ2dia0ZHOVJqZytmS0F0ZEJPd0YwUTJwZkc4aVRZZDFuQXpxWWlrbVdNZVl3Z3lrNnNTRnhvWHo2UU9YNkF2cjRpMElaMFlIVm5kalRVWlp3WEFIYWZwSjhNV2VYUEFXYWpnYjRwOU9mZHpsemVBaHgyTThxVE9UY2dCR1RQNWRUcmNSRlp3KzZCUVJ5U09oODdIOXNIUjBWa3ZLcU9Nc2JFR0dNR1l1MHlISUNjaTdyZXlLR3NoY2k2VGdKSUszWG9UWlo2VytyY1MxVmZKbE4vQWpENElPMzlpYjQ0aS9tL2lVTlhKenYxLzRubjNncTRYc2hCdDdXQjRGMEpDSFFCMnA4RnZIYm43a0dBY0F5Qml0dFlEeUhIUm1rWWJZM2piSWgzbkxVd2dTQkFlK3A5djNQdkI2eXY1eDNybmthTXR6SkdzL0hRZjlYeDBoZUNiSzBkYUorTGdOMnQrTUJiKzVsRHJLME1COXFuaU1ob1ZaM012ZmxaWTVjNWM3OFROamozVW5lN08yYy84NnhuWU0wZFpVNi9SUC9PUFFXMFQrU2FJY3pUM2V3bUdVZ2dZaVJ0SDhyaHVCTll0NU9ZZS8xVTlVdk9odWhJZjJiUmoyVUlXajFLWHoxL0pwbjJGU3BVaUk2SmlhbWxxblZGcEk2cTFqYkdsUG16dnlSN2VYbDVlZjExeXBrenA1eDExbG5Tdlh0M2lZbUprZG16Wjh1UFAvNG90OTkrdXdoZ01pWW1SaTY1NUJMcDNidTNDSWZUSmlVbFNWeGNuT1RJOGNzZjZSY3RXaVFpSWxPbVRKRlF5SC9kZS8xenBLcGlSQ1F0VTJUZGR3blY0dUxpYWhsamF2TjdRRDBST2VmMy9JemlvYjJYbDVlWGw1Zlh2MW4vcUo5MHlsYXVZU0s5djNsdFFuRXlnSWNFTXFEbjR4VzlGeWc1VDBSS0E5bHFPTmRaSzUzWlpMZmVBRFJlQm9TYkJXd2J3UStOVmhNNVFQS1FuQUNBQmNrdXZqOVF4UjNBemdzQnhCT3h4QmdNcEIxS3NHQU1jRGNkd0pnQmZQc1JnRHhlUkFhUnphN1lkSXlNa05sL0NQajVvcXBtNHVuZmh2N0pJTFAvTzJ4V0tsTCtKYzc5UndHOU02eUhQdTJMQVRMZTU0RE1Jd0RIZzBET1ZZekZKSzdwTENLekhDLytZdlNuemJwT0I1Q2VEOHpOeC90WjdHeG9CY3p0U3liNVUwRHh5VTRBNVUzNnB5L2xIZ2RlZjgraHBERk9YVWR3RU9pVnp2TjdFYmlZakRXTmZiK0xpRXloRHdjQ1NsK256NnhOVEFiajJaZGdRWHNnN0dMT0ZkaHZqTEUyTlZ1d0ljclBMb3VLRHZ6dnlmZytRQnRuNHIyZmh2VktEM1kwYkFiZ2RtUW55QlF5OW1jd3h1YzViWDJVZmh6SHpvRU5ITHc2Z2JsNEZlTXpnMzZmQXZDMmUrWDNBSmJMVXdjRG9MZGo5Q1BqY3p2emU3aUlER2QrbnMzY2JFamZIR0IrVzlpOWhmWDJFSUdrMWdSdW5xVi9wZ1BQU3pBdS93bXMxNTRjekhvY3E2Z09yS2NkQkROaW1aTzlST1F0MXRjbDdCNTRUa1I2NHIrZkZ6dWJ4NTErYTAxdzZGN3FVOEI1N2lMbVZHV25QdTRjS0VMdzU5SUlXZTdmRVZSb3h2ZFVHbk9zT0VHdURuajdEK0xabytuRFhzeXJDYlRiV25YMUIvNnZZY3oyRTF3NXpQZkdUVTdBYWxtNUtuRS9yM0c3RFQwNlIwaHk1NUJ2K0Y0c3FxcVJEb1ErclU2M0RkMXZVL2Y2WDlDcE11NDNyMDM0cjlmRnkrdDBDb2ZESHRoNy9XTlVya3BjeFBlM3JFdjgrUWVIQ2hVcXhNYkd4aFkzeGx4c2pHbXNxdjlSMVh3UmIvd2Q4aitqZVAydnlQK2M0dVhsNWZYSGRDWS9wL3lkeWk0Wjl6WEptSFV6WEQreUI2R1NqV3M5cFhjRXZMbUY3TmlwUU5sckFHNXZrODArRXlBM00yQWpNMDlFT2prSFlrWUJHdThKbEcyei9zdVJVZndzOFBoT0xGK21BZnNuQU8wM0Ewb0ZDNDE0N3Z0YVJKNVUxVlErdXhlSUh2VFBUZ2JvditWWTk5U21qQmd5cHVOcGEyV2VFY3gwN3lvaTAxVTErTDk3UDRJU0Z1d2VvMzE1QWNtSldMQk1BRXkyQmY2SDZhTThRSHMzczM4akVQbEg0S0dWelR5L0ZvQTVIekJjaGFDQWJmY3lBUFVnK25RN21jZWJPTEEyeGlsekpKWXR0cjNXUnVrVi9sVGkvVEFnZFNvMktqMEFwbS9TbHhjNlpiNE5CRTQxeGx3UGRGK0duY2x4WTB3bkFqTUpXT3dVWVhkQVZRZmFENkJ1TFdoSElnR2hvNVRabDBERVZFQjNQOFp2RVcyOWk4L09kZVpjYTU3NU1RQjdQbVgzeEU3bFp2cnRlZUR2RFByUC9oYWZDbHl2QnZUZVIyREIvUVdwT1VHUWg4ajZmMHBWTTREaHd3SFVJMm5QVEFmYXB3Q2puMmFYeHUzVVp3eVFmQkdCTkFPY3ZpNHdEK2VKeUFRbnFOU0lQamtLdE04UFRCL0ZqcFl2Nkc5bEhYVlgxV01FdjFvekI5eCttMDlmakhHZ3ZSM3JzNTE1WXZVWjlZMGlTRkFwUXREek1NRWFDKzNEZkYrc3hQS29IMzA0amQwV3c1Z1gvVm1QcnpDUHdnUm9lak51MjFrMzl2MGQ3R1J3QXdkYkNLeXNjU3QwNHZkVEl5SmFtRzNvZjhyYzJQL0M2K1hsNVpWOTVLRzlWM2JUcGsyYmt2azlaNU9JdkZTeFlzV2lNVEV4VFl3eHpmazlxNENxL2hFZi9DOUY1Sjc0K1BpdC93L1Y5dkw2eCtoVVNaQmVYbDVlWHRsYjJRWGNMd0JPUmdFNHY4SlM1amplMVpPQXJaOENiZDNmVnRZQnl5WUNDTlBJMUw0T1VEc1VxNDFiSFZ1V3IwWGtjUXZ0MFkyQXVHREc2bnRrTFk4bG0zWVlXZnZQRVZ3WUNTUnVSTGE2M1Ftd0FzZzZpVG8yc3RBZW1Ec2lBQldGVFBNblJlUmR4N3FudG5Nb2J6ZWdzZzBrZkNJaVZ6dDFUaEdSVWFvNjFTMlV3RWRiRG02MXlnTHU1aGFSWWFxNndCaHpFWDJXUjBUNnErcTBRQm1QRXhpeGhPOFl3WU85d0ZZN0xtc0lNSlNuZjc0QjlGNUErVVc1N2dmYWV6OFFPUW1JdVJkQWJ2M3owd0c0YVFROHhBbW92QWJRdGhuNEdRRHEyZFQ3VHJLYk45TGZsWnpyM2laRFBjTVljeVh6TUpHczV3eGpURk95NXZjeU40dnp5MEZlSUg0V0VIb2NBWUgrdFAwT29IMXRvSGtHb1A0TzJ2OHE4NklVMEhtSVkyOWpnZlVxMnBZT0NCOUVnS282YzNrcXIzUHkzRnNEMFA1ajFzekhCSnRtT3pzY0RnT1RTL0w4dDBTa0JkQStQN3NEN21aZDJYdHRVT1lnYTIwSWZkcU1QaDNDdUc2bXJvZlpEZERjcVZjbWJXcWpxbG1NVHlVQ0d6bnBZK3ZIL2daOU41ZmdRNWp2aGR0VjlSalgxS091ZWVpbmtmUlZOUUl3UlozbmZrcndvcUd6QnNLODM1Q2d4S3hBSnI1VkN2MVlIMmlmU2FEa2E4WjFLUWRGUDgzT2doNEVEZTRodUxlRGRYblFHSE0xN2MzSGZJNWlQZlhoRjlsWEhNc2ZPMVk5K1E3NVdhb3FZWE5pRytlOE1MSUFBQ0FBU1VSQlZQcmgvYnVyRnk5ZVBJN3ZwVXZabVZCS2Z3ZUo5OURleTh2THk4dkw2NytwRFJzMjdDTlphR0pjWEZ4bCt6T01NZVlTRWFuMFIzY1Jlbmw1ZVhsNWVYbGxKMlVYY0wrZWpONSt3T0NPcXJvZEgraWVXTjg4RC9oME00YjNBczN2QWpTR0FZdmx5RmJ1aTBWRkZ3YzI3OE0yNUVkYmlESG1Pa0I4RUtSL0FhUjhCbUQ3TVBCNUNzL3VSNVpzSitDY2hYN2Z5TWtzN0dNaTBrcFZEL09zNWtEN1dBQ2dteVU3RFdzWHV3dmdFaXhIQ2xLSGw0RFM5ZW16SzUzK3lBQThqbkFiWUl3SmNVRG1rNEcyYmVlQTFkRWlNdHdZVTVNeE9Bc29QQ1p3L1VPQVdEY1RKcDl6M29BRnJ0OEI0bk5RNXkyQWNHdXhVNUxydG1MVFVvNkF4RXBzWWxJQjQ5WXlLUXVmK3dNQVlhdEovTERmZzNHeFdvcmR5ekVPYWgxSzRHVXZtZXBSQkcrV2lzakRCSWV1b2MwSHNNZlpEbUFkUnIrdUJhYSt3bXZydjc0TTRGcUp0bTNEdC8wZzBINDZPd2JlSjJNOGxYb1BBUEQyQld5N08wam1BYmNua0lIL0R2WTc3d0Y2V3dDTUI2dnFFV05NWitDd0haZFV5cWhIWUdRczg4cnVNckMyTUxrSkVId29JdTJjSU5sUXNydXRqL3RFZ2tOQ1lPbEx6bGxJWlcwVkVaRVhDRHpzSmVOOUpVR2kvczc4RG1NLzFOR0I5cVdaY3hVWlozdm83RUxXYkYvNnlSQ2thdXZZV3RXZ3orMWh0d3VZcytkU244ck9jejhsdzZ0TllFNS96QndNTTFmcnk2K1Z4djNWblFPbmw5T253M2h0L2YydjRidGxPb0djUWJUcFFWVmRib3hwUUg4VzQ3NzlCS2VlY2c2a3ZkNTVkcGk1OG1yQVF1d1gycmx6WjhyT25UdS9FSkV2YXRTb1VaRHk2NGxJVTFXOXl1bFhMeTh2THk4dkw2OS9ta3hDUXNKYUVWbGJzbVRKZVFVTEZpd2FIUjFkMFJqVFNFUWFxT3BaWjFDR2w1ZVhsNWVYbDFlMlZIWUI5L2NDcEdORTVFWlZ0VVp0allEaVBZQnV4VVJrRjluT0dkaTdsT1NhbklDdWdtU3VOaVFidUYwQWpuY1JrYytkalBZTHlDb08vbEQ0STE3bk00RGNuWUY0QTRITjE1SFoyaEdJZmc2Wjc0ZUE1OTBCdWsxVWRSM1BhdWdjSnJ2YnNVWVJzcDY3cW1xNm5QVGJINEsxektkQTFrbnNEUGlXZzBUek8vZC9MaUpQT05uSVZ1ZEhzQXhaQnl4ZHpHZXhaQXRYQlJEM2NNc3h4dHpFNThIdHEwYzRDTFFLV2RXSENMUnNCQzduWm15dFo3ZUZ4NGNBMXFrRU45YVNuUjlMZ0NYVE9mZzF5ZkVOdDgrZkRpQnRBN1MzUVprVndNb1VZMHdCc3FIek1CL3FPL05nTDMzMWt6R21LTUdMczBYa01sVk5CQW92Wmo3TkI1Wi9TQkNpSyt0cUIzWXNCUUN1aFVXa09ZZkU1Z2RhVitWQTVJTUVuMjRtK05RSW01dWFBZHVoVDVsUG93akt6TVNHWmcyWjVPT1lOdzA1OTZFNXdOaG1KSVVKTHNUaExkK2IrZW9lY0xvTXNQNE00OUtGZnNqSnJvZ0hhV2N2NXQrdHpyMXJDYTdrSnl0SzZPT3FySTBIMllYU2t0MFpicWJVVHViM0x1WlVBY0I3ZFE3aFBZZnJ2cUNQR3hDd3lNRjRkVlhWamR4N0R1dlNXbEo5U1dDcEdGbjYxWjNuN21jTzNTdS8xRjRSNmF5cVc0d3hzeGpMb05WTW1MNnF6dndRK3I4eGMrOWFBb1p0R2Q5QitQa1hJdmhRaW5GZVpJeTVqQ0NLRFZ6dHBNeVozRE9idm5ick1KbnZwcngyQjhucGxKaVllSWoxdFZGRVpsV3BVdVhjWExseU5WYlZKcXBheGhnVCswY3kyRlQxNWJTMHRQdldybDJiL252djlmTEtMdkpiMEwyOHZMeitYcEdNc0kxa21QZExsaXpacFhqeDR0ZUxTS3RRS0ZUTEdCTXJJbmwvejY1Q0x5OHZMeTh2TDY5L3NySUx1TzhDYkd5dXFnbjR6VnM3a0RjNWtMTU1FTzFDd081ME1yNmZDNVMxQmtoM0lkblFOaVA5dUlpTVY5VVg3WVhBOGFFUlBLL1RPS0J5RVBDdU53R0RnZGhSZEFKVTkrVEEwRmd5ajQrUVBWc1BLRHRVVmQvaFdWY0F2OVBKMkxVKzdkWUNwSTBEN1cwVzd0VmNleS9CaTZ2SjVpL25RUHN3c1BOT1ZUM2lOc0lZVXhiZ2EyMU9EQkM1TlBDK0R3R1BLZFQ1SFN4OWpuRy9BbjJuUm9EMnlWZ1MyWE1ERGdIVGw1R3RYUUlJdlp1Z3pGVmNkd1NvblVwbStSSDZ6bVloSDZhc012elFQZ2lJWEpDczdEZm85enE4bjVkMkpUalF2aGhaMXlXWk0zRU9FTjBuSXZlcjZqcGpUQkhtVDBuNmVDVzdIRjVrN1N4bUh2NEFrTzdFKzVzSkNobWdmd2tSZVVSVnYyR1h5T1BNMmRYT0dRdUQySzNSaEowYVVleE1DRkhPQ2tCMWM4citGREM4aFRVd21mNW9JaUw3alRFM0V2UndJZXduQkRIS0FkMXZFcEdMbmM4VG1VZmptT04zQUs1ekE1ODc4cnk3ZUU1RHgrWW1pWFVYUy9BaG1YbFRsVGs5aEtCUGJUbVJKZTRHaW5ZU3dOck12SXFtRHk2bi9qYUF0WjE3NndPNVF3RDJoMnd3ajdVeGhBTm03YmpmeHp3WWhVMk8xUTRDUmgwRDgvY25nakUvR0dNR2MzOGs3Y0Z1cHlEZkgzdVpKMlhJMUo5SndPQUtySEFHR0dOS2tUMS9Obi9QNHpEaTRjN0J3OGVaTXdrRTQ4WVRxTEFLc3h2QUJxdUdCREx4ejFocjE2N2RScitNdmVpaWk2cEZSVVhWWVJ0NlBWVXRIeUZZNGVYbDVlWGw1ZVgxanhBZy93MFJlYU5xMWFybjVNeVo4eEpqVEcxVnJXZU1xYUdxTVdkUWpKZVhsNWVYbDVmWFAxYlpCZHkzSUVOOUNiRDRGcXhDMWdPOXFnRzV5Z0xpdjhOcVpVaWduQ1F5WEVzQWJtMFdmWmpNNE9EMVR3VXlpcTNlQVBhZUIxejlEUGpha1hvZElnTjJCK0N4UEFkcjlnWnV0aUFUZXFTY2dJMk5BYnhIQWNlWE84LzZpY3pmSDdrMmhtRENJMER3aDNodU13Qi9EU2RyMXdEdDc3ZFdQRlpBKzFtT2Q3cncvRXlnYTB2QTVBUkE3RktDQjI3R2ZpbUNEYVVDL1pORzlyWE5iRDRNMUY1QTNTL0RPLzFkeCt0YjJDWFJtd3pwYVdUa2IzWEsyWWRkVFVWMlBJekJSc2UyWVRWUXZHeGdmSDlrM0gvZ0FOMkIySlo4UXdBbnYxTitCMVY5bTB6N1p3Q2kzZG54VUI0cmszSzhya2pHZG4vcWZSWjkxNTJneFZSMlhYVG1qSUNjQkM5NjRGSC9NdjlleXJ6dFRQa0NUTTNsMUw4VFdkOERBUFJsR2QvUGVkNFJ5dm9XV1A1TVlKZklLNnlMOXV6NEtFRVF3SDRIcktSZlJnSGZIMURWbGN5M2ZsaE9iUVpJbDZEZmJkQnJMMytYQVhLdkJ0bzNBSzR2SURQY1dnYWQ1OVJySjVaRVh6cnZ0U2RqM1EwNkhHUjNUSEhHUFVUUTV6RlZmVk5PQnBMNmtmRWVZdTEwNUJuakE0R0diUVNpMmpxSDZycHo1Vk1DaGgwRGN6dURZTloreHdMcUtJR0JBY3oxQmZSSkxlYlhDT3ltOHRMSDlkamw4U1I5K0VMQXR6NmFqUGhIMlRIU0pGQ0hQUVNsOWdIOEg2Sk9mMFlacTFhdGloZVIrQ3BWcXJ5WUkwZU9ZcXA2WVNnVWFpWWlONm5xS2ExNHZMeTh2THk4dkx6K2JxMWV2WG83U1I2dlY2NWN1VmgwZEhScFk4ek5JbkplZW5xNjN6SGw1ZVhsNWVYbGxTMlZYY0Q5YkJHWnFxcVp4cGppQU8valFMT3lBUHh5WkdhbkFPOG1PVm5hQWxDN0hURDlxdU5ITFdUTDkxSFZBL1lOWTh4QW9Ga3c0L1Jid0hSZEVXbW1xdThZWSs0RjhLMEQrRDBMMVB1UlExaXp5SWhPQXVxOVNIWi8yQmh6SzluRHVRREp0enJXTGdMay8xWk8rdEczQTlRbGt4SGZrbWQvR29EMkFqenNhRE9abmJibEFYQzdzRkNjUTErYnNETmhFTm5WRy9FNS96RncvVndnWkhBNzZydGtHZWR4UE5QbkFrbmJBbVpmQmpoYml4SURlSjVObG50bC9tM3RVRklZNTVyMC94eXNWNnB5L3lIcW1nNHd0K09iZ1YzSk1sVTErR0cySXRoeXVRT0hNd2hDTEFTd2R3Y0FQMDk1TWV4T3FFVG1lbGtBZGtPQ01CZFJUaDg4OTZjUjhCaEFWclhRcjEyby96ekdMZ3dRNzREZHpqckFkQjZuUDVzeXJqMjVOeWZXTysyNHRnZ0FkejcvWGhTd1dmcUVyUHdwN0hiSXo1eXg2LzhvWTlTRmRyUVRrVStNTVRtd3BlbEEvd3dDbGkvaitiYmZGQmgvRXpzUHBsRG5FRHRDTE95ZkZkaTljcHhBemx2TzNHeENBTTJGOW1sNDQzOVBwbmxSeG5rNGxqTldUemk3SHJMbzN5OVpleTJkdFp4Rzl2OE4xTXQ5emtENjcwYStSL0k2bngvaCt5TXY5Y3ZMRG9RTFdOTnY4T2M4d0g0SjV2MGdEdlo5MEJuenBsd1RQR3hXQ0U0OVJFQ3JaWVR2NlVmbzE1R0JjZnhMdEhidDJxUE1pUzBpc3JoY3VYSUZDaFFvY0R0MXFhcXFzY2FZM0g0YnVwZVhsNWVYbDljL1VKbnIxcTM3aVFTTzVYOTNaYnk4dkx5OHZMeTgvb3hDWjNETlAwSHRnUFpsc0NjcEM2QXNSeVp1UVY0ZnhPWmpETm5HRml4dEFvanZKYU80c2xQMlhoRnBxYXFiQkRodWpMa0h1QnlFOXR2SkFHOE1vSDNQR0ZPTmJQc2RnTlcrUVBWNWdNRVFNTzh6Z2duTFJXU0FxaDdsME5ObkFYVXZrTjF0Z2VVQk11VS9zbjc3Z0dBTGIzdGhPOUlhNEY4cUFPMlQ4RHBQZEJ2Z1dMVTg3SXgvR2xEOGJCRVpqQzFMTnlCb2dvamNvS3BiblRJS0dHTm1BK2ZkT1pRR0pLNkpqM2NHRUg0RU94TkdBY0huQTkxN0E2RXpnS3Z6QUxuWEFyOWJBeVdUeVk0K2o5ZHpHRi9yaWI4YlgvajlBVHVVM2RqamZDMGlJV1BNM1FEMW43Q0ljZUh3ZkFJb0JtamFsakZweHp4YkFxQk5JdXU3SE0rNm4rQkZDc0I1Q25QalRrRDFNOHpkNnN5Tm5EeW5PblAyUmJMVTMyYlhSVi9lRnpLcW13R01COURYdXloakZIOEtpc2p6cXRxVGRmRW0vV1RuL3ZmQTRVRmt3bThtbXoySE0yWVQ4S1N2SVNMRFZIVVdmZE1SR0I0bU9KRUFLQy9zOUpzZHY2WkErMzRFS0pSNTFBekEvVXpBcGlhRHZwcWlxbG5HR0RYRzNFRHd4QjJYNDdSOUsyTlFDbmcrUlVRbWNHOEk0TitOZGgxZ2ZuM0NXTnpyck9YajlFZVZRSEFqaldlL1FMQnRvUVB0RFdPeGgza2RUVGxmVVorRlpNZDNjK1pWSWRyVzRzU1NNYzJZNDBlZGN3S2VEdXl1RVN5aVJoR0U2aEFJaXFXeVpwYXdodHM0UWEwZWNnb1pZMFlUalBwRDJyeDU4K0dFaElUWkNRa0pOeGhqcnNqS3ltcGpqSmxvalBtV3NmRHk4dkx5OHZMeTh2THk4dkx5OHZMeStvdVZMY0E5bWVtbGdQSzFnWVVGZ0ViSEFhbVpXSUhjQWNDMFNnWSt4Z09RYjNSZzJCRVI2YVdxN3p2WFZ3WStGZzVVSXczZ2V6T3dmUWFBZFNyd2JCU1dLU0ZySzRQVnl5S2dhUStlMTFaVmR4aGpHZ0MxOTR2SUI4QmJhOW1TUWJrTDdNTTVBSFk4eitvSHhIdU1RMTZMT0JCYnNBYnBvS3BmdUEzZ2JJREhnUDlXV2RTaExObmxNOGk4N2d2b2JSMkE5am5KZ204WTZKOU03RitLTzU3NVUybjNsUVFFbHBJbDNZS3hzRm5saTRIV25TbDd0ZU41ZjVUTSs4cVVPNTFzNjhiQTJGUUNOVi9RLzNjd0JtbThiN081citjWnFlelVjRDB2WHlOSWtRSzBIMFpkZXpFbW8vSE10MmNFVkhSODdodlQ5am0wN1Q1Zy8wc2kwbDFWMDR3eEpaMWRBQ09wLzNVRVhPNG1tRE9KK1YyQlp4d0g4Sy9nM2xMVS9Ud2dmd3QybEx3bEluM3dkaDlHME1ScUsvMXZkNXBNSTlCZzUzWVdjemtuZ1liUklqSU1UL3NlakZrVVl6VVJheGQzbm9tSUhDTkwvWFhHN2xIR2RUL3JiZ2NCalZ1Yzc1c3diZXFscWhtOGR4NUJtK0FoMEhNQThFL1Q3MkVBZUU5NzVnTUJsZjYwSzUxQXhBS0NDWTg1bGo0WnpPK2l6dUc1OXYzUnRPOGF4c0hOdEUvbEhBTjdRSzVkczFVWnUrNEVzVm9CN1RQSnRPL0Q5ZjloM0pWZ3ptS2UxVGhDdHZ3YzFsQXJBZ1UyYUJkbXA5QkVNdkc3TW9mdGdjUHZ5YWwxSTBHWlA2dXN4TVRFalN0WHJuengwS0ZEM2JLeXN1N015c3E2V2tUR1ptVmw3ZmdMeXZmeTh2THk4dkx5OHZMeTh2THk4dkx5UXRuQ0tvY3M4VDdBUDFkSitJNkhnRnd4QWM5MkFhQXZBdncxZHpKdncwQmc5ekRhdkdUUEJzc1FNcFV2SkN1OEQrVThCeEFiQ2JDc0FEeDltSXpiNVFEaFNXUm9OMURWdFJ3Y09oSElONFhNWmpkUXNFeEVCcXRxQ3ZXcURrd3NRZWJ5SWNEblY5UXBtRGs4aXF6Y29HNEYycnNIY2Y1SUVPUWpZR0JUTW9lUDRoK2VHQ2pqVXFCajNzRDdteG1QUnJ4K0c1aGFuTG9uQVJ6cnk0a01haHVrK0J3STNSVGcvU1U3QndvRFZPY0J6U3VKeVB0QTBZZWR1YnNZUU4rVFhSTDIvVmRGNUdrc1Nvb0JuNHNCbWdzN3dadmxJdEpGVmZjWlkyNG55SEpBUkxxcDZoNWp6Q0tDTmRZenZTSjlOUmxMSUh1bVFpOENGT09CcUwxVk5SbWdQcE0ydkVBRy9FenV1Wmo2REhleThLMlc4SXlYdVM2VkhSRkR5QWd2ejV4L1hGVjNHV05tRUxTdzg5c2VsTnFDK3p2eW5MT2RaN3hHdXpwUXA5R3NpODVrZEVjVHpCbkRXTjRaWVJmS1dOYkJiZnpienEzMjlOTm9JTFI3MzJJUkdlZ2NjaHpOdXFzUnlEQi9qN2s0amwwTkJranQzaHRET3lweTd3Y0VBSzVnYmVWMnludWRmcnZXZWM4d0xpTUk2SXdKckNkaHJUM01lazJucnRjNkIxQ0hBTzUyRFM4VGthNnFlb2k1TjR3NXZaNXpNL3J3ZlJIc3kvYzRhMkFNOWxRWE9OZnNJV0JYbDNsaDIvVVQzei9qNU5UYVFMbC9tWktTa3RJSXl1eGdEWHQ1ZVhsNWVYbDVlWGw1ZVhsNWVYbDUvWVhLRmhuM2pxKzdXOTlVRVRtZjkxTElNcS9wWExPUGUxNGg2L2IrQUNqN0hGdVFORGtCQUlzRFNTdEY4R3pmQy9SOXg3R2s2QUc4V3dSd0xRVlV2WjdNNm0xQTRDN1lZVHdoSXQ4YVk2NEYyaDhHampZTVdOeDhMaUozcU9wUjZsVWFXRjhCc0xjSkdMb2VtNVRTenIxcFFMeG5IWHNkb1p3NndFbjNJTTd0Z083MTlOVXQzTDlmUkJxcjZtZUJNdXJUbjNrQnZGYnhBRk43K09kWEJDek9CdEx1d3o2bEtuVXZ5djFmWUtWeUJjR0FCTXE3QUdqL0FuL1hBRDdHQS85emNQOFNzcnh2WTR4emNQMWM3SThzdEo4SnNQMkozUWwyZkhlS3lCT3FtbVNNdVlqeDIwOTU2Y2FZT2Z6YkFFNHY0THlCVWNEYkl1eDR1QVU0UHBsNjlnTDZSOU91SyttVE54aURWRExMOTlMKzl0eXZCQ2JlWUR3RzBEZFJ0UGNGRWJrYUgvcGRCRHQyR21PR0JPYjNRZWJiRmZpU3p3T0F1OUIrSXhuNUQrQWIzNDhzLzRjY2IvZWw5RWxiZ2pydStqbENSbjVmTEtFbUFlMVRlTzhWNXNCRGdmdFdFOVRZNjZ5NytSemthc2ZGSHFyY25tejJlNWhYQ1NMU1YxWDNjMjhwbm5NQi9mTU84NncrWSs1Qyt4WDA3UlZjbThMZjd3TFNpektmM1BXL202REVBNVIxbk4wZkpSajdSN2xtSHRBK2t6SnVCdG9YcFI3VnNNWnBURm5Cc3pQQzFHODFhLzFIQW4xdUVLWUZRYm9aVHJ2Mk1UWk5BenN0Z21ybTdFN3c4dkx5OHZMeTh2THk4dkx5OHZMeThzb0d5aTdnZmhCMkhxN2N3enZEQVN1SU5BRHhQS3d2dWdhc1VYNFFrVWRVZGJlY3pQanRpbjFKSkJVQ3B2VUVPRjdEQVpFZmtJVmJDN3VRaTdGNE9VVFdjbm5BNmRQQXlUdko4dDhISEcxQkpyWlZ2SWc4Nm9ESi9HUXgxK2RaYzRIOXE4ajh2Y2daUTJ2MzhaU3Evc0ozMmhoVEVac1VkeWVCdGVHSUlnaHhHUUdGTUpuMkh3YktxSTRGU1VHQ0RsYmZrYzFyRDVGZGlUZDlKakMzQUJBNUg1bkxWYmh2Q3pDNUFzQjdGOCsrbXJZOEl5SnJ5UnJmenpVTkFLUUdtNWxPV1B3OHlmc1c1bmZEVjc0QTJjNDM4NWtiNUVobHpEODJ4cHhMM2FLQnNadnhFbmZ0Z0lveHJ2WVExN0pBKzdhMGJUaGd0NjJxZnNjOXplaVhiYlMxT1VHYW5MU3BOVlk1alJnSHd6Zy9CdkMrei9HUWY1ZUFVRDI3STRBZ3o0UFUyU29kRUozR05lOFM0SExQZGRoSEVPQXVkZ0Mwb2N5dXpLRjg3RzVveDN6dUZWZ1A2WXpITUdEeVNHQjJGbXZ1V2V4NXVqczdLNFJBMGNPcXV0cFpkMTJ3a25HMWh3ei9lMmhEaUVCREcxVmRMeWQzeC9RbktHSTRRNkk5ZGpZakE1WTczNUg5ZnlQUSt5RHI5aFBhbm9lNWZiRnpUd3A5Y0Mxek9KMU0rUDJzeHljSjJuVmovWWNKZExSanAwV3NNL2YyTUZjclJ2Z3VFdnArSXpzVDFoTTBzVHNYanREL0J3bjYyTU4wanhFZ1Vkb3dYVTRoRzV6MDh2THk4dkx5OHZMeTh2THk4dkx5OHNvK3loWldPWURFdFVETTh5TjhIZ1JoTThpS3JrZ1d2WnRsZmxoRUhsVFZ0YzU3ZHdMV2NrbGtKWXZJN2FxNjNSaFREb0MrRFd1Tml4MkEyQWpBMTRwczV1blljd3dFWkU0QU12WUVybDRaZU1aQUlLTVlZM0lCays4UWtYV0Exa21BOGFKQWV6ZEQrUVVSR1JITXJDWGovQVd1dHpwSzhLSU81VnZvWDFCT1pIa3ZEcFFSUzZEaFFvSUcxWUNwaDhqV2JnWVEzUVpvdHdkdjFoV1JtMFJrRFdYYU9od0J3cWR6bUdvTTVkd0RBSDJKMTY4Qmd6c1J2Q25GL1llbzV5NFJTU1E3V1hsK0YxWDlDVC8vRHRRbk9FZXlnT012RTVTWlRac2U1cmxkQ016WVlKSE5mTzdIZUY4THdPM01NNzhoY0hDbnFuNUZuOVZtdkk0QzRDOW1Ea1FSMU9oRmtLS1RzdzUzQTNicmtPbHU1K055cnJtQ2U4Zmk0WDRKMWl1MmJXRkE4cXNpOGlHZ2ZCdHRzVzFJNDU1ZXJJVldYTk9lWUVVTWMrd1I0UEdRd1BvUmdIWi9BUE9iV01zb3UwRjZzUU5sZHNCTzZiQ0kzQmM0ZDZFQjdZOE9sTitLTWpzekJydEZwTG1xcm5DdTZlVUVpNnlmL2dINnFxeXpObjVrL2c5aWppWXlEOWN5M25zSnhnU0RCM01JS3BXaFgyZlF2a2tFd2FheWZ0c3lUbHM0VjJLYk1TWkUwT05leG1zOGdZQ1hBd0ZIcXhlb3kzZXM3V0xVM3o3M0UvN1lBN2NOWHZrZms2bi9HYnR4T2tjbzI4dkx5OHZMeTh2THk4dkx5OHZMeThzckd5cTdaTnpIWXdWU0MzaDZLci9tRkJFWnI2cnRnTXdMQTlEeE9QWWVGcTdtTXNhMEFJTGw0djdEZ1RLM1lGMWpvZjNMd0VRRjlrNEMvbG9BUGdBTGxqY0F1aytRNlRzT2lIZ1gxaGFYTzNBeFJVU0dxT29pVlRWQSs3NlV1UjlRT2h4d2FHaWJhK2Z6dm9qMFVkVmt0K0prN0Q4VnlDUStodC84QlVEaUpLQjlDVHpCeDZocWxsTkdQcktMYjNGOHQwUFVheUp3dmlod3RSdjkxWWRzOVFld054bmw3SWpZRHJEZFR3WnhQa0I5QS9wMUlTQnpQRzJkaXo5N2FkcWN6QTZCUkd4U3l2UCtPaXhLdHZDY2h0UW5DSVZ0TnY5Y25qMEttNUdoQkZtNjg1Njd3eU9WN09uRFpNTHZJZFA5SjRJTFovRXNPNjlxVVg0V1FacWlaSUZIMGU3dVdLMTBjNkQ5VG5aZ25BMll0NGVjZnVJY3VoeGk1OFl6UVB6RlpMUXJjM3NJYlpnT0lGNEZrTGZRUGgybzM1YlhqekduV2dHMll5eUFwbStXTUMvVXVYOCtBYXJTUFA4OFB0OUlBQ3lPdGdjUGQrMXB2ZENOTVNGanpKMk1zenMrUitpVHd3U3hZc2swNzRoRmtSaGpDaGhqbmlUSWtNT3hpOW5IbWl2bjFQY1FXZkZkR2MrTkJQTzIwOGJ0ckxQN25lL0NvNnpwVEFJclNqdmZZeDBzcDUrcnNic2dtdStuLzZocUVtWGN5TTZZM0t6TjlRUXlndEErbFQ1cFE3L0hzbVBBN3BoWnh1SERDNWdYdGwzZk1nNHphT1BYMU5uTHk4dkx5OHZMeTh2THk4dkx5OHZMNjEraTdBTHVIMURWNWFwNkJCdU9ReEd1eVFTTzlUUEdGQVlLQncrWmZWZEVuc2Y3UEFSb0hBRWtQY3hCaS9tYzY0OEFvYi9DbXFNbjJjUzd5UWdlRHd4c0RaU2JDV2dkUTdac2J5RGVWQUQ1UTd5K3h3RzI2ZFJodFBQY0ptVHNHcUQyVFFEV3ZRUXYzSjBTbjJFaHNpdENuL1FDQmx0d2U1eE0rOUpBemsveDhLNURGbkV2TjJPZkFFSnZzb0cza3dtY0czZytob3p2MnNET3pvRGVIb0RXYVFEUEVkakJoTGl1SCtCeE5QY3ZCUVFYWVB4NmMvOTVRT2l6Z2FTMi9rOXhYUmRueDhKV0xFcldVdThibVNjRkl2VEpsOVE5aFdmZEJRZ2ZEWXp2SGJnK0RKei9qdnVTZWZhSEJJSHFVYWVYVlRYTEdGT0lJRUJaQVB3YVFHODBFTG9Ib0xjL0FSOWg1MEJuL1BHSEVRZ0lBMlFQQWRhRmVqekdISndZQ0VyTnA4OTdZbSt6S1dEMUk1UjNIdVBmbmJuYWpiYkhNcTl0RnZvRWdpSnVQN3hCaG54TzZta0RRanVjTXdaR1I4alFueUFpTHpnV1R0ZlFseTYweitTZzZLOVpMK2NRWk9rdElxK3BhaGhybmNlY3pQS0R0UGRkQWx1WE9PVmxZT2RUbCtERFJvSWN4N0FXV3NiNjZCYTRaeTV6OVJIZVc4QjNRRWRBZTF2NmNETHQvRVpFV3F2cUp1YWVQUlMzRUo4OXcvMnVkWS90ejJRQ1d0c3B1elJySklyM0JqQk9WWjM3ZHROK2UyYkVTNnl2NElHNlhsNWVYbDVlWGw1ZVhsNWVYbDVlWGw3WldObkNLa2RWVnprdit3VXNacXkrRnBIT3FwcHFqSGtsZ3ZYRkpsVzkzWGw5QWVDOUtNQnVPZG5DYnA4TVZ0VzVjZ0xJdFFDZzdpV3I5MWxBNnd0Y3V3aWcrenh3dlM3QWVaeGpsM0lYRU0vS1dsNk10RkRUR0hPMVUrWXdNb1BYQXZpdkRiUnBqWWkwVU5XdHdjNHd4Z3h3RHRJVlFPRm1BRjhTb0hNaDhPOXREZ3c5NXR5dkJCZzZZYVZ5RE91UVRHRC9kWTRmZlF1Zzd2MkEwQ1ZrTXM5eXJHcUVnMkJuR21ObUF1dm5FOGdvUVdaeFJ5RDNiYnhPWm5lQzFVTEdyS0hqZlo0aUlvTlU5V1BxWFFOd1drSityYzBpY3FPcXBwRzEvUVNRZUNpKzVjTWpaT2p2WWp3bUEzNjdBRXRIMHJaZXFqclN1WDRNQnhUUEpZdDlHbjJjQWVoZnlvNlJ3bHgvbk9zV09EWXVRbWIrZHFCc0ZJZTFQa3JXOVNUbXI5WGJuS1hReVRsc3RtN0FIbWcxNDM0ZmYrWXlQL3JTNWlPTVNUeVozSmN4WnpMNGZDM25RdXczeHJ6RUdCeGpWOEZUWlBjbkV0aHhMYWRtcUdwM1oxNFZJNkJSSnNKY25zU09nQXE4MTBsVjNVeHllMkN2UGNSM05IV2RROTFkOWFKUHF1TGpuMFZRN25ZQ0ZwMlpRKzdPaWc4SmJBM2s5VklDYU04UkxMbWVZTUdyQkFYMzBTZnh0TzBDZ25lbENXWjBaNDVIbW92Q0hOaENBTzBCN2lsSHY5N0h2S3pyWEovR1dpdERZR0VFY3lMZktjcjM4dkx5OHZMeTh2THk4dkx5OHZMeThzcW15aTRaOTJLTWlUTEd0SFN5YlcxbWVCYmc4bllSaVRMR2pIQXlqUThBdzdiZ3cyN0xxZ3BjTGdvQVhBcmtMTUlsS1ZqR0REZkdxREhtWnJLR2hhenpkN0ZtR1FYY2ZCZm8zQW00MXhvQU53d2dlUTNaeVk4SG12V05pQXhWMVJTZWN3WFo1Sm5ZcnJTay9vZkk3SGIxSTRHS1gwQjdiRWdhWXBIaXlsckkvSVExUno4T2l2ME9hQi9jeFhBWkFITVRWaDgxNk92NXdPWkwrWHNVL1hlOW5JQ3FiNU81L2hqMkx1Smsyajluak9uQVRvZTN5RUl1N1dSK055T2plUlhXTVcyYytueEZsdnAvc0lLeDBINFl3Ukl4eHBRQS9KOFRZUXB0SUhDU1lZeHBEdkQ4aFB0dklDZ1FoUFk3R010MndOSzVXQ1YxcFgzVHJVV0pNU2EzTWVaeGdPdUhRTnQ3UmFReDhQczUrbWFCQSswenFmdnIySzVZYUwrSjYrNGdrTFFWRUcwQTFSZHlYUlo5L3hDQXR6UFhYaGpJZXQvT2ZHMEtERjVNMy9ha3pVZXA3MHJlYTh3T2xKMTgvaFc3UGpKWVg0M0kvTTVKdmIvRjZ6NmF0a1k1NjdLbk16ZUxBN2FyeUMrMW1ybmVoM1ZqN1l4ZTRMNTh4cGpPQk11c1hjeDhQaDlKOXJsVkpqc1RidUk1bTFnLzVhakxGd1NMZWhCa0VKNzNLcy9zNkhqaDkyZnNiNUNUQVlQM0hMdWQreHhvWDVDNVY0WjVPWnUxY1Nwb0x3UVV2bVQ4dHJLN0pKMCs2aFNBOWhtVWx5ZXdnOGRDKzZ4VFBFT01NY0hEaGIyOHZMeTh2THk4dkx5OHZMeTh2THk4L3VIS051Q2VqT2hCL0RzWndHV2grYU5rREQrRTFZY0FGbmNCU1lkYlgzd3lzcWRqWlNLQTBHTll2Z2dBYktIenJFdkpvcmIrMUs4QnpycUtTSEd5dUI4SEN2ZWc3T0pZbWF3Qll1Y2tLN21vMDU0a0VXbnJlTEtYSW9QMmJLRDhlYlJoTlZZMnVaMTdrd0Y3SDBUb3AybzhxNGp6M2diZ2JCNEFlUWN5dVgvQzVpUEJMY0FZVTRXczlhUFU1VlkrbWcyNGZKRDZQQTlNdkpTTTlQVUE3VnZwazN3QXh4YzRyUFkvWkxtL0NRUzlHc2pkbXZiM0k5TThJUUJqTndMMFN6Z1dLK21NNnpEblhJQVJCQkJjLzM5aGJ2U2xMNnZMQ1FpN2xhemxPSFpGQkE4NHRvZlBYZ2ZvZllYeHRic212aEtSSjFYMUVMc1Q3UGovUkJzckV4U0lvbStlNHI1YWxCOEc1dmVsYlhZM3lFYnEyWnp4T3NKWXJ5ZkRnUEZOSGdBQUlBQkpSRUZVL0JhbmptdVloOUdNVjdUamsyNlZBcnkrR1pBK2hhQ09QVjhnRE15Zng3eDRuS3p5ZlFSVnZtWk43YWFlajVDVm5vZWd3WENBOWJtc28veDhyMndXa1I2cXVwczVWWWo2M3h6bzU4M09Ub0VHM1BzSnUxQ09HbU55TWo4R09OOVhyMUxQK3dMQkhlR3cxblRtNUg3V1dRM202Z3M4ZnlvQk9Ec09iekpHbzVtSGEzaG1CZXEyRU1nK21XREFEaEhwcUtwdk84L3R6N3dQVWIvYXpLMVQ2VWVDWm8wSUpoU21UNzlsN2Q0UXVINFpmd2F6OXM1MkFrRENyb05UNmJQZitNekx5OHZMeTh2THk4dkx5OHZMeTh2TDZ4K29iQUh1eVdidEI1Qk1BeXpHWU9GaTRYY2NBREUvZnRIcmdJbHZxdW9VZk8wTEFKRHJVUFE4SUZ4VHh3ZitlekxaRHhsall1VUVNTFMySkIrUTRmdUNpSndQMkw2Unovc0NuSGR6ejBIQTRsNE9xRHpmYWRKK0VXbWtxdTRodTR2SXNFM0dtejJack4rN0FsN3R4MFdrdWFvdVZOVndvSitLQTlZck8yL3ZJdVA0QW9JSkQySzNrU29palZWMVdZUXlYZ1VNZnVQWUVyMlA3Y3NNQVByTEhBSmNqUGR5QW5iTEFSRnRwdkVId004THlQUmV4OEdsRFFDWDkxRy9VV1RnajZETitibi9JT1B6RTRDOW5ITm83VWhWemVDNmlaUVZ5ZjVwc0tyT0ozRHlIbUMvTVVHYXlRQnFWNWtFQ01vQzd4TUlTSndEM04zTFlhVGJ1UDVjNmgvTGJvL2QxS2NJZmRHYlBtam1XTE84UWdaNGZlWjJIc0QzSm9JUCtRSFFEN0E3b1UvQU5tZ1hnWThmNlFzN1I4OE90T1V0dk4rL3AxL3ZweXdicU9panFrT29kMC82ZHF1SWxLU2RyYkdxdW83Z2cvV0szd3pvbjhLOFBjejQ1V0J1M1dRdHJvd3hPUUR0VFFOMXN3ZnEza2ovUm92SWFsVzlYbFYzY2swRDFsd3NyejhqOEhBcDlYRnRZamF6TnB2dzNmWTg5WDVIVmR1em8yRmlZTHgzVTRkeFFQa2tucm1Eb01SbWRqczh5M2RNaW9nOHJxcXZPMnZtS2NZM0Y0R29XSjU3S2l1eUF4eDBleGZyb3pKelpUdnJyQ2x3M2pBWGQyTmI5UWpXUHlINnlnYW8zaWFBRTFHcTZzRzlsNWVYbDVlWGw1ZVhsNWVYbDVlWFZ6WlR0Z0QzK0lwZkJlQmRENXhjRFJ6Y2JveTVHSS8xdklDMVZ3SEhLd0RWWW93cEFweTdpaksveGd2OFllYzVhMFRrTmxVOXdFR1lUd0JSN1dmMkFOQVl3RjRqQUZwdnNwRGZJT3Y2Ry96b2MyT0RVc3g1UmlvZ01KRjZGVFhHdk94azUrYWxuV3VCcVpuT3ZjY0JmdThHTzhnWVU0WjJ1ODg2Q2dpK2dHejVnbVJzcDFMT040RXlDcEo5WFZSRVBpS0RPQS9XTlZPd0M3TDJMQjJNTWFXQXFsblkzNXpOYzZ3SCtadjAwUVhBNVkxQTRldm96OGVvNHdRZytRdFl0bGlvbkVxRzhRNkFxODFXL3dEZ25HcU15V0dNYVEySUR5cE5STVpqZVZTZXNURHNPaWdFOEN3ZTRiNjNBT1BkQ1JqMFlRZkVtMWdPM2FtcWFmVFpPV1JrNThaV1pSVkJuUEo0bHcvaGJBVDNFTlJFZG5UVXBiK0VBTVVueklOOFFQdWhJdklPOTdkbXZSb2cvSzMwWFMvNkpUM1FsblNlY3psOS9RRDFleHpBbk1GY25tU01xVU9kYzNQV1F5SGEzVWhFMWhwamJzTFhmeU9CaHloc1pVWmlBYldiVEhXaDM1cW82ZzlPWFJxekt5WUlzbCtpdklkb1Y3ejFxamZHUkJ0ajd1WEFXbnZmRm9JY2x6djlKdHk3aVdESTB3UWNGbUI3ODRtSXRHUDhoeE9Rc05wTnh2NmpaTmYveUw5VENPclpRNWpmNHZNaklqSkFWZWZKU1Z1cXBueUhHQ0MvT3JzbmdqSjhUMHdtUUxXU2dGNXhkamg4VGZ1RVFNaVBCUGtlWUE0RWR5c0kzNGQ5VlhYZktaN3A1ZVhsNWVYbDVlWGw1ZVhsNWVYbDVaVU5sVjNBZlZkZzlob0E3M2NpOHBDcWZtK01pUU9FbmUzQXlOS0E0MDc0eHhjRTJ0MUhlUW1BMUh1ZHpQQzFBZXVhRGc1czNZUVZSbk1ScVVSbTlHQ0NCeE1Cb1Q4QWVMOEdzaDRDenRZT3RHV0NpTXhSMVN5Q0ExMDRqTlZxSjluMzlYaU9jVDZiS1NJVFZmVzRXNkF4Sm9iczR6cnlTNzBEUUg0RkVQc0ljSGFDaUV5MUIrTEt5YXpvd1FENG5XVGFGd1ZHZGdZYVhraWJ1d1BWeHdHYU93QkxSNUdWSGlZbzBnRXdPeHdZL3lMUWZoc0JsV1dBeWpzQTNwY0Y0UFB6Wkt6M3g5cEg4QVJ2cTZvLzhyb2U4RHIvTDVzdVlRSXBBNDB4K1lIZzFjZ3EzNGRkU3ZrSWMrMVRudHVEUUVkdnhtRVNiZW5LWExFSHJUNk4vYzd6emlHcFRVVGtjM1lnWEF3VXQ5blJTYnhmaUVOYTh3R0l2NlIrWjNIZFc4eXRsbGp1V1AvOWc4ekxSQUJ4SythZmEvVVRCa3JidVQyQUxPNWh6c0d4bnhDOEtjNmFLY2U4eTgvYWFhZXFueEs0R2s4ZHR3R3doNUx4ZmhQQnNSTFVMNVd4L2ptd1pJeTVDOGdmSEovRndQRW42SXU5ekt1TnhwZ282anZHYWZjaDVsTmgrdHo5N2pyQ3VOMUgzWmRqTlhPQTh1M09pc3VjZXc0ekY2b3pYc21VL3pVQmlWcXNuKzVrdVIvbHpJY3hUaGtWbVp0RkNLb2RwRjlPcFdUNnBnWEJxS1AwWndidHQ1WlUrK2pyd3F5eGFoSE94eER1YWFlcUs0d3g1LzdHYzcyOHZMeTh2THk4dkx5OHZMeTh2THk4c3BsT1plWHdUMU5Yd09jQU1vbmJxR284UUhhd2s0azlENWgyc1lnOHFLcUpBT2xlV0lRSTBQVXUzcXZQZTBjNW9QVUxPUUViRy9KNUxySmVtK0ZIWHAzclo1QWQvZ2F3L0RzZzZ2Y2ljcitxN2pmR0xPUTVydWFwYW5mbmRTUDM4RTVnM2dUQTRScXlnNjIxeW11cStyQkVWZytDRUs0bVlhK3hoamJZVE42WmdUcFlQVVBtOEFFeTVITUJFTzhDMEQ0QS9MOE9BTG1RZjNjSDBzYzdkaTFKOVA5Mlk4eGI5UE9UUU4yTkluS3JxaVlaWTVyeHpIVUVLTXFUSlo4YmlOeVJ6MXRSN2cvWUJHMlJrOW51YjdOTElhaHRXQjd0TThhTW82L2JrblgvS2NHZFpNZUNSYWpiUU00eGlDVmc4UVlRdlpxSVhLK3FIOGpKUU1jVEJCMFNnUE9sbUJ1SkJIbWlnY3lGS04vMjUxYm5rRk1MbWk5eHprRDRTbFh2Skp0N3NBTzlqWWpjbzZydkdHT3FrVlVlU2NlQndlZHdNUExOV0xuc29pN2ZxZXIxSE9ZN0h3dVo5NmxQR1E1ZGZZZlBKMUV2YXhmekJQM2Rsb042M2JNSVhsTFZaK3dMWTh6bGdPZGlnZnA5eDN4WTZ2aTBOMUhWajdudlV0YUJ0Y0ZKWlM1dklpQVM1UVFnQkpqK0FBR0UyY3pMWXV4bytKNmRFbGM0MTRkcFYyNENYc2ZZRmZDUmN6anZEUHJ0QXNab2xJaU1WZFVzNnBpSEE2N0xVZVo2dm9lT25tSk1oUG44Rk45aEx6RzI0aHllRzgzWXJSYVJtdmpkSjlFWHVRTmxIUldScHFyNm9URW1OMEU5THk4dkx5OHZMeTh2THk4dkx5OHZMNjkvaWJKTHh2MWlBR0VLNERMZUdKT1BiTmVidUdZWkh0RjFnZXl2QUZjZndoTTdDbURhRmJCbllmQlJQTkJmbHhOQXJoeVFzaEJaeXlPQmJkV0JhdE1wb3pjdzBJTHVUOGhPem0yTWVTa0E3Y040WDNmakdUbU1NWGRUbHRWUFFPanV3TVl3M3ZaWnZOOHUyQ25HbU56R21IYlV4U29MRUh3VlFISVZtZmEyRGowQ1plUXd4anhDWnJlU1paNkxkdlVCV0Q5SjV2M3RaRGYzcE8wakFlR3ZPTkIrTlhZOGg0d3hZN0VNV2tiRzhBOGk4akRRdmpxd2V5dC82aEpnQ0ZQL2RoeG0yNC82L0lTM3VJWDI1eEU4aUFUdHR3SmZEeGxqdWdIL3h3SFlsOURHbjREengrbXp3MlRNUHcwd25zVzFrd0hhLzhmZWVZWlhWVzFyZUl5ZEJraHZZdS9LQVlXc0ZYczU5dDZ3OTRJVlJRV3NJR0lGc1NFcTJIdlhZKzhlUmJGMzlrNENJaWdpUlZGQXVwU1FaSS83ZzNmSmROK0FvS2dKWjd6UGN4N01LblBOdHRiZDl4dGpmdk9zUkxTSFF4Q3Z2OFRTYUlOZ3o0U3pzUmg2TVJDdFp6TzJFNEtWQ3RXSS9Hdnl6QVcwL1Rnemk1bmZ5ZjRHUDdQSzVMOW10akdyRjJwaVBpc21tdEhuLzhZTzVtdjY5a3NST1p5ZzE3V3NvcGpBOVJ1SXlFMnEraHpXUzgvVDl3TUphTHlBMEg0NUF2b2VQTE9TQU1EcHdieGFtL2RtOVp6NlRVY1V2NG15WmpBbjNqR3pQRFBiaS9jOUVlMHJlTjRVeGlNVjdFZnhDeFpNKzVMMS9pcUNkeEdCdWhGWTBteWRVNGVQZU1jdXBZd0xDT2JzeUx6N2ludVNPVDJFZnFtU3hTc3RIZ3RFKzdsazVmK1VFMUJJK0pGMzZGeEUrcWNEMFY2WWowV00vL1AweTdlOEgrZHpYcGd2V2E3ckl5THZzeW56aFFSK0hNZHhITWR4SE1keEhNZHhuSldFdWlMYzMwY204T21xK2laaTFSVjRwQXRlMGYzSk9uOER3ZG5JbUI2QWlEb0ZNUytmZXlVUXdLNlhSWUxjS25pNWx5QW9ka2VnM2dYQjdFa3lqbzlFNEN0Q01Id1I2NWRxYkVVT3lxbi85MlIvVHpJelpmUExtd01ia01sa0FPOUpWdkVVTEhsU2lJamRWUFduc0VBelM1R0YzSmU2emVQZmNZalFxMVBmL2NpWS9wWTZUTTZwMi80SW1BMFI3dlBwbDdNUmRLOUJkRTQyYVQySFFNaDFDTHFYMEQvQ2FvYVRhTU9wQkVkR0VQUlFzdkRmTnJQVldMR1FqM0M2RC9YTFEzZytEd3VSZThpaW5odGt5d3ViQmwrRFNKc3duMHptSDdnMlRUQ2lEd0dMMThsY1hoZnhlaDNhT1pIN0J4UFFhVTlHK0szNDB4K0F5SHhmMFBmN2MzM3lyQ3BzYmRyamtUNFYrNWwyM0pJbHVQSUtjKzFvanIrSHNOK011c3lsbnd2cG43WkIyL3FMeUdQWUlsMFpsQjJ5a0d2WElxTjdjd0kxbVNCanV5dDlmUlhCc0NuTTlVMEpVdlExcy9XQytqL0ppcE9wQkFTNmtwbStIb0t5TWYrN0pSc0Zzd24wUFRsWjdray85RWNnM3dKUmZxQ0lQTWg3Y1JEUGJSN2NjeDlqZVEvOU5DK3c4eGxLc0tFWWk1dDE4SXdmUkNEaEtteHBDb0x5dnBaRmdZRHptVnM5Q1NTMDVWa05zZDNxRUl6UlNhbzZpN1lWSWZUdkhaUzVDaG4zcTlRZzNNOUI1TitQc1g2ZDFRRTFqZDFBNmxTUDk2cGZzUGRGTldNcmpOTTk5UGRwekptYUFsaU80emlPNHppTzR6aU80emhPSGFXdUNQZi9GcEcrcXBwNFo1OUFGbmsrWXVJSkNJSUxSS1NYcXY2Q09Ib0pZdG9zUE5KTEVkMVdRMFM4UzBUdVNPd3ZFRjkzUTBBOWtnejZReEQrcGlDWXJvZlFsMlRCRGtQTW5Fd21iYWNjOGE1YVJBNVQxWEwrWHBWZ3dtcjhQWTFnd0VVSXFOL1IzZ0t5Yy9kVTFXOXE2Sk9OeUpodVJobFZpT0NKai94ZEJCZldSUEE3SUtpRHlDSVJjblBzVnRvRWg2c1JBOTlFT0Z3ZDRmSkZCTnhyRVI5dlFwenZRbnRuczJIczV3aTIvUmlQR0RIMGVGVjlEK0g1S1FUWEtZaXU0OGpvYjROUCtWanF2d2J0NnF5cUw2bHFsam9td1pQRTZxbVNqSFJCMEg4RDBiay80bnBuQlB6TkNGSnNTNTJmRlpHMUNacHN5YWFuOHhqekl4Q1NYeGVScTRQTmFEY2xZNzRod1lzMFZpemJCMEdDUG9FTms1QTVmeHY5bW9qMlgxQ2ZGc3lkWnRqcmZJdm8zajY0L3dGVnZaRzlEVTZpYmt1eXVXcEMyUzFZZGZBK3g5ZGdEbnhCNW5jM2hQUHBCRmJlcCs5U3pQUGRDQzV0ekwwMzgreTN5VVJmZzJETVpGWkMvRVQvRkdEYnNuc04zNWZFL3VaQTV2Y1FFZWxQMzI1RU1HVE40UHIvc3ZxbEQrYy9ZYnp5RU9BWGttbitKYzlxTHlJZk0rNjlFYlRyQitWTnB3MDNFcWpvcHFxM01wWVBFdFJwSEt5U0dNdmMvekVvWTArK0lVWEJzWThKTnVUNitBdjkxcDczNERSV1orUnVpSndsTUxFdUh2bTM4WDNiUHJobUVvTCsyNnJhUTFWL1lmK0FRWHlMS3NSeEhNZHhITWR4SE1keEhNZFphYWdyd3YwRFpDQ0xtZTJBa05jQXNmZ0tCT3ExK2U5eFhITVZJdHhzTXJnL1E3Qk1zb0RmRXBGclZIVUJGaDFuSUxyUDRkNDlFUGtFNGY5TVJNZEg2TGNLdk5EM1JpUjlJY2c4VDVpQnZjbG5zdGplNVJreWd3VWg4VkVDREZNUUpwTk0zbkVpMGtsVkorVjJocG0xSThzNXNkU1lpK0Q4R0xZWm55SVFGeUZvSDZHcW80TDdsVTE5bndoc1I0UTJYWS93ZlJQaWVnOFJlY25NZHVYYzJ3aTdKeUwwSnUwNFQwU2VON01kQ1dCVUlKcFdJSEFQSVZ1NUoyTDlkNGpyYVFUY25SRnBQMEwwMzVCN0IyQ2RJbVpXWUdhbmNWMUNGVllrclhudWZRamlMeVUrOTJRb3I4VzRYa0s1enlCT2w5UE8zUm1ENHhuSDA4aVFQeXF3U0dsTlc5YmlPVy96eklqeGVKU1ZDc2NnYWxjeGIyOFZrYjJZZjRYVXF6SEM4NGVJNE4wWS80R0JhTCtBRFBTdVpwWkNxTDE1Q2U5SUpjLzhpcm16TjlueTArbkxRMFZrT0dWY3hQWFRFZVluc1hKak51Y09RQkJPc2FIcms0amhJd2hjSmZOM3ZJZ2NyS3BqWmJGbzN3dHhPeVNMdUQxREZtVzdWeVBLSHlraTFXYTJKWE51MWVENmR5bHJNSFY4TDlpOGRUaUJwWDBKVW56Tm1IMUFVT1BZR3F5bEZsQldEN0xycnhHUis1aVRseUhraDh4aW5pV2JWWXVaN1pKalVWUk4wS0JaVHZCTDZNdkJCTDQyb3o3ZGw3QWg4bHM4WnkrK0thc0czNUlxeHFjSjcvV0p6SVVES0Y5NHgzUDN1SEFjeDNFY3gzRWN4M0VjeDNIcU1IVkZ1RDlmVlJjaU5qK0FjSm9sZTdvQkl2VWdSSzl0Zyt6WlNpd3hIa0ZvdmhCeDh4Mnl1Sk5NMnMwUmRPc0gvdlpuY0s2Q2MrK1FxYnNoWXRxRGlMdjFFSVp6eGNxRjFPbEpXYnlSNmwzVVQ4aU9IeEFJZE5jUkxHaU9hSGdlb3U1dk1MTi9JUnB2aElCWlNZYndld1FlcHBMTnZ4cVo5Z01RU1VQV1JFeGVMK2Y0b01EKzVtQXkwZTlFU0I2RUtId3lXYzVYTTM5bWlzZzVxbm9QOWlkMzBYOU42TTlIUkdRQTJlS25JMnpQUmZ3ZGdiM084VmliREVLMFA0cXlIeE9SYTFWMVBsWXErL0hja0xjUXdkK2g3QTNwbjBaa3hwOVA5dnR0ckxwb2dlamJBWnVYMll4QkVpUlluMytIaXNpWnFqcGZGbHVrREdhTTdpTUkwSTl4bjBvdzQzaitUYkxoUHlYenU0UjdtaVBhVnhNdytZYjVjQWVyT0FhUzdaOFhpUDRYcXFxeFo4R0FwYndqU2dBamo3RjdoT2Z0alZqOU9tMitudm55Qy84V0lpaC9SdURyUWpaNG5jdnhieEh5eDlOZmlYM1A5MWhYZlJ6VW9STUJpUG81ZFp2RnlwU3orUHR0Zk8xL29WMFBCc0VBd2I2b1AvUHdRTVQ1WkFYRGNLeVlUdVA0SEZZV2ZNeXhEb3hOczV3NnZNVFk3MHRmWDZlcXljcWFFM1BzZEl4dnk3UEpLZzh6MjVZNUZHYlZqMEUwenhYakt3SVAvRU5acGJJdmdhSmNodExXTHJUaFRkclJnRy9jZU1Zb0dZOUp2R2MzSWZCWDhOOHZMMlZ1T0k3ak9JN2pPSTdqT0k3ak9IV01PaUhjWXd1eEptSmtzaUhrNVZpZDlCU1J6MVcxRndMYXd3alNXUkhwcXFwM0krYjFKZ1A5Ryt3dmZwREZmdWt2a0JsN05sblg1eU9jR1FMYy9ZaHZ1eUtNRGtHZy9JV05ZL2Vzd2Jya2N6YTlYWURvZTBXd21lZDhBZ09uSUs2ZWpGQ1lDT21YcStxelNhWjNncGsxSUR0NEs3S1h2eWNiK1dVQ0ZhdFF2N1VaMnhkVjlScFZYUmlVa1U5MitEWTU0Mzgvb3UxdVdNdDhUSjFXUVV6TTQzaERCUEdtQkNkdUZKSEh6YXdaV2N3YkIyVytwNnFucU9vc05oMjlHWkc5TlNzRVhzU09aaUwySTVlU21WeUlKY2hKcWpxRHN0b2dVTFlJeW44SDRYczJka1VMRWM1TENId2tZdWxwWkZSSFpOb3JnWThoaVBaRlpIaFBRQ3llSnlMZGd6bWlCRG9PSTVoeUtRR2VvNm5yZWN5OW5vR1gvQVM4K3hzUnpGZ1ZnVCtmOXBleDhtQTQyZTc5Y3dUa1VoRTVUMVZubWxsVHhqMFV0MnVpaVlqOGkrYzFZQlhCUmFyNkZPUDJhakRIbW5Ic2FsWU5uTWI4TDJQdW5rNVFaaDNFNmM4SWNCVWdGbCtscXI4R2hNeXNoT0JMOHhycWRTdkJoT2IwUVE4MktHNkZHTjQyNS9vakVPdzdNZGUyWWg3K1FpQWhzYlA2bmhVMHMyVFI5eUNGUUw5YVRua2plVSs3aXNoTHF0cEZWV2VZMlNac0VOMHd0NzZxZWt2ZzJkK1k5M2VUNEpydnVYZkhITkZmNk9jOE11Z3ZJMUMyVnczOThpMTF1b1Z2elQyVW1jengrZlIxU3hFNUZwdWoxVm1kc0I3eitIMkNFRzZWNHppTzR6aU80emlPNHppT3N4SlJKNFI3Uk9HYkVQaXFFSm1meHVwbGtvaWN5b2FhZHlCb0xTU0QvVkUyeXV5REhjbGtFVGxMVmIrajNOWHdXMjlDbG01OWhQL0VQbVlrV2RibjQrYytGMUcwRTBMdG00akV1YndqSWdleVNxQUlRZnhZenMyaW50MFJmYTlHdUYwTkFmcFNWYjJwaGo1b2dDaDlCS0x1ZnhBdG4wUEEyeEpST1BHRmZ3THYvN0NNTmdRN2lvUERWWWpaRjVEUmZqM2k3UkdzYkhnVkFiRWJaZjhYMFRmWldQUTZoTWE3c2J1UndCcmxPR3g1ZGdnM2Q4VmU1Rnd5NjM5RTFEMElzVGl4U1RrK3FQZUdaSXl2emFIRW9tUUQybjRwQVpkK1pIQW5RWmJOZWNZR3RHMHdRWUlERVUwVGU1RWhCQ0F1RjVHZlJHVGZZSTRVTVA1SElNYmZ3TjluTTg5dVlwNWNIbXpXV3M2bXZ3MFFaZGRqYkpOTSt5ZXdUL21jRFB1dXdWaGw2ZU85Q1ZpdFFudEN6L3lheUdlY2VqTTJlNHZJdWFwNmg1bXRTM0FxRkxTemlOazMweCs5NlBlTGFGOHoyak9CK1hBSzl5VnRmaUFZbjIyVGxTVTVWUENNQXhDY0o0ckkwYXI2cFpsMVFJQU9SZnNmR0s4OW1SUDNrckhlaXY1N2l6R2R3RHcrZ0NETHhXVGVQNGVJUG8yVktFTEcrdHNFQ1A2VFdPaVlXVnYrRHEyaXF0a0ErY3FnYlEwSlNDWFo4a2F3NVVubVc4aDg3SktTVlFvWEV2dzRNK2M1UWpEa2NvSTk2OU1YTjlET2VkZ2RmVWkvblNraTcyQlg5U2JCcjJUZUhxNnFsZGc0T1k3ak9JN2pPSTdqT0k3ak9Dc0pkVUs0UjFUZkg3SHJQaXhEZWlKKzlrZnN1Z3MvYmlFTGRhQ3F6c09lSThsMHZ3enhUOHlzRURGNlJ3VGRHWWlleWNheWlUVkZSNnhHS25uR1JXVEEzaW9pVzlkUTF6U2JYazR6c3p3RThWNElpZ3NSeGpjbmsvazhzc0MzUWtCL0FESDhOeUFlOXhhUmN4QjdQMFBnL0lBeFBKeExFNHVTRDBUa2dqQUwxOHpxVTVjOWNvci9pSHJFaUpzTGFPOUNCTXYxRWRTbmNqNEpERnhERm5JaGJUb2tLSE15b3VWRXhPSnJBZy93OFFqdFp5Qktua09BNEZJRXlmRllJeVhaN3EwUnZ6c0U1WTlGSkYyTklNanpaTXFmaGxEY0VUSDZVcXh6ZWlIcXptWk1OY2c4VHhOMHVCSHgreXhWVFFmUDJqYndwcitZTVU5c2xONWtSY1o5WkxvTGdabUxXTmt4a0VEQ2ZPYVRFblRhbGtERE9mVDcrV1I5Ry9QekxGWDltZmx6VWJEWHd0S1lReEJvSGVwM2k0amNRY0Rua2hybTZuVEdid3ZtOHBmODNUZndleDlQRUdMZjRMNWJST1RLWkJXSG1UVW5zSkJydXlRRU5GWmo3S2J3WGd3eHM1aDNxU056U2Vpam0zazN6Z3ZzakRZbUFQQTJBYWNaSWpLSytaK1B5UDQ4QWFRTkNMd3NSQ2hmd0J3OERnLzVpK25YQm53Ly9rVUFJM2xQeG9sSWIxV2RLb3RYcC9RbWFCZk83VGNKeElXWjlvbm9YNDN0eldDeThxK3ZJYU0vU3pCeFRRSVRiL0ZldHVJN016V3dVWG9ReTZUdGMxWW5mTUhLaFdSRlNyY2xUUXd6MjNkSjV4ekhjUnpIY1J6SGNSekhjWnphU1YwUjdyc2lyaDJwcXFlVFRYMDRXYmV2SUo3dVJudCtZbFBYS1dhMkhVSmtrWWc4cUtwM3FtbzFaUjZJUVBnQ0dkQ1hJY2dubkl1SDlkVms1RCtGR0YyTmlMaGpEZlk0djJDUFU4N2ZSM05QZlFUS3M3RE1pTW4yemtlVUxVU0l1eGpmNzF5T1I1aWJSMVowSjBUSjBjRm10Z21KUVBwOXp2RVRFZVNMY3E3ZEgzdVh1eEVPQjdHWjdpMmNPd0d2OWlzUVdvMU01ZXNZazFOcFowSldSSTVSMVEvd1puOENBVktwLy9YVVpVdkV6V21Nd1JxSWx2dGhDWklFTExybDdCL3dJOW5KbTR2SXA2cDZBWDF3RnB1VUpoWWw1OU8vRnpFdWFUS1g2M0U4aFpqK0FPTHNlaUp5bWFxK25Uekl6TmJHZXFVTjRuOFY0bjBEQk9UYkVPZkRGUXhucXVyckJKU09wRC9tc0NyaFlmbzBLUzh2Mkl3MEhMc3gvSDBJbWYyNTh5eVhMT0owTS9yMldWWHRoei8vY1ZneEZlYmNjemtDOTIxQlVLSlhzSG56Qk1UbG83Q3BFVmE1OUNNZ2x2QUlvbkx1dDJRV2daSU9qT3UxSXZJQ0syQUdFS3dhR2JUdE9lcHpKb0VuNFJwaDdMYWxENy9HQXFnUi9YbDdVSWNwQ042clVaOGZlSDZSaUJ5Z3F0OVMzbjdNNndMZW9lU2RPRmhWUndadE9JWnZUOWovWGJoL1Zma3RJK216SXhEd1g2RE5MZVgvY3czZmtBc0lMR3hIRUdzZWZmMFpjMm9pNzkxV3ZQZXJFVno0UlVTdVZ0VVJzbWllYnNCemw4Uk5adFppS2VjZHgzRWN4M0VjeDNFY3gzR2NXa1pkRWU1bms1Mzh2cG1sRUc4ZlE1eTlLYkFSR1NNaUIyRXgwaDdQYU1OeTRoSmhrMUV6T3hYUjcwUHNKbDVEbkJlRStRZEVKSU4zZkQxRTJPTVIwOTdLOFhGUG1FK0c5M004WjBlQ0JvMFEybTVGQkcxUFcxcGpCV0pZbyt6TFpwbS93Y3gySTZ1NEVuRjlGL3BqSU1Kd3ZlRHlTU0p5WEJBNEVETXJOTE16MmZoVmcydC9JTnUzSlFMNldwVC9xSmtONU53bDlNUE5RZGIxczJUenp5UHIrSklnODNpbWlKeXFxa1BOckxHWjNSTUl3Zk1STEpzUVpMbWZsUkZQSXh6L0pDS0g1Z2luWnhKc1NORlAzeURhbjRsUWVoTDljeTNueW5sZVZ3SUMvY2lRVHF5T21nWmxWN0R4N3E3c0Q5QkhSQjRQK3EwdEFtd0RqdWVUK1Z3ZHJKellud0JFMHZZZUl2S1VtWFZsUHdEamY2c3cxcHZRMzRrZi83T0JvRDZhZ05OWHNuZ1Q0ajQ1ZGY3Tm5nZVVQWW9nMUpvRUwrNFdrWlBOck1ETVRtWnNFeW9wNHk2c2gyNWpUblFtK0xFN1FZQVBtQy8zQmZNckl5SjlWSFVtOVd0cVpvTnFDQndKUWFVZnlQSTMrdmsyeE9uN1dTbVQ1bDFZU0ZiNUcyVEJQOHU1UklqK2pxQk9FWFhlS3RpTWVCQnpjeWY2b1pTQVdrSWJnak5ISk1FUXNzL3ZaOFhCbDJUZFQrV2E4TDNaZ3JtZGJFWTdqcFVNM1hQZS95emZoS2ZveDNzSmdBd0lySjBTcXZsdVBjOTNvbm13TjhVWTNvMVhXT1V5bWNETlFRVEtLZ21HckNVaWQ2dHE4cDNKSndpeFZnM2prTENucWs1YnlubkhjUnpIY1J6SGNSekhjUnlubGxGWGhQdExSZVFKVmExUzFTeWU3TjNKWmo4RzhYTXVRdTBYV0dGY2lFM0tiSTVQUXZRL2hpejZ1U0x5SGlKYnErQlpQeURDOVVOQXV3YXJubzBSSU9NYTZwZFl4d3hTVlRPellnVFV0UkhjcmtPMDNRSVIrU2ZLTEVTOFBsdFZwK2NXaW5oNEo0TGVMV1FWcjBxVzhjazVudVhUeWRaK0k3Zy9oYmg4Ulk3SDlnS0UxREZCTU9CNXJqc0drWHNBZnQxOXlkb1d4TWF6VkhXU21SMkt2VXd6emkxRTZIMDhFQk9QNUZ3bHdZL2haTkMvUW51dVFyaWNUd0RtOWFEdUp3YjdEZ2lpNWR1MDV4ZUU4eVpZNVdUSlZ1NkVUM2hGSUVyM1JYRGRMS2Q3YjZQL2R1V2FtNWxiWW1hTmVQWm0rSldQSnp0NkVtWGVqZ2liMktWVVVvKzdFSll2RG56SXM4eU5SZ2paUGJGYVNheGRCSEg2TEZYOVJCWnZobnBiWUZrajlGRTJwdzBUYWR1L3FPOXppT3RWWklYM0RiTEZKMUQzb2RUL2JsWVpuTVBZZGFXdnYyYlQ0SzVCTUd1Q2lIUlcxVkd5V0N3K3ZRWUxuMG44TzVkeExlSTVGNU10UDVqVkVLTjRuN0tzYUNnaitQSU96enFQZnYyUityZWdiWnNUb0JoTmtPSkE1dXNVRVJrV0JJa1M4cGxuLzZYZW16TnZrajdmaUxZUHBzM0ozRnNMQVg1RERzMmhuUDBJRW9TOFI5Q29lL0FPWGNkK0Q1cHo3ZGVVYzZtSXRPTllFWDc1cldoL1BZSjYzV2pQMWJSL0tFR2M0WXgxUWd0V3ZDeHhjMXBWSGJ1a2M0N2pPSTdqT0k3ak9JN2pPRTd0cEU0STk2cDZzNm91Q1A3T0lyaGZRRWEwaU1oVHF2b0FvdVZPaU0zNUluS1BxcjZHYlVzSlluTkx4TFVqYXZEbXZnRGhjSGNSNmErcTF5TEFmNGhvbjd2SnBKRkZlNk9xVm1HdjhoaWlZQlhDYWpGWjVsMFFJQzlHMkp5QlBjNDN1VzAycy9VcFp4MHlrbmZoK2ZjZ0dHOFVYRjVGdTU3TEtXWkRCT0NXQ00xSlJ2ODdaT3duNVk2bHpac2pNaitNQUhrMHowcmhyZDlWVlg4aU1ERVEwVERoZmRveVB5aG5GZnJuR1lUUng5bW40RHhXTmZ5YnNwOVExV3NEMy9TdEVmb2JCZVgzeEFlOE9WblpyMk9Sc2pyWjdsc2duSS9rM3Vhc2NqaXNCa0gzQlFJZ1I1QjlQWmg1azlDZEZRZjU5TU1aSWpJQ2tmVWpNdnV2RGJ6bU1MWS9BQUFnQUVsRVFWVExQK2E2SkdONmRZNW5FWVhYSUlneG1Eby9FclI5cm9qMFZOVWh3ZlB2eUJHSXF4Q1lRN3VibnloamJUTER2eGFSODFSMWhwbXRpa0NkN0N2d0RZR051Y3lINjdHZTZZdG8vaXh6WkJKOWNncnpVd2g4SGFXcVpjR3pJOFRuQnNHeEx3amlqS09mR2lESzl5YXdjVFZDKzR2TXk0WmtsYitLbmRFc010ZFBJNEF3anpMV1FMVGVnenBOWmVYSzZwU2RZcnoyRFN4OXdqbDVnNnBXNE1WL0cwR09ld25LRlBJdTlFKytMMnhHKzJoT29PZHFBZ1o3NVpRL2xaVUl4eEtNT0kvdjBsRTEyQnN0SUxDMFY0NzEwOVZZVUMxZ1RQZGtubXhPMEc1VnZnTVI5VDAzOGJVbmdQSU1BYUNyeFhFY3gzRWN4M0VjeDNFY3gxbHBxQlBDZllpWjVadlpXZGlsQ0lMMDQyUUFKMW0xRHlFWVB5Y2lQYzBzWldiN1lZbFR4TDlINUZoZVZDQ0NuWUg5U1M4UnVkck1PcEVoUFI5aExUZnJPU01pVjJIUDB3clJiUk9FeHdFSWpuc2pUZzdCMm1NN3l1cWlxaC9WME1aV1hMYysyY0xOQ1RvOGlHQ2ZtejMrQ0JuajFVRVpKWWpicmJHTm1ZeXcrVDdaK3YyeEZabU9KY3ZXWlA2K2hCQjhJdUpzQVZtKzU2anFqMmEyTHUxYUExRlg2TStERVVoM1FKeE5STjIzQ0RZOGlNQitBNkwvRm9qUjl5RFdKdlhlZ0tCS0lqci9qRlhRYVFSWlhpYndjUU5DN2l4RTFiN1k3dHhJOW5KaWY3UVRZellkQWZ3N3h2SUFCUHdyQ1RZa3RrSm44YnhwQkJjR0VMUllpS0NjaVBSQ3VhOGlTSzlMdTBQTHBZZXAzOUdVOVNDaWZDTGN6aENSaTFUMVB6dy9qK2VIbTRrdVFDQmVKU2gzS08zcVNMdmZFWkY5bUlOcllhMlNaUE9QSlVOOWRUTHQ5eGFSYlZqaE1KUnI2NHZJSjJUZlB4QzhGM1BaNitHellIeDJabzQwQ09xVFlZVkJmZnFoSWNHTml6bC9MZG5xVHpOM1Y2Vk92UkhkdjBiMFBpY0lCaFZSNW1mWXdLek9Tb3Z6ZVMrZVlmUFg4MWtkRTFvS0NlL3NvUVRUMnZNdGFNdS9KeEdBZTE1RURsSFZTdHBXajdJU2IvMlp0R0UyMzVjd2FQYzk3OHNSekxVRENNNmNtUHMrODY0ZlFiM1BDVlpwUEV4L2JVUTc5MmRWU1d2ZXdXcTg3VGZtRzNBdkFaTEVTdWxOQWpCdlVSZkhjUnpIY1J6SGNSekhjUnhuSmFIT0NmZUluaGNqa0JyaVkwOVZYV2htYTVCTjNBSy82OTZJWC92Z2g5ME00WFlETWxoRFpwTFJ2Z09CZ0Z1RCs2YUt5RmZjSC9iWkJCRTVTVlhIbUZraG92RmVYSE10NHZhQkNNRVBVZS9qRUd6UFU5V25jaHNYbExNbnd2c0lSTS83eUlqdWxKUE4rd3hsL1JLVThTOEU0dlVRRFNzUVBzZmd3MzRHV2RXRkNMOXo2TGN2eVd6Zmo3OGJjMDluVmYyRWpVVnZSelFlZ2hYSTV5TFNYVlZubTFrN3JFQVM2NkVNZ3V5eCtKbGZ4ci83SW5yL1YwUjZKOW51V05UY0VXVElMMEJZM29HeCtZcjY5U1FqUGtWVy92M01nM3NSWno5QWxEME9nWGtzWmYyQzhMOHJnbWhYVmYyWlp5dCs0cGNpcW81akRDWWdsbTZENkxzbjR5cVUwWTA1ZGxYT0pyVjNrSDNmbGZ0Nkkrb2V4Zm5adE9QMjRKNTJDTkdKemM1Q3hxOTVNT1lmc25LakhYTzBqS0RLZEFJK3R3UjdQa3drOEJDeFNYQWg0dkxOakc5M3hQOHhDUGxuNWJ3WE40cklZOEg0YkVuNTRjYXNFK2lyZFlKajMyTzNOSUgzNEZUR2VtM3FQWUYyZDJmdVhjRzdFUWFrOHZDOUx3Z3NnNjRqQUhNOTgrZGFCUFAxYzE2ano1aVRzOHdzWWlYR2RsanE3RVFRNUYyeTE4UE5vQlBodlpCM1poQkJucXR6c3ZtbjgxNGVSaUNzTys5WHJ5QndrNUNVTTVFMk4rZjRVQUlXKy9HZWQ2RGZKdkZ1Tm1KY2ZxUmZwb3ZJSFFSblZpZEF1RDM5OXlqenhuRWN4M0VjeDNFY3gzRWN4MWxKeUxWenFMVWdyRzZISUp2VWU3S0k5RkxWQ1daV1gwUXVSN1NjS3lMWHErcFhpTWwzSUxiT3cwTTYxeDVIQWpGeUJBTHpJWWpsbnlDeVhSeHNOaXBrZ2grdXFtVm1Wb0NRZGl5aTc5bGswaDZCMS80dENHdW5JZVQxclNsRGxuSnV4YmQ3R00rOWpqYVg0aGNlMXVHalJMUU55bWhPTnYzbTlNUFBpS1h6RUd6M0k1czNpeFhIODJUdXprYVUzcHhuTmtWSTdLU3FYN0p2d0tPc0lQZ0F1NU41YkZUN05hSitIOFJySTBCeUZBTDdzWWpVaFdSd0s5WWlYVlYxaWl6T2RuNElTeUZCREg4Q3dYMUgybkl6ZlhOMmNNM1RCRnBlSVBOK0xCbjlqL0s4VVFRa0RtUWVuTVdZbnE2cVB3YmR2eTd0YnNVK0Iyc1FZT2xNaHZrSU1wODdjUDBQQ0xiZjBkK0hjanhMMXZwL0VLdUhNQWQyUUx3dllBNzBFNUg3QWwvOXByUWhFY0FOZ1h0VnNzK3JST1FWVmUxa1pydGkrekpUUk01VTFZa0VmQzRoYTl1bzM3RUVNMzVnckxvVDVMaEdSQTVtNWNWRUFoYjlBM3VlYWhHNVgxVXZEZVpWQytadDZMcy9sVGJkUXgyTlk0Y1NVT2lIRVA0NlFaWXRDWjQ4UU9aNUVZR1B5d2lNU05EMlQxbDEwWkg2M003NytCb2krUWtFYzNiT2VZMm1pOGdscWpyU3pOcndQbTNEYzVzVGZQdWUvU0MrQzc0dE85QlhLWjczRkFHYmUzTEUrQ3I2Yk50a0RuUDhWZWJmYjE1cFZrTTh4R3FNZFprZm4vQXRlSitWQi9uc3QvQmxrTEUvU1JaOXorNW56dlJWMVhKc2tONGlRQ1ZzNUhzQTQrNDRqdU00anVNNGp1TTRqdU9zSk5TSmpIdUV0WjJ3aEVsRSsxa2ljcUdxZm1GbWVZaTV4eUVLUHl3aXo1alpWZ2pUU1laMGRTRGFoNTd2Q2FNUnprNGdBL2tOc3FWUFFZU2J5MzN6RWFtSEliYWZqeDFLSllMeHBnakUxeUsyNzBQbWVTSGk0eDJoclkwc0ZxNzdJa3hQUXZDN0FNSDRMYktTa3pyTVEzeThXRlVuQldVMHgwTG1RT295SGJFNWhVLzJQSVJTSTFQK09mNzNDOW5EYTVFNTNwcWd5SGtpOGhXaTdZMzQvcjlLbHU4cVpQcS9TOTM3aU1qaFZDVVJkTGVsM3E4UU1CbkUrSXdVa2NOVWRhSXNYbVZ3VG1BaFUwRS9sYkk2SUlYNE9ZOXNjK0cvNzBETXY1bTZ6ME13djRLK0hrWnc0MENFNE1QeGUrK2hxajhFL2JZdVFZSzFPWlRQaHJRbnlDTHh0QUdDNjNhYy93bmhkVFR6N29KZ0tGOUc2TCtMak9uTEVZVWZSSUN0NHR6Z0lKTzlCUUp4R0ZBYXcvV05HTXVIUktTem1YVmdYazNFbm1naTcwZG41bWtlL2Q4SFlYNVZBZ0RIazJWK0pjR3RXeEdtajZjTkJ3VHZ4V3VNbndUMUc4RDRKNHdqdy95S3dEWm5Ic2VHTS85UFlqektDUlJVOEE1dlF6MjdNamFoYUM4RUd2THhvODhpL045SnY3V2h2cjh3Qm1Id2NUNjJWVythMllhSTNrblorWWoyUDRySWFhbzZJcml2aFA1UFVjY0hlSTh1eTltNE9tRk5MSk02RVh4NGRBbWkvZnVNeVlWOEU3S013ZGtFSWlvSU5CMUFPWWxGejNkOEM2N252WGxWUkc3Ri91cWx3RVpLK085aTVxTGpPSTdqT0k3ak9JN2pPSTZ6a2xBbmhIdXNiVzVDbkJXeXNDOFZrVWNRTGMvaTd5S3kxSHNqMk4yYnM0bHJ1Tm5wSnpudC93SHgrQ0N5dzU5RlBEc084VzRlR2M0cFJMNUhFRjczd241bUZjVGhhdTY1SGJFekpqdTZGZmYxVk5WNU5iVHhRa1RxYWtUeXZSRnNrODB1MjJDZE1nMVI4R3d5MzBVVzI4eGNpNEFyM05zR0Fmc1Z4TC9MRUM5bklqWmV4alhuSWNiZmk5ZytGMUgxV2JLTjd5S2c4UmJYYlVYUTRGR0NKaGZSZDRudzJRUHgrRW9SK1JZQnZUdjFtaWdpWitVSXAzdFNoL3EwLzBVRTlpczQ5aW9DY0IvcVh4bHM4bnB2WUszek1GWXZiUkdXaHlJTWoyZnVaQkZ0UHczNnJSVVorbHNHOVZsSWZmZERWRjJBSjcvUXJuTVF0dzhoeXozaEdWWm05S0RlcHpEdUE1Z2YxUVFaTGs3bUFCdU1ua1p3SitGcm5wbk05eTk0VGl2RTZDejdJM3pGK1dQSm9tL0EySFZqcmgvTVBOOE9nZmcwTXZwdnhEYm1ZZ0pPcHdiUEhvdnZmcklTSWdrR25SQmNNNWN5OXNsNXY2NWpCVVIzNXRiTEJLSE9KMkJ6RjgvZmlQbTdPc0dGb3FDTUtiVC9YOHpkY1R5L054c3AzMEIvM0pyamExL0Y4d2ViV1Z2ZXYzQXoyWHFzUHVtaHFxOEY0OStFZWJwK3NGL0dUWlFmeS84bmp6NDlrOEJZOTV5TmhCTys1TnhXZkE4S0NGaWR4enU2SXdHT0pCaFNuK0RDTDN3dkRpY1lNRjRXQlgvV28wNzFDSVFrS0t0M1d0WlFCOGR4SE1keEhNZHhITWR4SEtlT1VsZXNjdDRrRzdvQ29lcE9FYmxiVmMzTWpwTEZXZEVURU5RYUk1SnZWRU5aMVZpWWJJUllKb2lrQXhIWWprUmd2QnpodHozUGZRMGg5QlZWN1dabWFtYmJJaklidGhtdmtMRittNnIyUUVDOEh3SHVLVVQ3MldGbEVHNHZRNWhOTXVJdndOYmpVS3hsdGtOTUhvTFFkNktxdmhDVVVZQjRIb3FyRGFqWHQyVDlQOGF4NnNBSHZSaS85OUdJNDFzaXloNmpxaTlpTmZJOHgwY2pXaCtGYVBzZ1FaUERFQ01McUdNWFZndTh5Q2FsUFJBaVd5Wis1cW82TktoN0NkY0s5UzFGUEwyZGNSeUxqY3ZUWkk4bjlqZzNrMzI4UGtMMlN3UTFUaWNqdmpOWjdzYjVCaUp5a0txR3dZNUNCT0g5ZytmUElHaXlKbTBwd01ha2tIbHlKUUw5Sm9qSUxianZkZHI2SUlHRC9jbnVmZ2l4T2t1UTRmSWNYL1dPQkdmcUJ4WTMwOWtzT0xFYzJvY0F5M01FTGc1UjFUUnQyQlhCdWduOWV3eUM4SWVzbXRnSzhmeHc2bkEzQVlEdG1lK2RnMDFYWjRySXZxcjZqU3hlQlhJNWdZR0VLdm8rU3o5SllHWFRsNERQeFlqTEgrTVBYMFFRcUFQWjdWMW8yMjNocThEelB5UjRKbVRRSDhxcWdBTjQ3Z1AwOVRvNTl6NUtnS1FaS3p0Mms5K1NXRlQ5dXE4RVFhZXJhWWRSMzc2TTJiWTFmRHNNOGYwTVZqb2N3cGpuZmtmbllCUFVtcm1hNWZ1d00vUGllRmFDdEFrODc1TytIVXdidHVmdmV5bnZiUUlQQTFtTlVrWDJmaGVlVVZoRGZSM0hjUnpIY1J6SGNSekhjWnc2U2wwUjdsZkh5dVJoUk1laHFqcmZ6SW9SWHBzaTh2VmJCdEYrS0FKc2VQNWxzbXYzSXlnd0NCdVc5b2pWSHlDNHZTc2lwd2VlMkE4RTR2Z3dSTjM3UmVSeU0ydUoxY1Y2aUpoWHFlcU1zRElJeDkwUjZ4TWJrV094OXVuRkpxNEhJTmg5UVdidkRYaWhoeVIySndVNXgrZlJ0bXNEMGY1bFJPbnRlVllaOVl6cHd5dEY1SFdzUnE0bjB6eDUvdjZNdzdXcVdzWEduMzNJN2w2SWVQc1c0dVBhOUdYaUc3K0FlandRdEg5VDJpeUJ0VWdmeE5OVkNTSThRamI1cXJUbmZzcS9rYjQxK25ja2d2RUl5dWpEUGJPWlA5M0lsQTQ1am16elBNb1pneEQ2SXlKeGE2NUxQT2J2Q09iV2t3ajZRcm45Q2NCc3psaE1vYTRiYzgyckluSmx6aWJDR3hOUVNWYUN6R1V1bGZEM0dNYW9HZG5XOWZHMC8xQVdXL3hjRWZSTkwrYmhReHlyUUF3L2o4REpQUWpGcHlFaWgzTm1FcjcvaVdoZnlQblFqbVlCWmR4SFFDZFpJZkVjOVRpQU1mZ1lFZjFHM3MweVZoeHNSajlOSnNBUlVzRWMyNVcvSi9OdWJNdjh2cHRWTmRmbCtPd0wyZTNYRVVTNXFRYlJQa3VkN3dyMkZDZ2l5SGNHNTk5azdIdnpMbFRtdkUvWnhQb0cwWDQzeXN6OWhpYnpKSi92VlpaZ3hLbjBSUS82NHh1ZVhjbDlsWXp4YXdqeCtWdzNscjZleHJ6dnpwd2VUSjljVC9ESGNSekhjUnpIY1J6SGNSekhXWW1vSzhMOVU5aXJ6RXdPbU5rNmlMcnRPUFFzR2ZmM3NRbGtydkFtWkwxK0ZOaTJDRm55cTJQTjBRZEI4UkpFOHdWNHdXK0xlSDJ1cXY1b1ptdVJ0YjRPWXVzRWJGT2VSanlkVFFid1hsaGRISzJxSTJ0bzEwbGMzd2p4c3puUHVnemJtUzZJNldWa3ZiOG5JamVFVmp0bWRqcWlaZU1heW44Q2dUNEpVcFNUbWIwN0F1V3JDSjBuTUJkNmtRVzlHZUp2Vy9yeFhrVHVOOWtNZHliOS8zRFEvNjhRVk9oTGh2aXJaRTZ2aDVoNWhZZ01TTHo5emF3Wnd1N0dRYmJ6dVJ4THJHOGVZUlBjclFnTTNJdHcvRERpcXBLZC9qWUM4MlJzams3QlZtVUJRWU51Z2JWUjBtL0g4S3pFbjMwbTE3MUxBR2pIb0IrekNORlhJT2JmR1d4Uyt4N1A3b3p0elBtc09MZzlFS0ZmRVpHVEUvc1pucjhxMTJ3Y1BPY3ArcXdoV2RhWEVEaDZFdkgrSkZWOW0vc2JNMWUzb2Y4dXBsOXVDcDZiekxFcXJ0MkE4ZmtYS3pSVzRacjVDT3IvbGNVck9LN2dQVWxzYktvWmowc0p2clRuK0plMGVTK3l3VDluUHQ1SjI4b1JuLy9ObkhzZElYbzErUzB2SXJnM1FzUlA1c1o1Z1UzU3p2UnorRjVQWmY0bW13THZtRk51bG5lMWo2ck9sOFY3Wmh3VzJCeTlndDFXTndJbGMranZYNGNMUWYwY1ZSMXJabHNTM0t2cG5SdkUrenFBdVRlQ1ZTQVRXQldTSnlJWmpzMWovclpDaEwrWC9tbkZtTnhKZjA4bUNIUStLejFPSTNnM2dPOU9KYXVFdXRaUUg4ZHhITWR4SE1keEhNZHhIS2NPVWllRWUxVU5yVHFTelRLZlFEeE1NcVV2dzhKa05ZU3hIY0piRVBqdXhScmpwMEQwN1loSTF5dnd4ZTZHd1BZYTRtWlRFZGxEVlV1eEQzbWUrNm9SZW5jVGtTR3FlalRXTnpkaVRUSlpSQTdORmUyeDZFaDg4Sk1OSzk5R2RMMERBZmNETXBxZlF5VCtFWXVVVUh3OG1ZemJSa0U3cHlCR2owRGtTN0szNXlBVWJrMDIrYTFrN1o2R3NIc3A5ZDRlb2JSTjRCdCtGcG5nUFJEdG0rWDAvNmRZREoxRXUwdXArOGEwN3o4aU1raFZLMlZ4dG5PNDJla1BDTStYSVBDYWlIeUcxL2tBK3ZrWit1YzVBaEhUR0xmQjJLblVKK043RjRJdUtleERybFRWd1RuOXZ5VlovSW53V29IMy9XdG10Z2VpZGpoM25rVFlGZ1RrSFRnK2pHendyY21rSGtEZzZFWjgrNU8rT1QxSHRNOG5TUEh2NERrL0J2c1RWQ1BrZnNwY1d5ZEh0SytQRVA5dlJOdExWUFVXTXpzT0lkY1FmazhnV1BVNlFaaVBzUUxxRjRqMldSRjVJdWtqTTB1UmlYNE9mdXBKSDR4Z2pEclR6OGs3dFQvQm13SE1zYXNKNEd4RUZ2OVhXRXoxSjVqMTM1d004U3FPSDhSNFpMR0VtbzNRbjJ5Q1c1U3pPa0h3Z3orZWZST2VZQnhlRGZZTHlHSzdsR3RQdERhV1ZzMzRkcHpIdk8xQldTMXl2bzFqV2Vrd2daVTBGOU9meVRPK1EyeFBNMmNmb1grK0lZaVM3UGV3SFdKOEorNzlGcXVuVHdLTG5uVzU5MW5tNkVpK0RmY0ZjL0ZCUlB3akNCeGVsUk5vY0J6SGNSekhjUnpIY1J6SGNlbzRkV1Z6Mmw4eHN3YUlnSWtnL1QyaTRVTUlqVU56Ukh0QlFIK2Yrd3JJYks5UFpuTUJZdXp0Q1BBUGM4L1RaTWtXaTBoM1ZYM1B6RlpEWkV5c05DYVE0ZnVTaUhSR2tEMFZ3WFErWW5oNVR2M3p5ZXE5QWRIdlU3SzJyeWVMOW5VeWdCc2hWamRCV0Q0cUVPMVRDT1g5QWlHem1tem55VnpmQUJFK1lTWkMrcTBFT1M3QUQ3MFNJZkEyQk5iN0E5SCtBektUWjRsSUwxV2RoR2pjbS80M3hNcGpXU2x3TVVMalQ4SEdvTzhpTE0rVnhabm05d1FpOVRpQ0Ixc2pkZ3VyRkJLN2xYbUluWmZRUjYxNVpoRXJBTFpCaEQ2RWY4OUJzSytpTFRmbDlQL3FXUGFzd2FGa3c5S24yWk5nWU03YytZTHM4MThRdEkvanZSbEpSdnJXaU94UGN1L3B0QzNGdmdEZFZQV0huREwzeXJHZ2tTQURmU0VpN2MyTVNSdFdland2aXkxc2V0RlhDNVByMkkrZ0srSjM0dWMrTXhEdFI5RHZGK1JraXIrYWs2bDlDT1BZSURnMmpPTWJJVzRuNDNZVVFhMytCTUZPNUg4eGd2SkkvT01mWVN3R01sNEpWWlM5VTFDbi95TFE5MEhZUHBSNWRtK09PTDJRK1RDUmN4c2owb2Z2L2xEbTNxeGcvTnR3L2JyTW8wTVp3NTRFVDRxQ29JWWdxdThySXQrYjJYYThtd2R5TGt0Z29vTC9qYVBmczh6ZlRnUnN0aUdvTlpiVkRvMVlsZEdNZCt4SS9yZDkwTGFEK0w3TVpjeUVJTXpsQkJuT3AzKzZVdTRwNGppTzR6aU80emlPNHppTzQ2dzAxRG5oSHRINE9BVDNDb1MxTThoS2ZqM0hKa1M0WmdhWndVVmswamRHTkoyTnlIb1Q0bHBpZi9FOG1lc25rdEg5QUlMMUpmamdDMzIzSnBuaDNWUjFhbUJ6MHdSN2pvZERleGJZRjhHeEJVTGh4d2pDb3hCUkI1Q0Yrd3crNVZ1UUVmeWxMQmIrTHlZelAvRmdOMFRzT1dRL1Z3VldKZ2t0S2ZOeStqQ3hTbm1PWXowUWRqZmcrdUVFUWxyUzMyOXgvTXBnMDlZWjFLVUltNUlGMUNVUk50TWljb0txZmtmZEc1RkZmRGpuSnlCb05oS1JDd21tekdYRnhQR0JQYzZOQ0wvYklKeHVTc2I5SnRqb0pLTHIvV1ErQzFuS3VhSnRFU0w3djFseE1aOE04ZnNZM3d0enJHdSt3djdtYTg1ZFJWdEhJclN1Z1hCZVNoMk9wN3g2WkdFZnFhcWZoWVBBdmdCM0kzam5Zb3pIVFFTUU91S3Ava0J3eldFRUorcXpNcU1mMmVSOW1TdENQMHhpUE5zU0NIbVNzVnM3S09zOTVtNFNFRG9wWjE0SnRpK244ajVjaEszVUx3U2xwcExwWG8vVkgzc1NEQ29nYTM1ekFsMFhjUDZZblBhbWVWZlc1TytoSXZJRzQvMHpZdlJZNXNndU9mZStRVkRvVG9Kbjl5SEFKNEdzZDVoNzQ0SytieDFZR0gzQ3U5K0U5M0VhODZGVjhJdzNtZnZmVXYvSHNheEtHTTMvTnFRdkQrQzlIay9kdnpLekpKalVobk03c0pLblBlLzA2Y3lGQzRPNkYvSCtGVElIa2hVVXR6SCtneEg4ajZDZnI2SnN4M0VjeDNFY3gzRWN4M0VjWnlXaDFnajNXTDhzN1h6S3pFNURLRTRzUENZaGNxK0pzTFlyV2F6WjROYnBaTGtXNWhRNUZmdUwxN2puVWdTNDhXd21lUlRaOE5jZ2hKOVBnQ0FwUnhFMTl5RVRmWDB5NzF1SnlBdXEya3RWRitUVWZ3K0NBc2xtcmIwUjN5b28renl5bWo4aFczb3JFZW10cWtOVU5ZdG8zNTArQ0xPbVI1RVp2aFVCaVRZNTJkekp4cG85c2IzcHcycUQxeEZGVDBaY2JZcElPQTVSc1FQaTV3Y2lrbWRtMTlFUHExRG16WWl2RHlFY3pnNkV4dkVpY3JpcVRwVEZtZUszRVF3cDVOb3JFU1NmWUJXRTBZNjJDS3JQMFA4UGlVaUVDTHdMd3ZCOGdqV0RFZWtmUUVoUFZnRWNtR05QVTRBUCtEN00reW9SdVZkVkI2cHFCZG5PeDlGdlNSOGNqbWg3QW4xWEQydVZRd2dxREVEdzNSZlJ2Q2VDK2tRUk9WaFZ5M0xtOExvSThtMldNTTBuRWp5Nm02ejFaQjhDTVRNMXN4M0lYbThrSW0rbzZyRllGeDNOR0FwaitnQVdSK3N3dHo1Z2ZxM0t2SlBFTWtkVngxSitKKzVwSHRSbnBvaGNxcXFsckViWm43NjVpM2ZrY2RyU2kzMFJMbVpzWGtERUhrS3dhd3ZtVi9MZVpnbDJ6R1dzOHhEcTMyQisxWk5GOWpacEFnM24wYS9DODVQVkR0ZXk4cU03MzRCTmdqbDBmTGpTQVFHOUgvV2FUQkNpaXMyYUZ6QWZOd2kraVdNSlVIMVArMjRWa2JXQ09vd2lTTGNQQVlTRDZidUY3R254bGFvYXdid2pLSGRWQWlBSDh1eHVmTU1leVNsN0hNSitTL3B3SWNHamY5R2Zvd2s2akNMSTB4YWgzM0VjeDNFY3gzRWN4M0VjeDFsSnFEWENmWTQ5eFcvQUdtWi9Na3NUcXJCNXFZK0lkUXFaMkhNUWRSTnlOOEVVQlBlalZQVjFySGN1UjVqOENwSHVSQVM3SkxQL2N1eFNrdUJDbHV6Z3cxUzFBb3VWSnhIRDMwRWN6NjMvZmdqUWd0aDdNNExrUXJLbEI1THQvUnFDNk9INHd0OHVpNFhuMHhEdVFoSHpNK3A4Q004WGJITXMrTzlYRUo4UFIxeXVKb1ArRW14T3ppV0xXaEFXUjJBaGNyMkl2SVhvZmc3aWIvTGNGNmh6YndUVDhkUy9nR0JKVDhUUEpOUDVWaXgxQk91ZHl4RFlINlFQaFA2dmorQjhKMkx2MVpSL0E4TG4ydGk0YklTQTNKZDJiQnIweDVFNVFaTjhMRVVPNHRBOEJQOXVuUDhYR2R0SnNHTUdZek1TRzVmTENaUk1ZSFZFQXp6SWZ5SURlbldDSVMwWjJ4NDFXQ1ExUVJodkt6VXpoVEs2MDk3TDJGQTNHY2V0QXAvelR4R1Z4Y3c2VUw4a09QTTZZblNTTlQrY29FZERoUGg2OVBkMXF2b0daV3pOUEFpenR1ZFFoNWZNYkhNeTFaTk5VSzlCTUc0ZGJQQjZKZk5xSENzYVBtVnV4QVJja2sxdUUzdVpLV3cybTh5SFI1bkRUZG1YNERremE4cnpWZzNxTlJyQi9oN2U3YzZNNTVHOG4xK3ppZXpFb084YjgvNmV5SDRLWnhBMGVJcnZ5RGhFOFlRUEVlU2JCQ3NWQ29MNmYweWZENlEvZCtmWjgwU2twNnArd25QWEpGZ1Zzalp0T0poM3BtOWcreVdNYjJzQ1o5MW9ZelBLUHBVZ1FTZkc1eXptM3dMZWt4cGhYdzdIY1J6SGNSekhjUnpIY1J5bkRsRnJoUHVjelNOemFVdDJjMmhqb1lpcDNSREZEeVY3dFRJbkNEQTZwNnloSW5Lc3FyNkZHSDRsUXQ0WXhPYkVBL3gwc29CN0kyeUhLd0xLUmFTTHFvNURGTHdlY2ZSSEVUbFBWYi9QZWViV1dPZTBKZ1A2SlFJRjY3Qng2K2xjOHhxQytPVmtXbDh0aXkxZXJ1WTVUU2pUQ0JKMHdXWWpFUjZyRUdpVGE5NmtmYnRUUmhNRTg1c1Fray9CbWlhUGdNZFk2bmFIaUF3Z0cvM3NJRXRmRVBaN2t1VjlFa0wzZW9IVng5a2k4clNxR3BuT1YySWpJd1FJdXBObGZCMWljUVZaMEEzWVV5RFpSUGdPQWpiZGFjdGgxTk1RcVBzZ3BKK002UDREQXYyWW5QN2ZrV3p3UnN5UE84a2t6N0xaNktEQXJxV1NNbDdFbXVkQnhta3lxekJtSUJvMzU3cHB0Q1ZHWEQyRkZSZlpuRHJjUUtaMVhnM3pleFlDK0ZIVXRidUkzS1NxMVl4L0swVGk5UW1LWENRaTR3ZzZYY2p4NzhoaTd4UE0xVzlwVjJ0RTlaWkJYUWJJWXRIK3NaeUF3bnpLSFV3bS9kMjhlMDhpTk45TEp2azVDTW5KdXprZWtYazB0amlySWx5SFdmeFRxT3VPd2JQdXdBdC9VK2JWeld6ZzNKZTVtREFIRC96em1TZm44S3hCekozdlJPUUlWZjA0dVFIeGZ6QjlPcEc1OGpIM3JFUGJPd2JmakxjUitMZm0zZHhSZnN0b0Fvam5CUHNrU0xBUjdqMnlPTkIyRGF0NGZxME9sanJIcTJxR1FOS3BPZVVuZGtsSHNWSWg4YjNmaG1CYnN0SHg3c0VteXU5VDd4b0pnMWlPNHppTzR6aU80emlPNHpoTzNhRFdDUGV5U095cVVXQ2FQbVBHeXdpRG9iaGZRZWJwT29oY3N4Rk9teUZlTDhRck94SFhqQ3pXazFSMUJOWThKeUthenllTDl3d3NLcTVuMDh4dU5kaDBqQldSM1ZSMURPSmlUd0lIVlNKeURMWWlTWHZVekRvaU1xL0QvUjhqbm5ja3kzZ2IvbnM4MmNVOUVTajdxT29zc3QwdkNYek5rd3pzN3drb25JNklLb2lISXhHeEZTR3pPODlJN0d6R2NrOGZqdmVuUG8zSU5HNHZJcStyYWc4Um1XdG1weUwwSnA3czh4RysxNlovc3dqRERlaURzMVQxY1ZXdG91NTllVjRoWTNKTHNKSHJ0Z2poOWJoM05leHhyaUs3ZkRldW00NzRuMlFPVDBDMDdFamRHakEzRGxiVllVR1d1bUJobE5nVEpTc2xlcXZxSEZaQ25CNXNhTHBRUk01UTFTY0loRHlNOFAwVEltc2kybTVNb09nclJQc1MrdVY0VlgwaDNOZkF6UExNckIrQ2ZpSGo5d3VDdnlDb1A0eVgvbzZVLzNnaS9DTUFQNENRWEMwaUY2cnErN1J4RndUeU9ZamZKNU05UG9PMnJFNFFhaTVqbkt5VXVGRlZLL0hiZjRLZ2k1RzVYWjNzNjBDLzlxYWZ2OEZPNmpvUjJZUDNaUWdCanZWcGYzUG01Wkc4ajVlek1pSmhBWE44ZDRJVjFZalVCMkJUYzZ1STNFUEFZbzlnTDRSa2JyL0ZuRmlmSU02N3JBUm9XWk05RVVHamEramJYeEQ4MzJlT0ZiUHFwWE13dDJjUXFMbWErVmNSQ09MRys3UVhkZHNxNXpNMVFVVDZCdlBxY0N5VUZnYlhmTStlQWlQWkpQZUNuQTEzcStqUDArbnpjNEpBMVZlSTl1UE1yQm5mcGRVSU5KVlAvZm5uKy83ZmgzTXAzMVRIY1phZkpiMVBNMmZOcXVtdzR6aU9JeUt6WnMrdThiai9SbkdjRll2L1RuRWN4MWwrNnNMdmxGb2wzSXZKMUpvT3YvblcwRFprVVNmKzhxUEp4SzVBd0ozTitYV3doVGtmOGEyWUxQRktiREgyQ0RhcjNCYUxtUlRYdHNlNjQzN0V1OE1RL1VKN25BOUVaRDlWblVZV2ZBK2VQeDNCK3QxZm03SW9NTEFid21TU2lmNFd3dW91Wk9ldWg2M0llR3d2emtvQ0VxcjZBOExqcFloMGlpOS9sb3o1Z3hIM2pxRHNLc292UXFUOWpBenZDS0hkc0UyNUIrRzhFY0xnTHJSOVBGbmpING5JYVFqR25SRnFReDRtNC81dXlxelBNeGZ5bkFkbGNaWjRrdW1jMUc4UXd2MVY5Ty9YQkZieXFNL3Q5T20xQ0tOWHNtSmdjUEQ4eE1KSUNCd0ltZlpIcWVybnY1bE9pMnhrbm1FT0pKbk1oeWFic2JKNWFoZm1WUVZCak1mTkxQSE9YdzNMT0FvQUFDQUFTVVJCVkpkTSs5TVJabTlqODkraldhWFFIOUYvUHZQZzVaem41NU5SM1pWREZheXErQ1N3cGZtQVFFQ3hMQks2N3dneTdac2lMdTlEVUtxZnF0N0h1WTZNNVZUS3V3d2grMmZFOGtMdStSR0JOOFU3Y2lYemR4UDZleDBFOUJuWXdmeUgvczhTM0RtRThUNkc0TVArck5aNGxUbThQdTNJSjV2K05FVDVtM0kybFAyT1FGVjMzdGVtOU9GR3RQOFpFYmxHVlJld2lxVjdzTUttaW5IdndEaDJJblA5SXZwdEhIVXJEL28rc2FrNW1mZi9VcDczSCtiNUVBSjNTYVo5WWdOMGpvaHNSL0R1YnNZM1M5L3V3N2xUbUxOenFkdGtBb0xqc0tYcHdUei9rZmRRQ0lvZHBLcGx2TmZYOFc0bVRDWElkVGg5Y24zUTloZEVaRTlWbmNDeDdzRktoSlNJblBIaHg1L3VKelV6YlFuSEhjZFpYcGI4RytYdnI0dmpPRTRkWWVpNzd5L3BsUDlHY1p3VmlmOU9jUnpIV1c3cXd1K1UvR1c0NXU5RDVkdGdrOFpmdVhud25mbDVlWG5yN3JiTHprVk5telNlZ2JnMkJpRzJRU0E2ZjRob2xtU2FiNFVvK1JCWjFwTmw4U2FoRDVCTmZUSENXMCt5YXk5R3lMNHdweHJqZWU0b1JQbkRFZjZ6Q0h5UDVsemZGdkZ5WGY3K0NISHdTQVQyVFVSa1N5YkR1UWp3bTRySWlhbzYzTXdha1UyZWJPYjZHYllsd3hHYmY2UmRTYmJ3ZTJTa2I0TFFlZ2FDN2ZWa1F2OUFodStGQ01nWDBFYzdJYlMyQ0t4K3BwclprUVEwbWdadCtwank3aURqUGhWNGw3K0xLUHdMRmk2OUFudWNMRzNwVHp1N3NBcGhDNFQvTEgzZmo3cnVpR2o4T09McjJwUXprekhJY0h4VHhOUHJzVkQ1RmZydkN2cE0yTEQwWWxXZHcvbUdsSkZZNUx6RWVCV1FiYjA5d3ZmSnJMNFlqSjNMdVlqdlhkZzNvSWpuM0lldFVFZ0o3V2hDRzEra3pNT3hkWnJDTzVoczdIcVBxbGJLWXRIL1RKNlJKZGh5RStkYUVMUm96bXFBblFrYWpBdjJJWmpHdVZERVAxMUVNb2phandUZTZtT1pLNi9SdnpNUXVyc1JsT3BPSGJyU1p3TVE5LzhkdEhVNmRSM09Lb21qZzNOenlIVGZtL0ZxeU1xUVBOcit0b2ljcmFvL2MvMmxnVVZOWXZmMEFVR1FVMFhrYytidEtieTd4NGpJcDhFcWhZMFlyOTI1dnovdnlrQXk1cDlBZ0EvM3Y3aURPZm96NzlwWTVrUUw2bm9tOVI1SWtHa0M5ZGhiUkhxcGF2S0x1R213RWU4UENQK3ZpY2k1cXBwOE95NnVvWDk2TVNZRjlQdDY5UGt6SW5KK1lyOWxac2tjWFBSQ3pKeVY5KzRISHpXNDViYTdwQ1pVNWJzYVR6aU9zL3dzNFRmS0xiZmRKU2xOeWE2NzdDUk5telN1K1Y3SGNaei9NV2JPbkNYdmZ2Q1IrRzhVeC9tYldNcnZsS0xDSXZuM0R0djU3eFRIY1J5b1M3OVRkQm11K2R0WVo1T09sNmpLbGFwYXErcmxPSTVUMXpBek01Tis0MGVYOWZtbjYrSTRLd1ArRzhWeEhHZkY0TDlSSEdmRjQ3OVRITWR4Vmd5MTdYZEtyYkxLcWJUczB5cGFhNVlqT0k3ajFGVlU5R2VwdHVmKzZYbzR6c3BDcFdXZnh0YktjUnpIK1JQNGJ4VEhXZkc0bHVJNGpyTmlxRzIvVTJxVmNGKzRjTTQ0VVh2QnpMTC9kRjBjeDNIcUttYVdOYkhuRnN5UjBmOTBYUnhuWmFGdzRaeHhJdktFLzBaeEhNZjU0L2h2Rk1mNWEzQXR4WEVjNTg5VEczK241UDNURlFpWk9YTm1WYU5XemNlbUpHOVhFV25oeTd3Y3gzR1dEek16RVoxUUtYTG1qK1BMZi9xbjYrTTRLd3N6Wjg2c1dxVmxzN0Y1a3IrSC8wWnhITWRaZnZ3M2l1UDhkYmlXNGppTzgrZW9yYjlUYXBWd0x5SXkrK2VmcHpSdTJ1WWRUVmtqRlYxZFZGYjVwK3ZrT0k1VEp6Q1phaUxQUzNWMWw0bGZENjgxRVdMSFdWbVk4L1BQMDM3OWphTFNSa1FiL3ROMWNoekhxUlA0YnhUSCtjdHhMY1Z4SE9jUFVvdC9wOVRhS0d5clZ1MGFydEtpY0hPejdHNnF1a1c5b25xYmlsaWJpb1VMYTVXOWorTTR6aitIem0vVnFubTJlZE9tMDBkOVBlWlJFZjN2N0twZjB0UEhqSm45VDlmTWNWWm1XclZxMTdCZXMvd29wYktucW01aHBodW9XaHRWOWY4SDJYRWNSMFJNWko1STlrY3hIU3Npdy93M2l1UDhmZVJxS1NLeW9ZaXM2cjlUSE1keEZ1Ry9VLzRpekt5WWY5YzBzd1k1NTk0MXM3Zk1yTTAvVnNFQU0ydHRaanVhbVFiSG9tVzRieU16KzliTXZqQ3pUWExPYld4bWo1dlpXbjlCZlU4eXMyb3plOHJNbWl6bHVnTnE2bU16YTJ4bWc4eXN3MUx1TGZ5ZE9teHVabHViMmFWbWRsek9PVFd6b21WdjBmOHJlM3N6RzJWbU55emxtcVptOWlIOTM0Rmo3YzFzZ3BuTk5MT2QvdWp6bC9MTUFqTWJhR2J6emV3R00rdG1adXZVY04zaFpyYnJDbmplK21aMnZabWxnbVBOemV4Y014dHFabCtaMlpyTFVWNURNM3ZSekthWTJZWi9zRTVIbTlsc001dG5aa2Yrd1RLMk5iTWhadFppT2U1Wnc4dytwZTZmbTlrWU0yc1huTTlQdmpuQnNZNUxLZTlVTTV0c1pyc3RSeDFTOVBsVFp0WnNLZGZkYm1adm1ObHFOWnpMQzc4emp1TTRkWTA0anEybS8vM1Q5WEpXVG55K09ZN2pPSTdqT0hXRmxVYnNNYk90c2Y3NVNGWHI5STl2eExsWklqSS90eTBJcnJZaTIyaG0rU0p5blloc0l5S25xT3FYZjZLYzZqOWJOelBMRTVIc2loNUhNOXRHUkw1UTFjcWxYTE9waUxSVzFiZjUrMXdST1VoRUJxcnFzeXV5UHJKNFBBOFJrYllpMGs5Vi83SE5oTXlzdVlpMFY5WDNsK09lQmlKeWtZaDhxcXF2L29sbkh5c2lxNHZJYmFyNnl4OHNvMGhWSzVieDJsWWk4aVQ5M2wxRVhoYVJMVlgxblQveWJNcXNKeUxicU9yUTViaG5GUkU1VzBTR3FlcWJTN211dm9pc3FhcmYvTkg2T1k3ajFGYVdKSnFtMCttVjVuZXFVM3Z3K2VZNGp1TTRqdVBVRmZ3SHFpTkN4anpMNTF3WUREQ3pSaUxTVEVRbS9sVUJJVE1yRUJGWldrQ2hOb05nWGFtcTFYK2lqSlNJRktycWdoVmJ1eVUrcjRHSW5Dc2lINHZJdTZwYTlYYzhkeW4xeWZzei9lYzRqbE9YY1NIVitUdngrZVk0anVNNGp1UFVGZkwvNlFvNHRRTlZuUzBpN3VXVWc2ck9FWkU1Zi9FejZxUmduN0FpeEhaV0d2d3RvajNQbXljaWZmK3U1LzBlTHRvN2p1TTRqdU00anVNNGp1TTRJYjdScStNNGp1TTRqdU00anVNNGp1TTRqdVBVSWx5NGR4ekhjUnpIY1J6SGNSekhjUnpIY1p4YWhBdjNqdU00anVNNGp1TTRqdU00anVNNGpsT0xjT0hlY1J6SGNSekhjUnpIY1J6SGNSekhjV29STHR3N2p1TTRqdU00anVNNGp1TTRqdU00VGkzQ2hYdkhjUnpIY1J6SGNSekhjUnpIY1J6SHFVVzRjTzg0anVNNGp1TTRqdU00anVNNGp1TTR0UWdYN2gzSGNSekhjUnpIY1J6SGNSekhjUnluRnVIQ3ZlTTRqdU00anVNNGp1TTRqdU00anVQVUlseTRkeHpIY1J6SGNSekhjUnpIY1J6SGNaeGFoQXYzanVNNGp1TTRqdU00anVNNGp1TTRqbE9MY09IZWNSekhjUnpIY1J6SGNSekhjUnpIY1dvUkx0dzdqdU00anVNNGp1UFVQdlJQbmw5bTJyVnIxMUJFOGxaQVVTdWlqSldOL0RYWFhMTitUU2RLU2tvYWRPellzWDFKU1VuQjMxOHR4M0VjeDNGcU8vbi9kQVVjeDNFY3gzRWN4M0djMzVBWFJkR0xxdHJXek42b3JxNitycnk4L0x2d2dqaU9IeEtSOWlMeVlsVlYxVzNsNWVWVC91akRpb3FLQmtaUnRIbDFkWFdYOHZMeVQvOW9PWEVjbjJObVo0aklXeUl5cEtLaTRxV1JJMGN1L0tQbFFWNGN4dzltczlrZnpPemVzckt5cjROelNmRENsbFpBY1hIeFRxV2xwZThzNzRQYnRtM2Jva0dEQnUrSVNCTXpleU9WU3ZVY05tell6OHRUUm5GeDhmYXBWT3ExVnExYXZXTm1yMmV6MlJlVHNSdzJiTmlDS0lxdU03UHRveWg2Yk9IQ2hiMi8vUExMNmN0YlQ4ZHhITWR4Vms0ODQ5NXhITWR4SE1keEhLZDJVWjFLcFk0MnM2eXFkc25MeXhzV1JkRTY0UVdxZXBLWnpST1J5L0x6ODcrTzQzaUhQL0tna3BLU3RxcmFXVldMOC9QelA0eWlxT2NmcmJTWnRWZlZqVlMxaTZxMkdUbHlaR1VOejJ1eXBQczMyMnl6emRxMmJkc2k1M0IxTnB1OU9aVktuWmVYbC9kbEZFWG5CV1cxaUtMbzJ5aUtMczN0bjRRNGppOUxwVkpEb3lpNlo5MTExNjFYd3lWTFhDVXdhdFNvYVZWVlZTZUl5R3FxZW5JMm03MHg5NXFPSFR0dVgxeGNmTzJTVmtDa1VxbHRSYVNlcXU2bHFnZXJhcGhkbjYyc3JPeGlaa1dxMnFXb3FPaVZKZFhGY1J6SGNaei9QVmJZOGtySGNSekhjUnpIV1Y3aU9LNHhVemFkVHZ2dlZHZUZVOWZtV3hSRk82cnFPeUlpMld6MnROTFMwcnZEODV0dHR0bjZCUVVGdzBXa2dZaDhtMDZuTjF6ZVozVHMySEZqVlQwRWdYa0hzc3N2eTJReVZ5NXZXWEVjcDBVa01yTXhtVXhtNHlRVHZyaTQrSmlxcXFvaEkwYU1tQnpIOFZsazVRK3FyS3g4cnFpb3FGcEVwTHE2ZWsxVmZVTkU1cHJaUWFXbHBhVTVmWEc3cW5iaHo4M1Q2ZlN3a3BLU2xtWTJsV09qUkdSWURkWGFYMFFhaTBpMW1mWElaREtEY3VwY1ptWWZaN1BaUjJiTm12VkZUZTFxMXF6WlhhcDZuSm4xbnpGanhxLzkwckJod3lhRmhZV2ZpOGhhWnZiTWpCa3pqaDAzYnR5Q25IcS9xYXE3OGVkZTZYVDZ2N25sUjFIMGtLb2VKeUpTV1ZuWmZQanc0VE00M2xORUhzOWtNdU9YYVFBY3gzRWN4MW1wcUpVL1VCM0hjUnpIY1p6L0RlcWFrT3JVYmVyaWZJdWk2QTRSV2F1NnVycHpYbDVlaDB3bU15VG4vRzJxZW9hSXpFcW4wMDJENHhlSlNFRW1rK203SEkvTGkrTzRqNW4xcXFxcWFwTUl5TXRDMjdadFc5U3ZYMytxcW1vWVpJamplRTh6ZTFWRWZoU1JUcXE2dFlnazR2a2pJaktOLzI0aklrZklvc3o5U1pXVmxmR0lFU01tSitXWGxKU3NuYzFteDZtcW10bWhtVXptbVJ6aC91WjBPdDA5dDE1eEhJOFNrVTFFWkZvNm5XNlplejZLb3U5VmRRMHpHNGZGejYrbzZzWWlNdHZNZmxxR0xqQXplNkMwdFBURDVFQzdkdTBhRmhVVlRWUFZRalA3SnBQSmJGS1RyVThVUmY4V2tkdEZaRWdtaytrbWk0SWRSNmRTcVVmTmJISjFkZlUrNWVYbDZXV29nK000anVNNEt4SHVjZTg0anVNNGp1TTRqbE5MeVdReVhXU1J1THVPaUd3a0lyOFI3clBaYkwrOHZMeGZ6T3lONUZoeGNYR3hpRnlwcW9WUkZMWEtaRExkZjg4SEhxcXhiU25NeTh2YlRVU2VXdFo2MXE5ZmZ3OVZWUkdabUVxbHpvcWlLQkhuM3hTUmwyU1JFSDZtbVpVdXVreWtxcXJxMnZMeThoR3lTR0RmT2hIdVZiVi9LTnJMSWovNENYRWNueTBpRFZLcDFJdkxXcS9sWUZnbWt6a2xQQkJGMGFlcXVxK3FqaENSdnVsMCtzbWM4NnRuTXBrcElsSlZVNEVGQlFYN3FHcWhMRkwxK3hVWEYxK1ZTcVdXdENwaXVJaXNHc2Z4RS96ZHlzdytGQkhKejgrL1JFUU9FNUhxRmROVXgzRWN4M0hxQWk3Y080N2pPSTdqT0k3ajFCS2lLTnBWUkxaUjFZL1M2ZlRRUkhCWDFlNW1OaTBRZGtVV0NjS3hpR3lrcWhmRWNmeXlpTXpsMUhQODI2cERodzRibDVlWGoxN0dLdXpHOC9aYUh1RmVWWThSa2ZtVmxaWDdGaFFVSEtLcWwzRzhjenFkL25WRDF6aU96MXJXTWtNNmRPalFXa1M2bU5rbmlmRC9WOUtoUTRkWVZiZVVSWDM4V1NhVCtZMW92K21tbTY0cUloOUVVVFExbFVvZFBXellzRzl6eTBpbFVpZHkvMWVscGFXUExJL3dIa1hSTnBsTTV1TVYweHJIY1J6SGNlb2lMdHc3anVNNGp1TTRqdVBVRWlvcUt0NnZWNjllUHhHNUtvN2pEK2JPbmJ0UGZuNStnWWgweUdReXUrWmVIOGZ4WURMeEpadk5ubDFhV2pydWp6Njd1TGk0cVlqRXNraHczNXVOVzM5WGJJNmlhSFVSMlVORVRoOCtmUGp3T0k0UCthTjF5Q2wzSFZXOWxqODNGcEZOVlhWVE0yc2lJb2V2aUdlRUZCY1g5MUxWVFdSUit6c2t4MVYxM1NpS0hzaTVmRXRWWFU5RTFqT3pkTWVPSFhjdkt5djdMS2o3NnFxNkIvZTNqcUpvNTF5Ym82WFU0MFJWdlQrS29yNlpUS2JQaW11aDR6aU80emgxQ1JmdUhjZHhITWR4SE1keGFna2pSNDVjMktGRGh4UHk4L09IaThqMkRSbzBPRkZFbW9aV09IOFZxbnF3cXFiNGM3WGk0dUw5U2t0TFgxaUdXODh4czFNeW1jeERTN3FnYmR1MkxVYU5HalZ0U2VkcmdrMVpqNVJGQVlydUloS0ppQ3hZc09DYzVTbG5XU2t0TGUwdkl0SytmZnZtUlVWRkUyVlJ0dndRRVRsRlZRL1Back9UVXFuVWo2cjZ5YkJodytiOVRuSEhFL2dRRWNsUFJIc3NnWmE2NnNETVlqTWJMeUxIUlZIMHpkTDYxWEVjeDNHY2xSY1g3aDNIY1J6SGNSekhjV29SNWVYbG8rTTRmczdNRGhXUjhTSnlpWmx0L3pjOCt1VHdEMVh0SWlMTEl0emZqc2d1c2toNFRpVjJOZ3NYTHF5T291aElWUjFVWEZ6Y2FVVlVzbjc5K2pWNnlxOG9DZ3NMVHhXUkJyS29MUVBOYksyOHZMenJVcW1VbU5uRHF2cis3eFNSRXBHVGFqcVJUcWMvRVpGUGZxOE9IVHAwYUYxZVhqN2xqN2JCY1J6SGNaeTZUMm9acm5FY3gzRWN4M0VjeDNIK1J0THA5RkdwVktxNW1hMnFxcE5MUzB1L1daNzdPM1Rvc043eVhGOVNVdEpXVmJlVlJXSzFtZGxjRWRramlxSjJ2M2V2bVcwWlJkRTF5ZjlFNUZkTG4vejgvRXRVOVM0UmFabEtwWWFZMlc3TFU2Ky9nU1NaYmFHSVNMdDI3UXBGNUd5T2pTb3RMWDB0dkZoVlB4czJiRmlsaU9USGNieExUUVhHY2R4SlZkY1FrV1hkVitBM0ZCY1g3NXVYbC9kdEhNZEgvSkg3SGNkeEhNZFpPZkNNZThkeEhNZHhITWR4bk5wSGR0aXdZYk9qS09waFprOHZ6NDNGeGNYYnF1clFLSXI2WlRLWks1ZnBZZG5zbVVtV3ZLbytaV1p6VlBWa014c2dJbnN2N2Q3NTgrZS9ucGVYOTJzV2VsRlIwVm9pc3EySXpLcW9xTGhlUks2WFJadTFXbUZoNFZFaWN1RHl0R2RaTURQOWcvLy9iU0gvemhjUnFWZXYzcWtpc2dabDNwQnNEcHhMY1hGeFB6TzdJSTdqSzlMcDlCWEJLVFd6ODgzc2NGWHRuSGptQi9ldG0wcWwrdjVPVy9aUjFZWWk4a1J4Y1hGK2FXbnBvMytnWFk3ak9JN2oxSEZjdUhjY3gzRWN4M0VjeDZtRkZCY1g3Nk9xLzZxcXFucEZGbTE0ZXFpcS9zWnV4c3kyU0FUM1ZDbzFNSTdqdVdTOEY0cklGY1hGeFlXbHBhV1hMTzA1bTI2NjZWb2ljaHAvVmxWWFYvY1JrWFh6OHZKT1Z0Vzk0amplSzUxT3Y3NmsrMGVQSGoxSFJPWWtmOGR4M0lTNmZUTnk1TWlmd212ak9QNnJiRzUyamFMb2pocU90MW5hVGFwYXhML3o0emp1WUdaWDBaL1ZxcnB2SE1lN20xbkw0SmJPY1J6dklDSTdtTmtVTXpzamp1TnA2WFI2c0N4cTM4N1YxZFdYbDVXVnZSRkZVZWZjNTdGNThMRi92cm1PNHppTzQ2enN1SER2T0k3ak9JN2pPSTVUQzBtbFV1ZUp5TS9sNWVXZnk2TE5XcDhXa2Q5azM4ZHhQRmhFTnBaRldmTTlFSWFYaTRLQ2drc1RBZHZNcmlvcksvdGFSTWJHY2Z5emlMUVVrYnVpS0NySlpESlRsNlU4TTlza0NTYjhIVjd0Wm1hcStuUTZuYjQ4OTF3Y3h4dUxTRk1SZVhJSnR5ZnRucGJKWk1xaktOclV6TzQycy8rVWxwWStLQ0xTc1dQSDdmUHk4aEw3bi9zVGtiNG0wdW4wMjB1cjY0WWJidGk0Y2VQR1BhcXJxKzhwS3l2N29hWnJPblRvRU9mbjU5OVVXVmw1NHZEaHc4Y3V0ZkdPNHppTzQ2eTB1SER2T0k3ak9QL2JwRVFrKzA5WFlpVWdUMFNxLytsS09JNno4a0JXOTg1bTlzeGYrWjN1MkxGamUxVTlVUmFKMTU5bE1wbXJPVlZsWnZlcTZrVWlzcGFxUGlFaWUvemV0NjVkdTNZTlJXUUQvc3ptNStlUGo2TG82a3dtMDE5RVZtaTIvWUlGQzdLRmhZVzdtZGtFVmYwNGlxTDF6ZXpHMHRMUzBpaUtqbExWTFpjbWZuZm8wR0VWdnQ5aVp0L0pvdURJSkJIWmR4bXJrQi9IY1g4ekc4aDl2MHVUSmswS3plenl2THk4UGxFVXZTRWlOUVUxOWhLUlZmUHo4NGZGY1h4OE9wMSthUm5yNHppTzR6ak9Tb1FMOTQ3ak9JN3pQMHBKU1VsTE0vdkp6S2FKeUtoVUtuWFNzR0hEdmwzVysrTTR2c3ZNVW1aMlgybHA2VWZodVNpS05oZVJSMVgxTlJGNWJmcjA2ZStPR3pkdXdmTFVMNHFpNDFTMVNVVkZ4V05mZnZubGRKN1pRMFQrTFNKOTArbjBzS0F1L3hLUko4M3N3WXFLaWtkenJSbFdGQ1VsSmFzTkd6YnN4OXpqeGNYRk83RDU0dnRtZGtkcGFlbm55MUZtU3hGcE9XellzRkVyb281UkZGMnRxbTJtVEpuUzlmdnZ2NSsvSXNwMEhPZnZvNlNrcENDYnpWNGxJb2R5cVBRdmZGeCtLcFY2UUVUeXpXeFNaV1hsb2FHNFhsRlJjVk85ZXZXNmlVZzlFZGtsaXFJN01wbE1sNldKOS9YcTFkdEpSRlJFcXF1cnF3L0p5OHQ3VzFXdmpPTTRTcWZUaDZ5b2loY1hGM2RTMVNNeW1jeHh4Y1hGWFVXa2hhb2VKeUs3ZHV6WXNYTW1rM2s4aXFJajh2UHp2NHFpYU1DY09YT3VHRE5tVE1WdkdwK2Z2MXJ5MzlYVjFjTnFmTkJTaUtKb2tJaDBFWkVUb2lnNk9wUEpERm1PMi9QTUxGMlRqVkVjeHkrTHlMNnEyckNxcXFyR3JIekhjUnpIY1ZaK1hMaDNITWR4blA5dDhsUzF0WWc4VlpOb3Y5bG1telVyS0Nob2tVNm54K1NlTTdOK0lqSWlsVXFkakpoelpyS0puNnJ1akhYRHhtWjJZUFBtelh1T0d6ZHVTVFlGTlZKUlVmRm12WHIxdmk0c0xMd21qdU96MCtuMC9mUG16WHVvUVlNRy9jenNnRGlPVDBtbjAvZFRsNU5WZFROVnZhRmV2WHFkaW91TFR5b3RMZjNtejNYTmI0bWk2Qkl6dTZCang0NmR5c3JLaG9iblNrdEwzNG1pYUpDcTNpSWluYU1vdWphVHlmVDZ2VExYWFhmZGV0bHM5Z1VSNlJCRjBXbVpUT2J4R2k3TGk2TG9mbFV0ck9IY2J6Q3pQRlU5VkVTa2RldldKUzFidGp4MFJmZUQ0emgvTGNPR0RhdmNjTU1OTDJ2Y3VIRW5XZlE5L2N1eTdhTW82cVdxbTV2Wkw5bHNkcjhSSTBaTURNK1BIRG55cHlpS0hsVFYwNm5MS1ZFVXRaNDZkZXFSU3dvTW10bCtxaXBtOWxSNWVmbjNIVHQydkNRdkwrOUpFVGtvaXFLVFZrUzlzOW5zRTZsVXFyMnF4bmpSZCtWVWxhb2VVbFpXOWdsMU9WRlZSNnRxcjBhTkd1M1l0bTNiQTBhTkdqVXRLR2U5VkNvbFpqYWxvS0JnbFRpT24xaENtM0k5N3JmbmVENHJJa1JFT20reXlTYWY0dmUvUWpDejZ2THk4dlNLS3M5eEhNZHhuTHFGQy9lTzR6aU80eXdKTFNnb2VOak10aU9UOExYd1pDYVRHUi9IY1g4UjZhZXFYZUk0ZmlPZFRqOG5pOFNHblJKL1kxWHRrMDZuLzU5bzM3NTkrK2IxNnRWcnZhUk04NUVqUi81VVhGeDhTeXFWNm0xbTkzYnMyUEhMc3JLeXorSTRma3RWOXhPUlc5dTFhL2RVL2ZyMXM5bHNOaEdEL3FPcXg1YVdsbGJXVUdSK0ZFWDNxT29mK2YxVGFHYUhpb2ltVXFuWDRqZytPcDFPUDV2VEg0UGpPTzZrcXJ1SVNNL2k0dUlQVkhWOVZkMXVhUVdiMmRhcW1oS1J4NklvV2p1VHlWeWJjMGwxSnBNNWZobnJtUi9IOGFHVVcxRmRYZjN6OGpiVWNaeC9uakZqeGxURWNmeUZpR3hpWnJ1SXlOWExjTnR5RVVYUnYxVzFqNW5ORUpGOXk4cktNalZkVjFsWjJhK2dvT0JZVlYxRkZuM1REMmpkdXZXSExWcTA2RkpXVnZaWmVPMG1tMnpTU0ZXUDV2dHp1WWhJV1ZuWnMzRWMvOFFtc1FlSXlKdC9wTDVtdG5IeWYxZEVaSWRzTnJ0TGFXbnBqM0VjZHhhUmpiaW1UeWFUK1NTNXFMUzBkR1ljeDMxRTVFNVYzYlorL2ZyUGlNZ3VpZldRcW5iZzB2K2swK2xQUk9USW1wNjlQQjczanVNNGp1TTRLd29YN2gzSGNSeG5KU1dPNDF0RnBNV1N6cHRaWWZEZmU5U1FhZGhLUkhaQktIa3BqdU5PNlhUNjVmQ0MyYk5uRDI3Y3VIRWZiQlJhQ3pZUFpwWmtJMzZSeVdRZXkzMTJTVWxKRXpON0k1dk5yaC9IOFlIcGRQcjk4SHdVUlNkbk1wbDdzWERvcmFxYWw1Y1hpY2huSWxJdUl2dUpTSDVoWVdHK21SMGpJazNON0pwTUp0TmJSTEpSRk8xV2cyVkJWU2FUT1hFNXUvRlg0aml1NUxmVHQ5UWhGNnV1cmo0L0x5OHZ5WTdzZ0tmem9LV1ZHMFZSSnpaSGZENlR5UXo0by9XVFJTc2tHZ1YvVGh3K2ZQaU1QMU9lNHpqL0hHWld3ZmQzNTAwMzNYVFZFU05HVEY2ZSswdEtTaHFZMmRZMWJaWmFVbExTTnB2TlBtOW1rN1BaN0Y1bFpXVmZMcW1jRVNOR1RFVDh2akU0SEtWU3FVL2lPSDVnN3R5NTNaSXM4L3IxNjU4dUlvMUVwR2Q1ZWZsb3JxMFNrWmRFNUZSVkhSMlduWitmM3orTzQxbjhHV2ExLzRiaTR1SVRWZldNb0crNmxwYVdmbGhTVXRJa204MWVRei9kbHNsa3JzbTlONTFPM3h2SDhWa2lzcG1xN2xoY1hIeGthV25wWTdKSXVOL2V6QmFhMlovNjlqcU80emlPNC93VnVIRHZPSTdqT0NzcDZYUzZhMDNIeWJKOE85bVFUeGFKRjBQTnJFMHFsZXBTazRmN2toZ3pac3pzNHVMaTQxT3AxSHF6Wi84ZmUzY2VIa1dWOW4zOGQ3b1RBc2krcTFGQU12QW9FTklkWldSYzBjRUZBUVZSY0VGY1VIVHdFVlJVR0pGRmNSUVZGVGYwRWNkOVI5d1hFRUVGUk5SMEp3R0RTTVN3Q21FTFljdlNYZWY5Zys1K3MwSUNJV25nKzdtdXVhYTd6cWxUZDFlNDdPcTdUdDBuOXhYdHFSUGN3K1Z5TlFpVkxQak40L0g4dCtSKzF0cTZrcEpEeVpaWlNVbEozVkpUVTR2V2NiNjFZOGVPSC9wOHZreVB4elBWR05QTWNaeDNRL3MrSzhsbHJaMi9ZOGVPM1EwYU5MaFowaVYrdi84VDdVbXczeTFwa3Nmam1lYjMrNGVXWE5TeFE0Y085ZXZXclZzL1B6L2ZxVk9uenVhVWxKU3ladWVYRkZQa3VpbXJyTkpCMmpPejFPL3hlTzQzeHB4WVVGRHdja1hQWStoemJTdHY0Y2I0K1BnNkRSbzBhTGl2TVdKalk0OHQ4blpIWlk0UElMcUV5cGpKR09PS2pZM3RMS2xTaVh0cjdUT1NydkY2dlNOOVB0K1Q0ZTFkdW5RNTFuR2NMNDB4UDFocnIwdExTOXU0cjdGOFB0K1RIby9uTEdQTXhVWGkrMWJTakhyMTZ1VnB6M2ZMTWNhWXNkYmExMHMrT2VUeitmNlZsSlQwWW1wcXFzL3I5VVlTOElGQVlIUjZldm9TN2Zsdjk2bVN6aS9yK0R0MjdKaFJ2Mzc5QjR3eDhZN2pQSkthbWpwTmUwcmRQR0NNYVdHdGZkN3Y5OTlhVHZoQlNVOUkrbThvN3Q2UzNrcElTSWl6MXZhUU5DazFOVFdyUWllMWlybGNydDRlanllKzVIWnJiWmNpVHhjQUFJQWpGSWw3QUFDT0lNbkp5YzBjeDNtcmFOSStwTkFZODRyak9EOTM2ZEpsVU1rYTd1WHAzTGx6WTJQTVhaSytDQy82WjR5NVhIc1NEMVA4ZnYvSXN2WkxURXlNajRtSnVTelU3OUdpU2Z2T25UdDNOc1lrMWFwVjYzV1B4N002MUdlTE1lWmhqOGNUR2NNWTA3dCsvZnE5cmJVTEpQWDBlRHc5UTAwM2hOcUhlTDNlaGo2ZmIyRFI1SDFjWEZ4clNRL1dybDI3aitNNGp0ZnJYV3V0L2NsYSsxbE9UczQ3WlMyaW01eWNmSlMxTnZ5MnZBVmZUVkpTMG1ScjdUZCt2MzljUmM1ZlJiVm8wYUtOcEtINzZtZXRiVnlrUkJHSmUrRFFka3o0aGJWMmw5ZnJ2Y3RhMjdHTWZuOFB2ekRHUE9ieGVIWklxaWNwdkJEc0UwbEpTVFkxTlhWS1VsSlNrakhtVFVsUCtIeStwOFBya2xTQWRibGNWenFPTThzWWM1cTE5Z08vMzM5WmtmMWpKTDFpclgzRjcvZVBLR1AvUU1sRnU2MjFHY0ZnY0YzNGZUQVl6SGU3M1V1c3RmT0R3ZUJIUmZ0bVptYm1lcjNlRzYyMVQ2V21wbzdXbmhzRi81UjBrK000dzFKVFU1L2JXL0I1ZVhudng4WEZQUjlhSzZSQWt1clhyMytWcEIvOGZ2K0VDcDZES3VjNHpxZDdXWnkyVkVJZkFBQWNXVWpjQXdCd2hBaVZGUGpTR0hPc3BGekhjVzRMbGFLUjlzeUkvTkRyOVE1MHU5MXpQQjdQSjVJZThQdjl2NVFjeCt2MVhtMnR2U1QwdHAweEprblNLVjZ2dDI1ZVh0NFlZOHdsMXRxVkd6ZHV2Sy9FZnJkYWErUDhmdjlrbDhzVnVRYXgxa1lTNFltSmlmRnV0L3NkN1VsQVBlM3orYjZxNEdmN241U1VsR1ZlcjlkYkpNSDlwakZtWE1rWjk2SFpuUmNuSmliKzNlMTJQeTNwRkdQTWNjYVlTeHMzYmp5eFVhTkdWNmVtcG41YjRoQjFpN3plR1g3aDhYaE9Oc2FFYjA0Y0kra01hKzF3ajhmejd6SnExZTgzbjgrM1ZGSlp5YkJpRWhNVHhIZXZwQUFBSUFCSlJFRlV2VEV4TWVGNitEdmJ0R2xUdTNIanh2Y1dGQlE4OGV1dnYyNnBxbmdBSEh6VzJnK05NUW1TWnFTbXBpNlU5TU9Cak9mMWVoTWxYV210UGR2djkrOXpsbjFKS1NrcHV4SVRFOCtQaVlsNU9UOC8vN2FpU1grUHgzT25NV1pxZUoyVHZUSEdmQ0JwdHMvbis3M29mNTlETmZZN2w3ZWZ6K2Y3cW1QSGpxZEtjcEtUazl0WmE0ZFphLytlbXBxYXRxOWpabVJrN1BCNFBMZFlhODgxeGp3UTJuek05dTNiZTRkbTVGZEVvYVJsa2twOUwrNkZsYlRKV3Z0SkdXTXRkYmxjODhyY3lWcEgwbkpKejFmaVdBQUE0REREODNjQUFCd0JPbmZ1M0RnMk52WUxTYWRLOGx0cnIzYTVYTm5XMm5EeTVsbWZ6M2RyS05FN083eWdxclgySzJ2dDYyNjMrL09VbEpSdEpjY04xUTErV251U01jMGR4K2xoakhrcnRHK21NU1lsOURwV1VsK3paenI0eThhWVI2eTFTN1ZueHVGZHFhbXBqOFhIeDlkcDNyejU3OGFZZUVuQnZMeTgrSXlNalBYNytteGVyN2UzcEhjbHpRZ2wxUk1jeHhtYm1wcTZvQUtueGhVcTIvQ29wRHFoYmJ1RHdXQlNXbHJhNytGT2lZbUpIV0ppWXNLTDZENVhWaG1pcEtTa2tTNlg2OUhRMnpPTDFPMTNsYng1VUpUSDQ4a3p4c1JaYTE4OWtCcjhvUmpPZHJsYzRhY2xKbGhyT3h0aitsbHIxeGhqcml5NWxrQTA4SHE5WmM3NDlmbDhYS2VpeXZIdjdmQ1FuSnpjTUNVbEpiY1NUd3hFRzNNSXh3NEFBS29KTSs0QkFEak1kZTdjdVhOc2JPeUhrcHBiYSsvMCsvMVRKQVdUazVOTExRU1lsWldWMTZoUm8xN0dtSGNsbldlTXVjQVljNEcxdHREajhVejArLzMzbDNlY1lEQVlNTVlNdGRhK1k0d1phSXhwSENwVEkrMUptT1ZJYXVnNFRvNHh4bFdrZm0ra3hyd3hwbzcySlBydkR3YURPejBlejl0bTc0Vis2MG02S1BUNktra3BXN1pzT2Iyc2NqZmxjSHcrMzdQSnljbmZPSTd6ampHbWk2UTZ4cGcra2g0ckVsZWt2cnkxZHZ1K0JqWEdMQTIvOW5nOC95ZnBLRWt2K2YzK2J5cWFyUEY0UEgzQ1pZZjJJdEZhZTBMbzlWZVNDcTIxSDRmZWQ1VGtEciszMXY0cklTRWhMVE16TTdjaXh3ZUFhRlhXamVSRERFbDdBQUN3VHlUdUFRQTRmTGs5SHMrL1FxVmNYaTRvS0ppNlpNbVNVb3NiMmozRjI5ZUUzd2VEUVdPTXVVblNMWkx1TXNhNHJMWFQ5cGEwMTU1a2RSZkhjWjV6dVZ4TkpBM2NTOWNNYTIydElyWFk4eVZwelpvMXU1czBhWEtTTWFaUmtkbnVWK3p0a0Y2dmQwYm9kYUdrTndLQndBdFpXVm41ZXowclpVaEpTZmt0TVRIeHRKaVltSmV0dFg5ekhPZlRvdTF1dDd0eCtIVm9FZGtLTThiVWxqVFFXdHZYNi9WT0w5a2VlaHFobE5CaXUrRUZkMGM0anJNMUx5L3ZzOTkrKzIxenVJL1g2MzNHR0JNdUxmRm0wVElWWHEvM0RHdHRKNy9mUDdVeThRSUFBQUFBYWg2SmV3QUFEa09KaVlrdDNHNzM3Y2FZMUMxYnRuUm8yclJwdlZxMWFpMzFlcjJ2R0dOZUNnYUQ2eDNITWNhWVN5WDlacTFkbDVTVTFNZ1lFeXZwSTBrSmtpNlhOTjFhKzVTMTl0LzdPcWExTmkwdExTM0g0L0hjdksrKzRabjFvZjBpcytQVDA5T3pKV1h2YmQvazVPUjJoWVdGNjJOaVlpWlphN3RLdXQ5eG5QOUxTMHRiVzdHelU3YjA5UFNkb2M4c1NVcElTSWlyWDcvK09aTDZTRHF2U093NSt6TytNV2FIeitlN3V1UjJqOGZUWDFLY01hYmNjanJCWVBBN2w4dTFzRTZkT3NicjlUN2s4L25HbCt4anJVMlM5S0gybktPNmp1Tk1NOGEwOTNxOUYxdHJyL2Y3L2V2S0hCd0FBQUFBRUhWSTNBTUFjQmdLSmNCSGg5ODNiZHEwbnFSbWtrWTZqdk5QWTh3aTdVbjJLbFFTcCtqdTNZd3h4bHI3a1RIbUh6NmY3eC83RTRPMXRwN0g0M21seUtiSUFxOUZFL2N1bDJ0M3FaMzNQbTVtVEV5TXJMVmJITWU1TUMwdDdhZWk3VWxKU1cxY0x0ZU5QcDl2YkNVV0haVDJKTHlQZGh6blFtTk1MMnZ0ZWNhWTdaSW1odXIxUDZZOU5mazM3M3VrU2hrWERBYi8zTGx6WjdrTDhhYWxwZm05WHUvOWtoNlVOQzRwS1Nrck5UVzE2TG1WTWFiQTYvVmU0UFA1dnJMV1BtdU1hVyt0M1dHTW1TZXBrU1FTOXdBQUFBQndpQ0J4RHdEQWtXZW0zKzhmVlY2ajErc2RJc2t0NlR1Zno3ZTB2SDc3RXBwaEhsbHMxZXYxWGlLcG9VSkovU0kzQzNidDUvakxTeWJ0MjdScFU5dmxjbjBneWV2eGVFNngxbDZlbXBwYTdnejU1T1RrV01keHVrbTZRTktGanVOMENkMjB5TGJXam5lNVhNK2xwS1RzOG5nOER4YzU3bDZmQ0tnc3Y5OC9xU0w5c3JPem4yalJvc1U5a2hvWVl6cVUwV1dHcE0rOFh1OExrZ1pZYTUvT3o4Ly9UMFVXK0FVQUFBQUFSQmNTOXdBQUhIbDZlYjNlK1BJYXJiV3V2YThIZStDc3RmWER4M0FjSjdMWXE5ZnJmY1JhMjZLQ3c3UXJNYU5mb2NWcXJhUVVZMHdUU2FOQy80dElURXpzNEhLNXpqWEduR2V0UGNjWVU3OUlYT3VzdFpOZEx0ZnpLU2twUlc4b3RDN2FwOUlmdUFxc1diTm1kN05tellhNFhLNS9XR3MvOVhnOFQwbUtsTjR4eG14MEhPZGJTV01sbmV6Myt6TnFJazRBT0ZDZE9uVnFHUnNiMjhseG5OOE90QXdhQUFEQW9ZckVQUUFBUjU3UGZEN2YzbWJjRHd6TnVLODBqOGZUeFJoenRrS3o2cjFlN3h0Rm11c1dlZDBzL0tMb1lxOCtuKy91ZlIzRDYvVU9EcjM4dysvM1g3dVA3aEZkdW5UcDZIYTdaMHRxVmJMTldydFUwdVQ4L1B6WE16SXlDa3EyRzJQYWgvclpiZHUycmFySThlTGo0K3MwYTlic3ZBcDBqZkI0UEszOWZ2L0tjcHFOeStYYWJxMXRiNHlaTCtrMWErMTBZOHdONFE0dWwrcy8xdG9ySkgzcTlYb3Y5L2w4S1pVNVBnQkVnMXExYXZXUTlMcmI3WmJINDhreHhvenkrWHd2MUhSY0FBQUExY2xWMHdFQUFJRERnOHZsZWtUU2k5YmFIMVJrTWRidy8wSWxjZGE3WEs1bHhwaEk4dHhhdTdFNjRrdExTL3ZWV3J1czZEWnI3VGVPNC9UeSsvMGQvWDcvUzJVbDdaT1RrMk1sblJSNnV6SXJLeXV2WkorU2dzSGdWUzFhdFBBWlk3SXFHZWJJa2hzU0V4TmJlRHllZTd4ZWI2YWtMeVdkYTR5NXhlLzNYMnVNS1JaTFNrcktIOWJhQ1pKT3NOYis1UEY0WGt4T1RtNVh5UmdBb05va0pTV043TktseStsRnQxbHJPNFZlcnBMVU01eTBUMHBLU3ZKNFBEOTA2ZEtsZlkwRUN3QUFVSTJZY1E4QXdKR25qOWZyYlZOZVl5Vkw1VFFyOHZvcVk4ekprczYwMW00MHhoUXJZeE1JQkR6cDZla3JKVGtlanllY29BNm1wNmRYWnczMmtkYmErWkplbHZSMFJjckpPSTdUelJoVFczdHVScVNXMTg4WWMzejR0Y3ZsZXRKeG5PdFNVMVBUdkY1dmhRSkxUazV1WjYwOU8vemU2L1VtV0dzbkdXTjZTNHJWLzM4eTRBcWZ6NWRXM2poK3YvOFJqOGR6c2pHbXY2UWhqdVBjNFBWNlowbDYxK2Z6dlNySnFWQkFBRkFOakRHWHVGeXVSejBlVDRZeHhxODkvNjA3UGZUL3Z4cGpobm05M21HaDkvODB4clIwdTkwL2V6eWVRWDYvLzVPYWpoOEFBT0JnSVhFUEFNQVJ4aGp6cHMvbmU3QzhkcS9YMnorVXZQKzFRNGNPOWV2V3JYdTYzKy8vc21TL3BLU2tIcElpcFcwY3h4bWVtcHE2Vk5KU1NaR1NCbTNhdEtuZHVISGpsc0ZnTUR1VXRHOXRqT211UFVtWVB5UUZ5b3NsT1RtNW9lTTR0Ylp1M2JvOUt5c3JMeUVoSWE1SXM2M3NaL2Y3L2I4a0pTV2RtcHFhV21ZQ1BpRWhvVUdEQmczK0VRZ0VzbU5qWXpjRmc4RTRZOHpFSWwyK0wycy9yOWQ3Z2JYMjFraGcxajZWbXBvYXZuRmhROXZxZGVuU3BXTmhZZUhtb3Z2R3hzYTZqVEYxcmJVVEpUVUxsOHZKemMxZDNhQkJnOVpGa3ZaVFhTN1h5SlNVbE4xRmpoTVR2c215YytmTzhQbXdXN2R1SGRTa1NSTzNwTDZoeFhhN1dtdWZKbWtQSUlyWjBOTlo1Zko0UE5NbFhTcXBsdU00cTZzdk5BQUFnT3BINGg0QWdDUEE1czJiZHpSdTNIaElNQmhja3A2ZXZtaHZmWVBCWUErWHk3WE01L090OTNnOEh4bGplbnU5M3NkQ2RmR0RSYnIrYkszZGFveXBZNjE5TlRVMWRWcDVZenFPODNlMzIzMnh4K1BwSDBwRWg2ZjB6OTliTElXRmhYRXVsNnRINDhhTmh6UnUzUGdmeHBoSTR0bGF1N1VTcHlDaXZLUzlKR1ZtWnVaNnZkNTFicmY3Q3NkeDduQzVYTFdLTkFjQ2djRDdaZTJYbDVjM0p5NHVMa05TUjJ2dEYzNi8vNDRpY1c0d3hzZ1lFK2QydTVlNDNYdGZQc0FZTTBOU2NtWm1abjVTVWxKL1k4eVB4cGpCZnI5L3BpU1RsSlIwcFRIbWNtT01wMGk5L3QyLy9mYmJsdkFZV1ZsWmVWbFpXWmQ2dmQ1eGt1NjExdDZlbXByNmVhVk9GQUJFci95MHREUi9UUWNCQUFCd01GWDRPWGdBQUhEbzhIcTlDWkltVnFEcjNoeGxyZTFjNVAycmZyOS9YTkVPU1VsSlBWMHUxN1RzN094MmE5YXMyVjE2aU9JOEhzOGR4cGpKb2JlRmdVRGcxUFQwZEY5Rmd2RjRQSzhZWThJTDA4cGEreSsvM3orMUVwK25VcnhlNzEyU0hpbHl2UHY4Zm4rNTU3UkxseTVkWFM3WE8vbjUrWWtaR1JrN3d0c1RFeFBidXQzdTE0MHh5WkpxbDdON1VGS090ZlozeDNHZVRFdExlNi9JL2kzUzA5T3pTL1EzWHEvM08wbG5oTjdQOHZsODU1ZnpPWkp6YzNPWFpHWm01bGY4MDFjZnI5ZGI1cE1UUHArUDYxUlVPZjY5UlIrUHh6UGZHSE9hdFRaSDBzZjc2SDYyTWFhMXBHMCtuNjlSTllVSUFBQlFJNWh4RHdEQVljam44MlZLR25pd2o1T2FtdnBGY25MeXFSVkoybXZQelB2UFhDN1hCRW1MckxWaks1cTBEKzA3emVWeTlaRzBPSFFUNGVVRENuN2Z4L3ZXR0xOVFVyb3hab3JmNzM5M2IvM1QwdEorU2s1TzloUk4ya3RTZW5yNm41Sk9WMmloMjgyYk54ZWJjcCtWbFJYWVc3bWdNcEwyMm5NZndYNHVxWlV4WmxaK2Z2N1k4dmIzK1h3cGUvMmdBQkFkMXZyOS9tdjMxaUZVS3FkMTlZVUVBQUJRYzBqY0F3Q0FBNUtTa3JLcW9uM1QwdEorbDFSL2Y0NlRscFkyWDFLVC9kbDNmNlNtcHY0c3FWNWw5a2xKU2RtMmovWkNTWVVISE55ZWV2MlRKRTJxaXJFQUFBQUFBTkdGeEQwQUFBQUFvRVlaWStLOVh1ODdlK3RqcmYxNzlVVUVBQUJRczBqY0F3QUFBQUJxbExWMmpkL3YzMnVKdDFDcG5QanFpd29BQUtEbXVHbzZBQUFBQUFBQUFBQUE4UDh4NHg0QUFBQUFVTk9POVhnOHIreWp6OG5WRkFzQUFFQ05JM0VQQUFBQUFLaHBtWDYvLzlyUWE3Y2tJeWxRdEVPb1ZFNXJhKzNhbWdrUkFBQ2crcEM0QndBQUFBRFVsSGV0dGQ5STZ1bnhlRjZ4MW00d3hqeG5qSG5YV3JzZ0VBaE1YTHg0OFZaSkNnYURqN3JkN3NsK3YzOVJUUWNOQUFCd3NGSGpIZ0FBQUFCUTdieGViKytDZ29JM2pUR3ZHMk5PTnNZTWRybGM5ZngrLzBwSlR4aGo3b2lKaWZtcGMrZk9qU1VwUFQxOWthUmp2Rjd2ZDE2dmQyaENRa0pjVFg4R0FBQ0FnNFhFUFFBQUFBQ2dKZ3lJaTRzN3BjUTJLMGw1ZVhrZlN0cG1qRWx3dTkxWFJCcXREVnByNTBsNnZuNzkrdWtlaitla2FvOGFBQUNnR3BDNEJ3QUFBQUJVSzQvSDA4ZGFlMlV3R0d4WVZudEdSa2FCdFhhaHBJRGpPQ21TMUtWTGwyT05NUU8yYnQxNnY3WDJUMk5NZTJQTVY0bUppVWRWK3djQUFBQTR5RWpjQXdBQUFBQ3FqZGZydlZYU2gyYVBQMHMwUjVMd2ZyKy9WMzUrZnN0UWlSeTN5K1c2WDFMenJLeXNBa25qUTkyT2M3dmRGMWJyQndBQUFLZ0dwcVlEQUFBQTFTTTVPYm1aNHpoakpWMXVqR2xaMC9FQWUrUHorYmhPUlpYemVyMjJwbU9BWksyVk1VYlcvdjgvaHpHbVdIdEo1YldIeHluYWpxcGpyZDBpNmQyOHZMd0hsaTVkK2xkTnh3TUF3SkVrcHFZREFBQUExY054bkFlTU1UZlhkQndBQUlTVDcyVWwzUGVXaEMrNm43V1dwUDFCWm94cEl1bVcyclZyeDBtNm9hYmpBUURnU0VMaUhnQ0FJOGRsTlIwQUFBQmxKZHJMUytUdmJYWStDZnRxMWJ1bUF3QUE0RWhEalhzQUFJNFF4cGltTlIwRFVCSFcyczAxSFFNT1Q5YmFqVFVkQThwbWpObnI3UHR3TzhuNm1tR01hVjdUTVFBQWNLUWhjUThBQUlCbzgxRk5CNEREMXZTYURnQUFBQUNvQ0VybEFBQUFJQ3FFWmtOL0t1bUJtbzRGaDYySjFscVhwSDdNSUFZQUFFQTA0emxEQUFDT0VGNnYxNWExM2VmemNUMEFBQUFrcmhjQUFJZ2FsTW9C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1Kb09BQUFBVkszazVPU0d3V0N3MUhlOHkrWGFXbFoveDNFYWw5eVdtNXRyVjZ4WXNlMWd4UWdBQUdyV0NTZWMwTEJCZ3daY0x3QUFFS1ZpYWpvQUFBQlF0YXkxanhoajJsZTB2ekhtdzVMYkdqWnN1RUxTRFZVZUhBQUFpQW9OR2pSNDFCanp0NHIyTCt0Nm9VR0RCc3NsM1ZUbHdRRUFBQkwzQUFBY2JvTEI0QnEzMjEzaEg5SEdtTE5MYm5NY3gxL2xnUUVBZ0dpeTBSaHpZMFU3bDNXOVlLMzlvY3FqQWdBQUVqWHVBUUE0L0RpTzg3NjF0dUFBaGlpVTlHVVZoZ1FBQUtLTTR6aWZoTDd6OTFkaGFBd0FBSEFRa0xnSEFPRHdzOEVZczJCL2Q3YldwZ1dEd1QrcU5pUUFBQkJOWW1OalYxbHJmOXJmL2EyMVA4WEd4cTZxMnFnQUFFQVlpWHNBQUE0eml4Y3YzdTQ0enZmV1dsdlpmZTBlL21Bd3VPYmdSQWNBQUtMQjd0MjdOMXRyZjlyZjZ3VkpQNmFrcEd3Nk9ORUJBQUFTOXdBQUhINENqdU9rR0dOeXkrdFEzbTkwWTh4dVk4eWlqSXlNQXltMUF3QUFvbHhHUmthQk1lYW4vYjFla1BUTEFaYmFBUUFBZTBIaUhnQ0F3NURiN1U2eDFtYVgxYmEzaVhYVzJtM0JZSERPd1l3TkFBQkVoL3o4L0IvMjkzb2hQeitmaFdrQkFEaUlTTndEQUhBWTh2djlmMWxyZjZuc2Z0YmFsUFQwOUt5REV4VUFBSWdtR1JrWnEvZjNlaUVqSTJQMXdZa0tBQUNJeEQwQUFJY3RLK25kL2RqdnRkQytBQURnOEdjbHZiY2YrM0c5QUFEQVFVYmlIZ0NBdzlTbVRadG1TZnFyNUhaampJd3hwZnBiYXpkbVoyZC9YbDN4QVFDQW1yZHAwNmFaWlpYTDJjdjF3Z2F1RndBQU9QaEkzQU1BY0poYXMyYk5ia2tmVkxTL01XYm11blhyZGgzY3FBQUFRRFFKWFM5OFdvbGRQdVY2QVFDQWc0L0VQUUFBaDdGZ01QaTZwRUJGdWtxYVVRMGhBUUNBNlBOTzZGcGdYd0todmdBQTRDQWpjUThBd0dFc0ppWm1oYlUyclFKZGwwdjZyUnBDQWdBQTBXZTVwSXdLOU10d3VWekxxeUVlQUFDT2VDVHVBUUE0ak8zZXZUdFgwbmY3Nm1ldDllL2N1WE5OOVVRRkFBQ2lpY3ZsMm1pdC9ha0NYUmR0MkxCaFl6V0VCQURBRVkvRVBRQUFoN0dNakl3Q1NUOWJhOHV0Uld1dHpYY2M1K2RseTVadHI5N29BQUJBTkVoSlNkbmxPTTdQa3ZaNXZSQ3FpUThBQUE0eUV2Y0FBQnptSE1meFNjcmVTNWRjU2Q5V1kwZ0FBQ0RLT0k3emc3VjJiN1BwY3gzSFdWaU5JUUVBY0VRamNROEF3R0V1TFMzdEQwbC9sTmR1cmMxS1MwdGJYTDFSQVFDQWFMSjQ4ZUtsa2pMTGE3ZldacVducDdNZURnQUExWVRFUFFBQWg3K2d0ZmJkOGhxTk1hOUxDbFJ2U0FBQUlNb0VqREh2bDlmSTlRSUFBTldMeEQwQUFFY0FZOHhIb1pJNHhWaHJkeFFXRnI1WE0xRUJBSUJvRWdnRVByVFc3aWlqYVR2WEN3QUFWQzhTOXdBQUhBSDhmdjlHU1RQTGFKcTNaTW1TRFRVUUVnQUFpRExwNmVuWmtyNHB1ZDFhTzRmckJRQUFxaGVKZXdBQWpoRFcyamVzdFU2Ujk0N2pPQi9WYkZRQUFDQ2FXR3ZmSzNtOUlLbmNrbnNBQU9EZ0lIRVBBTUFSSWo4Ly95ZEpmNGJmRzJQV3VseXVSVFViRlFBQWlDWXVsK3NuU2F1TGJGcFpXRmo0VXcyR0JBREFFWW5FUFFBQVI0ZzZkZXJrV212bkZkbVU1bks1MXRaZ1NBQUFJTW9ZWXpZYVl4WVZlZjlUWEZ6Y3BwcU5DZ0NBSXcrSmV3QUFqaEFwS1NtN3JMVUxyYlVGa2dLTzQ2U2twS1R3UXh3QUFFU2twS1JzY3h6blowbUZrZ0xXMnA5U1VsSzIxWFJjQUFBY2FXSnFPZ0FBQUZCOTNHNTNpcVRWMXRyR2tyNnQ2WGdBQUVCVStzRmF1MUZTYlVrTGF6b1lBQUNPUk15NEJ3RGdDTEpseTVaZkphMHl4bXpjdEdrVDllMEJBRUFwbXpadDhrdjZ5eGl6Y2V2V3JmNmFqZ2NBZ0NPUnFla0FBQUNIRGZleENZbEh4N3JWV3k1enRyWHFhS1RqalRIMWF6b3dGRmZMTGJtTVVWN0ExblFvS0lOajdVNGpyYlF5R1Rab3Z3OEVDejlldHlKam5hUkFUY2NHQUFmSWZWeUhEaTNkVHEzempOdjFUeXNsYXMrMVFzT2FEZ3lseGJrbHcvVkMxTEpXdVZaMnRaRkp0NDR6SitEb3E3V1o2WDlKQ3RaMGJBQ0Fxa0hpSGdCd3dGcTFTV29UVjl2K3I1RVphSXlPcWVsNHNIZEdWa2FTdzJYQW9jSGFiRWQ2MStTWng3T3lVck5xT2h3QTJCL0h0T3QwWEswWTl6RGowcFdTT2E2bTQ4RytjYjF3YUxGVzYyVHQ2d1dGaGMrdFc1R3hxcWJqQVFBY09MNkJBUUFISkw1ZHg0VFkyTmlwVnVwdWpOdzFIUS8yemRvOU0rZU00VExnVUdHdGRZelJnc0tDd1BWci92ZzFzNmJqQVlES09McnRpYTNqNG1vOUxabWVYQ3NjT3JoZU9QUllxNkJrWjB2bTVxemZ1TmtQQUljNkxwb0FBUHV0VFpzMnRVMWMzVEdTQmhoaitFNDVSQmhqK0JGK2lESEdHR3QxbkhHNTZ0ZU8wVGM3ZCs0c3JPbVlBS0Jpa21PYnRkSkl5WFV0U2Z0REM5Y0xoeDVqNUpKMGdxeDE1ZFN2ODYxeWNpaXpCd0NITUJhbkJRRHNOMVBycUE1RzZtZU00ZnNFT01pTU1TN2pVcy9halp0M3FlbFlBS0Npamt2SVAxNXlYVW5TSHFnZXhoaVhNZWJTWTJzZDFhR21Zd0VBSEJnU0xRQ0EvV1pkN2tza2F0b0QxY2FxcGJIdVBqVWRCZ0JVbE12dDZpZlo0MnM2RHVCSVlxVmpZMTB4RjlkMEhBQ0FBeE5UMHdFQUFBNWgxcHhwWEtXZm9XN2N1SkdHRGIxUmwvUzZVRTJhTks2WjJJQkRWRTdPTm4zMjVVdzlQZlZGYmR5MHFWaWJNY1pZT2FmV1dIQUFVRW5HbUhOTkdmVldhdGV1cmR2K05WUjkrMXlrbGkyYTEweHd3Q0ZzMDZiTit1VHpML1hrczg5cng0NmR4ZHIybE5penA5ZFljQUNBS2tIaUhnQ3cvNHhPS0d2emJmKzZTWU92dXFMNjR3RU9BNDBhTmRUVlYxeXVtQmkzL2oxdVloazlERE5YQVJ3NnJFbFFHV1hTYjdueE90MDg1TnFhaUFnNExEUnIxbFRYRDc1YWhZV0ZtdlQ0VTZYYXJVemJHZ2tNQUZCbEtKVURBTmgvUm1WT2tldDF3Zm5WSHd0d21Qbm5PV2VYMDJLYVZuTW9BTERmak11MkxHdjdnUDc5cWo4WTREQjBjWitMeXR4dVpIbVVCUUFPY1NUdUFRRDd6Y2djVmRiMnBrMmJWSDh3d0dHbVdkT3k4L1BHcUVHMUJ3TUErODNVSzJ0cmkrYk5xajhVNEREVXFrV0xNcmNiWXhwV2V6QUFnQ3BG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Y0VpeTFzcGFXOU5oUkJXLzM2L2ZmdnRObXpkdmx1TTR4ZHEyYk5taXJLd3M1ZWJtUnJabFptWnEvZnIxS2lnb3FJRm9xMDVlWGw2VmpyZGx5eFlGQW9FcUhSTUFnTW9nY1E4QUFBQUFPQ1F0VzdaTVBYcjAwT2pSby9YaGh4OXE2OWF0VlRMdVN5KzlwUHZ2djErLy9QSkxxYmFTeWZDeXBLYW1xckN3Y0wrT2ZjODk5K2pjYzgvVjhPSER0V3pac2tydi81Ly8vRWRYWFhXVkJnd1lvSlNVbEdKdGMrYk0wYVdYWHFvTEw3eFFDeGN1bENUZGV1dXR1dWlpaTNUNzdiZHJ4NDRkNVNhcm4zbm1HWTBiTjA1UFAvMjBmRDVmcWZhYmJycEpGMTU0b1FZUEhxeFpzMlpWT3U3OXRYUG5UbzBmUDc3VVp5M0wxS2xUTlhQbXpIMzJLeXdzMVBEaHd6VjA2RkJ0M3J5NXdyRjgvLzMzT3ZmY2N6VjA2RkI5OWRWWEZkNFBBSUN5eE5SMEFBQUFBQUFBN0k4VksxWm82OWF0bWpWcmxtclhycTBlUFhxVTZwT2ZueTlqakdyVnFsV3FiZHUyYmNyT3p0YmYvdmEzWXRzSERCaWd5eTY3VEI5Ly9MRjY5T2loaVJNbktpWm16OC9uRzIrOFVRa0pDZXJkdTdjNmRlcFVhc3hGaXhicHR0dHUwNGtubnFoSmt5YXBaY3VXeGRxRHdhRGNibmU1bjJuczJMRWFNR0NBNXMrZnIrWExsK3VMTDc0bzFwNlRrNlBKa3lmcjdydnZWdjM2OWNzZHAyM2J0anJsbEZQS2JLdGZ2NzY2ZGV0V2JGdjM3dDMxN0xQUGF0bXlaWHJzc2NmVXBFbVRZdTFMbGl6Unp6Ly9yUGo0ZU4xNDQ0Mmx4Z3dFQXNyT3pwYkw1ZEo1NTUxWGJseFY2WTgvL3RDZGQ5NnBZY09HNmJUVFRvdHMvKzkvLzZ0dDI3WVY2N3QyN1ZyTm5UdFhrdlRycjc5cXg0NGQ1WTY3YnQwNlpXUmtTSkt1dWVZYXZmYmFhMnJhdE9rKzR6bnp6RE4xOHNrbmEvYnMyZnJsbDErMGE5Y3U5ZXZYN3dBK0lRRGdTRWJpSGdBQUFBQndTRnE2ZEtra3llVnk2YWFiYmxLOWV2V2tVTG1ZV3JWcXFXUEhqbHE5ZXJWdXZ2bG05ZXZYVDMzNjlJbjBDUVFDR2pseXBKWXZYNjR4WThib3dnc3ZqSXhicjE0OTNYNzc3Um85ZXJTKy92cHJkZXJVU1ZkZmZiVWtLVGMzVjlPblQ5Zk1tVE4xK3Vtbmw0cHB5WklsQ2dRQ1dyeDRzWjU0NGdrOS9QRER4ZG9uVHB5bzNOeGM5ZXpaVTkyNmRTdVZ4SStKaWRFTk45eWdpUk1ucWxXclZzclB6eS9XUG43OGVNMmJOMDhaR1JsNjl0bG4xYXBWcTMyZW94a3paa2lTL3Z6elQwblM5dTNiOWVDREQwWmVTOUtNR1RNaU0vd0hEeDZzTjk1NFF3MGJOaXcxWHExYXRWUzdkdTI5SHJPbzNidDNxMDZkT2hYdVgxRi8vdm1uYnJycEp2WHYzNy9VRFp2TEw3KzgxSk1ENDhlUGo3eGVzV0tGN3IzMzNzak5pUjkvL0ZGMzNIR0hKT25aWjUrVngrT0o5SFc1WElxTmpTMDIxc2FOR3hVYkc2dEdqUnFWaXV2aWl5L1c3Tm16SlVtTEZ5OHVNM0cvY09GQ25YTEtLWkdiUVFBQWxJVnZDUURsdHJWbkFBQWdBRWxFUVZRQUFBREFJZW1ubjM2U0pKMTMzbms2K3VpakpVbloyZG02NjY2N3RHUEhEdjM3My8vV1NTZWRwSzFidCtxbGwxNVNhbXFxMnJkdkg5bi8xMTkvbGVNNEdqOSt2Sm8yYmFxdVhidEcybnIwNktGbm4zMVdhOWFzMGRxMWEwc2R1MVdyVnBvNGNXS3A3UTgrK0tCV3IxNHRTUm95WkVpcDlzTENRbjM3N2JkYXNHQ0JldmJzV2F4dHk1WXR5czNOVlpzMmJYVHh4UmRMa2laTm1sU3NUNU1tVFNKdGl4WXRpcnd1UzE1ZW5obzNicXpiYjc5ZGt2VFJSeC9KNy9kSGJrd29WTjRsTHk5UHZYcjEwclJwMHlSSmJyZGJjWEZ4NVk1YlVjODk5NXcrLy94elRabzBxY3luRS9iWGpoMDdkTWNkZDZoSmt5Wmx6djRQMzV3SjI3UnBVNlEwVUo4K2ZUUjI3RmdaWXlMdDRTVC9xYWVlcWxOUFBYV2Z4Ly9vbzQvVXNHSERNcDhzaUkrUDE5Lys5amR0Mzc1ZHZYdjNWazVPVHJIMmVmUG1hY0tFQ2VyV3Jac2VmZlRSU3QwRUFRQWNXVWpjQXdBQUFBQU9PUnMzYmxSbVpxYmk0dUswY2VQR1NNTDF4Qk5QVkdKaW9oUktTaGN0K1hMdXVlZHF3SUFCa2ZmVHAwK1g0emc2ODh3eml5WHRKY2tZby92dXUwL3o1czNUb0VHRHFqeit1blhyYXV6WXNjVzJUWmt5UmErOTlwcldybDJyU3k2NVJEZmZmSE94QkhOZVhwN3k4dkxLbk9sZGxwZGVla2xmZi8yMW5uLytlYlZxMVNwU0xxaDE2OWFxVzdldUZFclNKeVFrcUdYTGxvcUxpOXRyR1oraXZ2NzZheTFmdmp4eWsyTGx5cFZTcUpUUDZOR2pwU0kzQlc2NDRRWTk4OHd6NVpidXFhem5uMzllcTFhdDBwUXBVOHFjdFc2dDFYMzMzYWRObXphcFQ1OCtXcjE2dFFLQmdLNisrbXFOR0RGQ3hoZ1ZGQlJFemtkZVhwN2NicmRHakJnUkdlT3Z2LzVTeTVZdDVYSVZYeHJ3L2ZmZjEvLzkzLytwWGJ0MlpkN1FrYVMvLy8zdmtxVHZ2dnRPMzMzM1hiRzIrZlBueTFxckgzNzRRWGZlZWFlZWZ2cnBVc2NBQUVBazdnRUFBQUFBaDZJdnYveFNrblRYWFhmcHVPT08wOUNoUXlWSlYxMTFsZjc1ejM5RyttVm1adTdYK01GZ1VETm16TkRhdFd0MXpUWFhWRkhVNVNzb0tOQW5uM3dpU2FwVHA0NkdEaDFhTEdrZkRBWTFhdFFvWldSa1JHWnNoNzN4eGh1Um11NWJ0bXlSSksxZXZWcnA2ZWtLQkFMcTI3ZXZFaElTMUxOblQ4MllNVU90VzdlTzdQdkpKNThvSnlkSGd3WU4wcnZ2dnF1SEgzNjRWSDM3a2hZdVhLaFJvMFpwK1BEaGV1aWhoeVJKMTE5L3ZYSnljdFNvVWFQSXRuNzkrbW5seXBVNi9mVFRxeXhwbjUyZHJmZmVlMC9ISG50c3NicjJSUmxqTkg3OGVOMXd3dzI2Nzc3N0pFbmp4bzFUbno1OUluMGVlT0FCdVZ3dVhYUE5OY3JOemRXbGwxNnE0NDgvWHZuNStkcTJiWnV1di81NmRlalFRUTgrK0tDT091b29TZEtZTVdNaS8rNjhYbS9rcVlXS0NnUUM4dnY5VW1nZGhSRWpScEMwQndDVWk4UTlBQUFBQU9DUVlxM1ZwNTkrcWw2OWVxbHYzNzc2NVpkZnFtenNDUk1tS0M4dlQ5dTNiNCtVVjdudXV1djA5dHR2UnhLNFZXWHUzTG42OXR0dnBWRENQVnhXSlNZbVJoTW1UQ2pXZC8zNjlaSFBlZXV0dDJyVXFGRzY3TExMSkVtbm4zNjZkdTNhcGV6c2JQMzN2LytWSkRWdDJsU1BQLzY0Sk9ubm4zL1dVMDg5cFl5TURIWHIxcTNVb3JhNXVibkt6czVXZG5hMjdyenpUcjN3d2d1cVZhdVdQdnp3UTZXbXBrcEY2dU5uWjJkSFp2Qi84TUVIT3VlY2N4UWZINy9YejFtVnllbVBQLzVZd1dCUTU1NTdickViR3lYRnhNVG9nUWNlMEdXWFhhWkFJS0RHalJ0TG9YODd4aGdGQWdITm1qVkxmcjgvTWtQK3NjY2VrMEoxLzhQbjQ4a25uOVM5OTk0cngzSDB6VGZmUk1idjNyMTdwZUtlT25XcXZ2bm1HOFhGeGVtTk45N1FpU2VldUo5bkFBQndwQ0J4RHdBQUFBQTRwSHovL2ZmeWVyMjY1NTU3eXUwVG52MWRXZVBHalpNa0xWdTJMSks0SHpac1dKVW43UlZLL29ZVHdJTUhENVpDOWRsZmYvMTF2ZjMyMjJyYXRLbWFOMit1OXUzYnExbXpadVdPMDZaTkcwblM1czJiSTl2cTFxMnJrMDQ2U1pLMGJ0MjZ5UFlSSTBZb0lTR2gyUDRaR1JuNjhjY2ZwZEFUQytFU01uMzc5bFhmdm4wbFNUZmZmTE0yYmRxa0ZpMWE2TlZYWDYyeWMxQlo0YjlKbHk1ZDl0bjMrT09QMTNubm5hZlpzMmVyU1pNbVdycDBxVWFQSGgxWmlGYVNPblRvb0gvLys5OWF0bXlaR2pWcXBFYU5HbW5ObWpYNit1dXZwZERNZUlWdVBqenl5Q09hT1hPbXVuYnRxczgvLzF3ZmYveHhoV0xldVhPbnZ2LytleWwwUTJIRGhnMGs3Z0VBKzBUaUhnQUFBQUJ3U0duZnZyM09PdXVzeUh0cmJlUzEyKzNXcWxXck5HalFJQTBiTmt4ZXIvZUFqMWZSdXUvN2E4bVNKVnF5WklrVUtpOVRwMDRkVFowNlZZN2pxRU9IRG5ycXFhY3FOTTd5NWNzanJ6TXpNelZxMUtoaWRkc2w2ZFZYWDFYRGhnMkxiUXVYMXprUTRiL0J3U3o5WXEzVjBxVkxKVWtubkhCQ21YMVdyMTRkV1dSMzdkcTFrZEkwTDcvOHNsYXNXS0hWcTFmcmpqdnVpTXpBbDZUOC9IeGRkZFZWa2lTUHg2TTc3N3l6ekxIUE9PTU1uWEhHR1ZKb2tkdXlYSGJaWlZxeFlvVk9PT0VFdmYvKyt3ZjBlUUVBUnpZUzl3QUFBQUNBUTBwT1RrNnhwT2hmZi8wVmVmM1ZWMTlweFlvVjJyRmpoeVpObXFUenpqdXZocUlzV3pBWWxDVEZ4c1pHdHIzKyt1dFM2QVpCMGNWekplbllZNCtOekxiLzhjY2Y5ZmUvLzczY0VqSGhKTFVrSlNRazZJOC8vdENWVjE2cGdRTUhScmIzNjlkUGJkdTJMYmJmNzcvL3Jwa3paeDdRNTlxOWU3Y2tSV2JybHpSMzdseTFidDI2M0lSN1JlellzVU1GQlFXU3BBWU5HcFRaNTdqampvdVVHWm81YzJia25Bd2ZQbHdUSjA3VXlwVXJOWHo0Y0MxZXZMaFk2WnV3MDA4L3ZkamZCZ0NBbWtMaUhnQUFBQUJ3U0duWHJwMmFOMjhlZVQ5bnpoek5talZMa3RTL2YvOWlpZW4xNjlkSDJxcGFJQkNvOUQ2RmhZV1NwTGk0T0NrMFN6NmNRRDcvL1BQVnFsV3JNdmViUDMrK2hnOGZyalBQUEZNUFB2aWc2dGF0V3lxV29vbDdTVHJubkhNMGJkcTBTTjE3U2FwZnYzNnBFa0wxNnRXcjlPY29hZGV1WFpKVVpubWluSndjVFp3NFVTNlhTeSsrK0dLa3RFOWxoVzhPS0xTQWIyVUVnMEg5OXR0dkdqMTZ0UHIzNzYvUm8wY1hhd3NMLzEwcVlzU0lFV3JUcG8wU0VoSjA4c2tubC91M1UyZ2RnVldyVnFsVHAwNlZpaHNBY09RaWNROEFBQUFBT0tUVXFsV3JXTTMzdkx5OHlPdU9IVHNXUzJxSEYzeXRhaHMyYk5CLy92T2ZVdHZUMHRMMnVsOTR4bmhjWEp4Mjd0eXArKzY3TDFKbTVxKy8vb29rbEIzSGtVSmxkRWFQSHExbHk1YXBTWk1tV3JKa2lTWk9uRmpxMkttcHFjVVMyd3FWZlpHazJyVnJSMjRZUFBmY2M2VVdwOTIyYlZ1bFB2dlBQLytzR1RObVJONDdqcVAxNjlkTG9iVUJSbzBhSldPTUdqUm9vQk5QUEZHN2QrL1cwVWNmTFVsNjU1MTNOR3JVcUVvZEw2em8zM1hYcmwyVlNySnYyYkpGRHovOHNMcDE2MWFxTFh4dVNoNWpiN1p0MjZaNTgrWnAzcng1OG5nOCtzYy8vckhYL3ZmZmY3OFdMRmlnQ1JNbVJOMVRJQUNBNkVUaUhnQUFBQUJ3U0Z1NWNxVVVTbEN2VzdldTFPS3JCMFA3OXUwMWR1ellVdHVuVEptaVFDQWdyOWNiU1ZZWEZVN2NOMnpZVUVjZGRaUmVlKzAxUGZmY2M4ck56UzAyM3V6WnMrVTRqanAxNnFTSEhucG9uL0Y4OGNVWGF0MjZ0WUxCb05hc1dTTkpPdlhVVS9YWlo1OHBMUzFOOTk1N3IrclVxYU83Nzc1YmI3NzVwdDU2NnkwcFZQTytUcDA2MnJoeG8xcTJiS24vK1ovLzJlZXhUam5sRkoxeXlpbVI5OHVYTDlmczJiTWxTV2VkZFpaNjlPaWhzODgrZTUvalZGYTlldlZVdTNadDVlWGxhZHUyYmNYcTFPOUw4K2JOZGR4eHg1WFpGbjVhUUpWNCtpQjhqaFZhWkxoSmt5YkYyck96c3lNTEhlL1lzVU1MRml5UUpJMGZQMTcxNjljdjh3WUNBQUJGa2JnSEFPQVFFZ2dFbEplWHQ5Y2ZsWTdqVkdwaHVBMGJOaWd6TTFNdFdyUlE4K2JOeTN6RUhRQ0FhUGI3Nzc5TGt0cTJiYXNycnJoQ1BYcjAwTjEzMzEzbDMybU80K2oyMjIvWDhjY2ZyL0hqeCt1bW0yN1NvRUdEZFBycHB5c3JLMHZUcGsxVC8vNzlOWHo0OEhMSDJMRmpoeFNxWGEvUTB3TWxGNURkbXpmZmZGT2RPM2RXWW1KaVpGdGVYcDdtenAycko1OThVaE1uVGl6Vy8raWpqNWJiN2RiVXFWUFZzV05ISFhYVVVaRVlGQ3B0RXg4ZnJ6ZmZmRk8zM1hhYnBreVpvb2NlZWtneE1YdFBGMnpjdUZHLy8vNjdqajMyV0tXbXBrYTJEeDA2VktOR2pkS3BwNTZxMnJWclYvaHpWVlRIamgyVmtwS2k1Y3VYNzNmSm5aSTJidHdZZWIyM2NqZEZoZi9OU1ZMWHJsMUx0YmRvMFNKU2F4OEFnUDF4OEpaN0J3QUFGVEpqeGd5OS9mYmI1YmF2VzdjdThqb3JLMHRublhXV1RqdnRORDN4eEJQYXVIR2pzckt5aXZXLzhjWWJkYzAxMStpeHh4N1R2SG56OW5uOGpJd00zWGJiYlJvNGNLQ21UNTh1U2RxOGViTSsvdmpqWWovc3kvUGNjODlweVpJbCsreFgwajMzM0tOenp6MVh3NGNQMTdKbHl5cTlQd0FBa3JSOSsvYkk5OGgxMTEybml5NjZTRE5uenRSMTExMm5MVnUyVk5seGxpOWZyanZ1dUVQdDJyWFQ3dDI3NWZmN2xaS1NvcEVqUityTk45OVUyN1p0ZGRKSkoybklrQ0VhT1hKa3NXUndVWnMyYlpJa25YamlpWldPWWRhc1dYcjg4Y2MxWk1pUXlJSzJDcFdmR1RSb2tMcDA2VktzZnpBWVZFNU9qbXJWcXFYMjdkdXJzTEJRT1RrNTJyQmhneVRKR0tQYXRXc3JKeWRIWDN6eGhSWXNXS0E1YytabzFLaFJDZ1FDS2l3czFLcFZxelIvL3Z6STUxbTllclc2ZCsrdWE2KzlWcm01dVdyVHBvMisrT0lMU2RKcHA1Mm00NDgvWHZIeDhici8vdnNqNVg2cTB1bW5ueTVKU2s5UHI3SXh3OWRTTHBkTHJWdTNydEErNGVPM2F0VktmL3ZiMzZvc0ZnQUF3cGh4RHdCQURVcExTOU9rU1pNVUNBU1VucDZ1Y2VQR2xacWQ5dXFycnhaN3hGMmhtWFZubjMyMnZ2enlTMDJaTWtXSmlZa2FOMjZjMnJScG8xV3JWbW5MbGkxYXRteVordmZ2WDZsNHdvKzFiOSsrWGZmZmY3OG1UWnFrTTg0NG85Z0NnRVZ0MkxCQmMrYk0wYXV2dnFvNzc3eFRsMTkrZWFRdEdBeks3WGFYZTZ5eFk4ZHF3SUFCbWo5L3ZwWXZYeDc1MFIrV2s1T2p5Wk1uNis2Nzd5NVZpeGNBZ0xBZmZ2aEJ3V0JRTFZ1MjFGbG5uYVZPblRycHl5Ky8xS3BWcS9URUUwOW84T0RCQjN5TWQ5OTlWMHVXTE5HVUtWUFVzbVZMdmZEQ0M1RzJZY09HNmVxcnI1WWtYWFhWVmZyaGh4ODBkKzVjcGFlbmE4cVVLY1VTOVBuNStkcThlYk1VbWpsZWRJSFVra3JXdUZmb3UvV2NjODZSSkMxZXZGaExseTVWUWtLQ2R1N2NxV0hEaHBVYUl6OC92MWlza21TdDFjOC8veXlGeXZXTUhEa3lFbVBSNy9FMWE5Ym9wWmRlS3ZYOVhLOWVQVjEzM1hXNjdMTExWS3RXTFMxWnNpU1N4QjR5WklnazZZb3JydENRSVVOa2pORjk5OTFYcFRQdmUvZnVyYWxUcDJyV3JGa2FQbno0UHA4TTJKZEdqUnBGemtmWHJsMVZyMTQ5MWFsVFI2ZWRkcHFTa3BJVUh4OWY1bjQvL3ZpakZMb20rKzIzM3lwVVlnZ0FnTW9nY1E4QVFCWDY0b3N2dEdqUm9ncjMzN3g1c3pwMjdDaUZrdURUcDArUC9QZ1BHeng0c0hyMzdxMWJicmxGVHp6eFJMRTJ2OSt2ZXZYcWFkU29VV3JUcG8wS0Nnb2lzd3M3ZCs1OHdJK1E1K2ZuNjR3enp0QlpaNTFWWnZ2aXhZczFaODRjQlFJQmJkKyt2VmpieElrVGxadWJxNTQ5ZTZwYnQyNmxrdmd4TVRHNjRZWWJOSEhpUkxWcTFVcjUrZm5GMnNlUEg2OTU4K1lwSXlORHp6NzdiSVVmWFFjQUhGaysrT0FEU2RMTk45K3NtSmlZU0FML20yKyswWGZmZmJmZmlmdHczWHhKOHZsOEdqNTh1THAyN2FxVksxZnE4ODgvbHlSMTY5Wk5nd1lOS3JiZm5YZmVxWUVEQjJyejVzMjY3YmJiOU5aYmIwVnVnSzlZc1VLTzQ2aGR1M2JxM0xuelhtdlhWNmJHZlZsSmU0VVdXcjNubm51S2JWdXdZSUhlZi8vOXlIN1RwMC9YV1dlZHBWTlBQYlhVL3YzNjlZc2s3cHMwYWFLcnI3NWFsMTkrZVdRaWdlTTRtalJwa2lUcDJtdXZqWlR2OFhnOE92SEVFL1hWVjE4cE16TlQvLzczdjBzOURiQy9HamR1ckd1dXVVYlRwazNUM0xsejFhTkhqLzBhWitEQWdicmlpaXQwN0xISHFsZXZYcEtrK3ZYcjY5cHJyMVhidG0zVnMyZFBuWFBPT2FwVnExYXBmZFBTMHBTZG5hMUdqUnBwMHFSSkdqNTh1SjU1NWhsbTNnTUFxaFNKZXdBQXFsRFBuajNWczJmUEtoM3ptR09PVVh4OHZOYXNXVk1zT1I0TUJyVml4UXBObURCQkgzLzhzZTY0NDQ3SW8rOEtKUlBDdG16Wm90ZGZmMTNEaGczYjY4dzB4M0UwZCs1Y3RXM2JOckt0ZHUzYTVjNTRELzl3bDZST25Ub1ZheXNzTE5TMzMzNnJCUXNXbERvblc3WnNpVHhlZi9IRkYwdFM1SWQvV0pNbVRTSnRpeFl0aXJ3R0FDRHMxMTkvVlVwS2lycDE2NlkrZmZwRXRuZnYzbDNmZlBOTnFiSW5uMzMybVJZdlhoeDVId2dFeWh6M3p6Ly8xUGp4NHlQdmUvYnNxV3V1dVVhUzlPaWpqeW9RQ0toVHAwNmFOR21TakRIRjlqM2hoQlBVdDI5ZlRaOCtYVnUyYk5FTEw3eWdNV1BHU0tFYjdncVY5S2tKdWJtNWV1U1JSNlJRY3YzaWl5OVdUazZPaGcwYnBtN2R1dW1paXk3U0thZWNvbWJObWtYNnRHL2ZYbjM3OXRYRkYxK3N1TGk0WXVOTm1qUkpHUmtaNnQ2OXUyNjU1WlppYlhmZGRaZXV2LzU2WldabTZ2cnJyMWYzN3QwMVlNQUFuWHp5eWFYT1dXVmRmLzMxbWo5L3ZwNSsrbW1kZWVhWnhlSXFMQ3pVNnRXclZiOSsvV0tsa2txdS94TytrWERYWFhlcG9LQkExMTEzblc2OTlWYTk5ZFpibWp4NXNqNzU1Qk0xYTlaTUV5ZE9MTFlRcjRyY0xCb3hZb1JPUHZsa2ViMWVEUm8wU0pkZGRsbXhoVzRCQURnUUpPNEJBSWhpeTVjdjE1bzFhOVMvZi85aU5Xa2xLU1VsUlFNSER0VGJiNyt0WDM3NVJWbFpXY1dTMjkyN2Q1ZEN5Zmd4WThabzBhSkZXckpraVI1Ly9QRnlFL0V6Wjg3VW0yKytXYVdMcWRXdFcxZGp4NDR0dG0zS2xDbDY3YlhYdEhidFdsMXl5U1c2K2VhYmkvMkl6OHZMVTE1ZUhndmxBZ0RLNVRpT0huNzRZYlZyMTA0UFAveHdzYllMTDd4UUNRa0pPdnJvbzdWKy9mckk5bDY5ZW1uQWdBR1I5N05uejFaaFlXR3BzZHUyYmF1dVhidHEzcng1OG5nOGtlK3hPWFBtYU9IQ2hlcmN1Yk9lZnZwcEhYWFVVV1hHTm1qUW9NaTZNZDkvLzMxaysvZmZmeSt2MTZ2enp6Ky9DczVBNWF4ZnYxNTMzbm1uMXF4Wm85Tk9PMDBQUGZTUTNHNjNycnJxS24zMjJXZGF1SENoRmk1Y0tFbUtqNC9YaUJFajFMMTdkNzM4OHN1bFN0MEVnMEU5K2VTVG1qNTl1Z1lOR3FUYmJydXR6TVQ0alRmZXFCZGZmRkdTTkhmdVhQbjlmdDExMTEyNjRJSUxEdWl6eE1YRmFmTGt5Um95WklpbVRKbWl1KysrTzlMbWNybTBhZE1talJrekpyTDJnVEZHTFZxMEtEWkcrR21CdVhQbmF0aXdZYnIrK3VzbFNWZGVlYVdPT3VvbzNYLy8vZHEwYVpOR2pCaWhqei8rT0hJelkrWEtsWm81YzZaNjllcWwzcjE3UzVKR2pScWwzMy8vWFcrOTlWWmsvQTBiTm1qTW1ER3FWNitlWW1OalM1MGZoY29PRFJvMDZLQXM0Z3NBT1BTUnVBY0FJSW9aWTFSUVVLQVdMVnBvKy9idGV1eXh4eUp0V1ZsWjZ0YXRtL3IxNjZkKy9mcko1WElwTlRWVmt0U3NXYlBJRCtYdnZ2dE8rZm41a1puenMyZlBWdCsrZlRWMTZsU3RYNysrV0VManZmZmVVMkZoWVdRMm5pUVZGQlNVTzN1c1pIbWJpaWdvS05Bbm4zd2loV2JzRHgwNnRGalNQaGdNYXRTb1Vjckl5TkNFQ1JPS1BUa0FBRURZdEduVEZCY1hwMmVlZVViMTZ0VXIxVjZ5YkVuRGhnM1ZvVU9IWXR1T1AvNTR0VzdkdWxTNUcwa2FNMmFNQmc0Y3FQSGp4eXMyTmxhYk5tM1NndzgrcUlzdnZsaWpSbzBxczRSS1dIeDh2RHAzN3F6Rml4Y3JOalpXQ2kzcXVucjFhcjM2NnF0bEpuRVBsc0xDUXIzLy92dDY4Y1VYMWJ4NWN6M3l5Q002OTl4ekkrM2hjM2pMTGJkb3pabzFpbzJOMWVUSms1V1FrQ0NGbnJ3cmF0MjZkWm93WVlMeTh2TDB3Z3N2Nk9TVFR5NzMyRU9IRHRYV3JWczFmZnAwTldyVVNPKysrMjRrQVg2Z1dyVnFwV25UcG1ua3lKR2FQbjE2WkYwZnQ5dXRybDI3YXZ6NDhicmlpaXVrMElLMjRiK0RKR1ZtWm1yaXhJbXFYYnUyWG43NVpYWHUzTG5ZMk9FbkVaNTY2cWxJRGZ2d29yaVRKMC9XV1dlZHBmdnV1eS9TdjJIRGhucmxsVmMwZWZKa2ZmcnBwNUtrblR0MzZzc3Z2eXczZm1PTTNudnZQWkwyQUlCeWtiZ0hBQ0JLWkdWbGFjR0NCYnJxcXFzaTJ4SVNFaUkvbk8rNDQ0NWkvZi84ODAvTm5UdFh2WHIxMG9nUkkxU3ZYajE5K09HSFV1aUhjcjkrL2JSejUwN05talZMQ2lVd0huLzg4Y2orMTE1N3JRS0JnT2JObTZkZmZ2bEZrdlRzczgrcWJkdTJXcmR1bmE2ODhrb3BWRllnL0dqLzd0Mjd0VzNiTmpWdTNGaHhjWEdSQmZhT1BmWll0V3pac3R6UE5uZnVYSDM3N2JkU3FFeE9UazZPRktwelgzSjIvL3IxNnlQeDNIcnJyUm8xYXBRdXUreXkvVDZ2QUlERHo0SUZDeFFURTZQbm4zOStuNHVUeHNmSDY2MjMzbEtiTm0xS2xYcDU3NzMzeXQydldiTm0rdUNERDlTd1lVUGw1K2RyOHVUSnV2ZmVleU9Mdys3TDdiZmZybmZlZVNkU1AvM25uMy9XU3krOVZPSEV0Y3ZsVXJObXpTcDlBOXZsY3FsVnExWTY0NHd6OU5wcnIyblpzbVZxM2JxMW5udnV1V0lMNVJaMXpESEg2SjEzM3RITEw3K3NkZXZXUmE0OVNucjMzWGUxZXZWcURSczJMRkxQZm0rTU1SbzllclRhdFd1blRaczJWVm5TUHF4VnExWjY1WlZYOU13enoyanUzTG1ScHcwVktsbDB3UVVYcUV1WExzV2VTSHoxMVZlMWE5Y3VqUnMzcmxocHdKSUdEeDZzWGJ0MmFlZk9uZXJhdGFzazZaVlhYbEZDUW9LR0RSdFdhdTJlK3ZYcmEvejQ4Um95WklobXpacWxKVXVXS0NzclMxdTNidFh1M2J0TFBkbVJrSkNnRTA0NG9RclBCZ0RnY0hOZ2hlVUFBRWUwdGljbTJiSzJyOGp3VjM4d2g3aGR1M2JwbW11dTBaOS8vcW56eno5Zlk4ZU9MVFlEYSs3Y3VSbzVjcVRxMWF1bkhUdDJTS0VrKzJPUFBhWS8vL3hUaVltSit1OS8vNnV6eno1YnRXdlgxaWVmZktLNHVEaGxabVpHU2dKY2VPR0Ztamh4WXFsamg4ZFc2QWQ1UWtLQ3NyS3lkT21sbDBwU3NabDVQL3p3Zy83M2YvOVhDdDFJNk4rL3Y3WnYzMTdtRC9FeFk4Ym95eSsvVk1PR0RUVm56cHpJOXNHREIydkpraVdxVjYrZXZ2cnFLNzM5OXR0cTJyU3BtamR2cnZidDIxZjVqL3BEMlFrbmVjcmMvdWZTVks3aEFCd1MvbDk3ZHg1VlZmWC9mL3gxa1VsekZtZk1DVUVGSExJc0hMTUNjMGhYV0pxbStjMGhwNC9obUZwR3ptbm1QR1Zxbjh5UCtjbnBZMm1PbVNtT1dlSkFtaW1rNG9CS0RvQjVWYmpuOXcrY24xY3VpSWh5dGVkakxkZmk3cjNQUHU5NzFuSnhlSjk5M3Z0eHVWZTRkZXVXVWxKU0hyblYwWVpoM0hjOStVZUZ6V1o3b0c4eUpDY242K2pSby9MMzkzOWc1OGd1N2hjQTRQSEVpbnNBQUhMQXhJa1Q3VFpBY3lTelB5alBuRG1qa3lkUHlzWEZSWnMyYmRMbHk1YzFlL1pzV1N3V25UcDFTcU5IajFiRGhnM1Z1WE5uZGV2V1RVcDl0WDN3NE1IcTNidTNmdnZ0TjBWRlJTa3BLVWwxNjlZMVZ4U2VPM2ZPUEVlRkNoV3kvSDF1M3J4cC9weFJ6TFZyMTVhSGg0Y2lJaUowN2RxMUxHMGVHeFVWcGFpb0tFbFNhR2lvOHViTnF6bHo1c2htczhuUHowL1RwMC9QY293QUFEd3NibTV1ZHFWV0hoWC9sS1M5TXJsZnlTbXVycTVPbWJRSEFEeStTTndEQUpBREJnOGVuR24vVjE5OXBibHo1NnBqeDQ1NjY2MjNNdHpNN2s2eHNiRUtEdzlYNzk2OTFhWk5HMFZIUjB1cG01a1ZMbHhZRlN0VzFKQWhRMVM4ZUhIdDNyMWJ6enp6akJJVEUzWGp4ZzE1ZUhqb3pKa3o1bHcxYTlhODYvbjI3ZHVuYjcvOVZvYngveGRJMm13MnM4Yjk3VFh0Yjl5NG9aTW5UMnIwNk5GS1NrclMyYk5uMWF0WEw3TS9KU1ZGU2sxMnBGbTBhSkdVV24vMjlzMEJsVnB1SjIyMS9lN2R1L1hzczgvK294SU9BQUFBQUFDa0lYRVBBTUFEbHBTVXBJVUxGOHBxdFdyKy9QbGF2MzY5cGsyYmxxVVY4TWVQSDlmczJiT1ZMMTgrU2RJSEgzd2dIeDhmZGUzYVZXWExscFVrdFczYlZrb3Rjek5peEFoOStlV1gycmx6cDVvMGFhSURCdzVJcVlueWdJQUF1N210VnF1aW9xSzBkZXRXczIzaHdvVWFNV0tFSkduSmtpV1NwTysrKzA0N2R1eVFKRjI0Y01FY3UyalJJaFV1WE5nc28zUHAwaVhGeGNXcFZLbFNVbXBaQWFXK0dTQkp4NDRkMCtiTm15VkpUWnMyTmNmZGFmdjI3UW9MQzFPalJvMDBkdXhZODdzREFBQUFBUEJQUWVJZUFJQUhiT2JNbWVabXJQbno1OWZVcVZOVm9VS0ZMTldkdlgyVHRaMDdkK3I0OGVOU2FnbWM1T1JrSlNRa2FPellzZXJidDYvQ3dzSlVxbFFwVmE5ZVhZc1hMMWFqUm8zTVRWNkRnb0tVTjI5ZWM2NHJWNjdvNVpkZlRyZFIydVRKaytYbjU2ZnQyN2ViYmYzNjlUTTNiOXU1YzZkMjdkb2xTZXJXclp1cVY2K2VZZXhwNVhZOFBEeDA3ZG8xZmZqaGgrWksvblBuem1uWXNHRlM2b3ArcFpiUkdUWnNtSTRlUGFxaVJZc3FLaXBLWThhTTBiaHg0N0owblFFQUFBQUFlRnlRdUFjQTRBSGF1M2V2bGkxYkprbDY0b2tuTkhQbVRGV3NXRkUzYnR4UWVIaTRHamR1ckpDUUVMbTZPdjZWdkdYTEZtM2N1RkZLVFd3ck5SSCsrKysvYS9UbzBUcDA2SkRPblR1blE0Y09hY3FVS1pLa3A1OStXaU5IanRUY3VYUE51dnN0V3JTd203ZHc0Y0o2NXBsbnRIUG5UcFVxVlVweGNYRlM2c3A4cGI0bGtDYWpsZkZwa3BLU2xEOS8vblR0YVluN1FvVUs2WWtubnRCWFgzMmwyYk5uS3lFaFFlSGg0ZWE0SDM3NFFUYWJUUUVCQWZyNDQ0K3pjRlVCQUFBQUFIaThrYmdIQU9BQnVYcjFxa2FPSENsSjh2THkwclJwMDFTMWFsVXBOZm5lbzBjUGRlclV5U3hQVTYxYXRYUnpOR25TUkUyYU5OSGV2WHZOQlA2Q0JRdFVyVm8xcGFTa3FIbno1cEtrOHVYTHEzang0cEtrTW1YS3lOZlhWd3NXTEpBa2VYdDcyNjNjVDlPbVRSc0ZCd2VyUUlFQ0dqUm9rRjFmV2ttY29rV0xxbS9mdm1yZXZMbFpFdWQyeDQ0ZFU4K2VQZFdpUlF2MTdkdlhycDU5V3ZJL3JhU1B1N3U3K3ZYcmwrWHJ0M2p4WWdVR0JxcEdqUnBaUGdZQWdFZlJuajE3NU9ibUppOHZMNVVzV2RMYy9MMXc0Y0lxV3JTb1NwY3UvY0EyWDgzS0c0QnBiOHc5S252UFdLMVdlWHA2NW5ZWUFBRGNsd2U3N1RvQUFQOVFLU2twR2pwMHFNNmRPeWRmWDE4dFdyVElUTnFucVZTcGt0NTc3ejBkUDM1Y2I3MzFscFl1WFpyaGZMTm16WklrdFd6WjBrendiOSsrWGZIeDhaS2tIajE2MksyTXZ6MVIzNzkvZjd1RWVwcm5uMzllclZxMWNuaSt0Qlg0TldyVVVHUmtwTWFPSGFzdVhicG85ZXJWQ2drSlVVaElpQll0V3FTeFk4ZnF5cFVyV3J4NHNjTEN3dXcydFUyTHpkRURpYnZadUhHakprK2VyRzdkdXBrYjJnSUFrTnVtVHAycXI3NzZTbGFyTlVmbm5URmpocnAzNzY2d3NEQ2RQWHRXa2pSZ3dBRDkzLy85bjNrUElFbVhMMS9XVHovOWxPbGNlL2Z1MWVlZmY2N3o1OC9mOWJ3Mm0wMURodzdWeElrVDA1WFB1OTNSbzBjVkhCeXNZY09HNlgvLys1OHVYNzU4VDk4dkl3c1dMTkNvVWFQTTBuNTN4blkzKy9mdmR4ajNyRm16dEhMbHloeUpFUUNBM01LS2V3QUFIb0NKRXlmcTU1OS9WcE1tVFRScTFLZ01OMWh0M2JxMVZxOWVyY2pJU0UyWU1GWDFLZU1BQUJuWFNVUkJWRUZXcTFWdnZmV1czWmoxNjlmcjBLRkRVbXFKbSsrLy8xN2UzdDc2N0xQUEpFbU5HemRXM2JwMXpmSEp5Y2wyRzg3ZVh2WW1xLzc0NHc5SlVxTkdqY3dFUWVQR2pmWHV1Ky9hamR1d1lZTVpXLy8rL2MyVmVEZHUzTkJmZi8wbFNmTDM5emZyMlR0eVo0MTdwVDc0ZU9HRkZ5UkpodzRkMHBFalI3TDFBQUFBZ0p3VUdocXFObTNhYU5teVpSbzdkcXpkVzJHR1lXanUzTG55OS9kWHJWcTFWS0JBZ1h1ZTM4Zkh4OXhYSmsxQVFJQmNYRnkwZmZ0MmpSNDlXdkh4OGVyVHA0KzZkT25pY0k1TGx5NXA3dHk1bWpkdm51clhyKyt3bkYyYXk1Y3ZhL2Z1M1pLa3lNaElUWjQ4MldHSnZKaVlHRjIrZkZrYk4yNlVwNmVuZ29PRDA0MjVjZU9HTEJhTDNOM2QwL1ZkdlhwVkZ5NWNVSlVxVmV6YTI3VnJwOWRmZjEzZmZ2dXRnb09ETldiTUdMTjhZUGZ1M2VYajQ2TlhYbmxGQVFFQjZlYmNzMmVQM24zM1hWV3JWazBUSmt4UXlaSWx6YjcrL2Z0citQRGgyck5uajBhTkdpVVBENDhNcndFQUFNNkt4RDBBQURuSWFyVnF3b1FKMnJoeG80WU1HYUsyYmR2ZTlaajMzMzlmN2R1M1YzSnlzcVpQbjY3cTFhdnI2YWVmTnZ0ZmV1a2xGUzllWER0MjdOQ2FOV3Ywbi8vOHgrNzRybDI3Mm4yZU0yZU9mdi85ZDdtN3Urdm16WnY2NktPUGxKQ1FvQTRkT21UcE85aHNOaDA3ZGt6RmloVlRnd1lOc3Z6ZGIzOTlQaVltUmphYlRaVXJWMVpnWUdDbXRldXBjUThBY0ZZN2R1eFFoUW9WekxKdlR6NzVwRjUrK1dXdFhidFd2WHIxMHJ4NTg4eU4yaytlUEtsNTgrWkpxWHZHOU92WEw5M3Yzc2pJU0sxWXNTTGRlYzZjT1pOaERPZk9uZE9nUVlPMFpjc1dTVkxGaWhWMTdOZ3hSVVJFcUdIRGhoa2VaN1BaMUw1OWV6Mzc3TE1aampseDRvVGF0R2tqcGI0aGwxWjI3MDVIamh5UkpMbTR1T2lkZDk0eEh3WkVSa2JLM2QxZC92NytpbzJOVmMrZVBSVWFHcXBXclZxWlk1S1RrelZvMENBZE8zWk13NGNQVjdObXpjeDU4K2ZQci83OSsydllzR0hhdEdtVEFnSUMxTEZqUjBsU1FrS0NsaTlmcmcwYk5qaThING1LaWxKeWNySzV6OC80OGVQTlBoY1hGNFdIaDZ0TGx5N3EzNysvcGsrZm51RitRZ0FBT0N0K2N3RUFrRU1NdzlDcnI3NnFDeGN1S0Nnb1NOSFIwUm85ZXJSdTNicWxtemR2cHZ0bnRWcDE0OFlOZVhwNnl0dmJXeWRPbkpCaEdKbzZkYXBkY3Q3VjFWVjE2dFJSblRwMTFMdDNiNFdIaDJ2RGhnMW0vNy8rOVM5OTg4MDNLbEdpaEpZdlg2NHZ2L3hTVHozMWxFYU5HcVd1WGJ2cS9QbnptalJwa3FLaW9qUmd3QUI1ZVhsbCtqME9IanlvcEtRa2RlM2ExZUdxdWF5SWpJeVVKTDM5OXR2Wk9oNEFBR2RRdFdwVmJkaXd3UzRCMzZaTkc2MWR1MVpXcTFVZmYveXhXZEx0NE1HRDVwanExYXM3ZkdCZXUzWnQxYTVkTzExN3g0NGRsWkNRNERDR3lNaElOVzdjV0sxYXRaSy92NytLRlN1bW16ZHZacW5tL2JKbHl4UVJFWkZoLyszbkxGR2loTGxKL1oxKy92bG5TVkpJU0loS2x5NHRwZTZITTNqd1lDVWxKZW45OTk5WDllclZkZm55WlMxWXNFRDc5KytYcjYrdmVmeHZ2LzBtbTgybUVTTkdxRml4WW5adkNnWUhCMnZXckZrNmZmcTB3d2NZcFVxVjBwZ3hZOUsxangwN1ZyR3hzWktrYnQyNnBldjM5UFJVZUhpNE9uYnNxRW1USm1uSWtDRVpYZ2NBQUp3UmlYc0FBSEtJeFdKUjFhcFZkZUhDQmUzYXRjdmhtQ0pGaXNqWDExZisvdjZxVnEyYXFsV3JwbkxseXVuczJiTnEzYnExYkRhYmpodzVvcmk0dUhTdnFpY25KMnYrL1BuYXNHR0RYbnJwSmRXb1VVTXpaODVVUWtLQ0RoOCtyUFhyMTJ2V3JGbnEzTG16ZXZYcUpUYzNONDBZTVVLOWV2V1NVc3ZhUkVSRUtEdzhYTUhCd2ZyMjIyKzFZOGNPblRwMXlqeUh1N3U3dG03ZEtsOWZYM1hvMEVIWHIxL1AxclhZdG0yYm5ucnFLVFZ0MmpSYnh3TUE0QXlLRlN1bVk4ZU8yYlhWcWxWTEpVcVUwSVVMRjNUNDhHRWxKaWFxUUlFQ09uRGdnRGttczVYdzk2cDU4K2JwSGdLc1hidFdkZXJVVWJseTVUSTl0bW5UcGc0ZkZLU0pqWTNWOTk5L24ra2NGeTllMVBIangrWGg0YUdMRnkvcXVlZWVrMUpYNktlVkN0cTJiWnVLRmkxcUh2UGlpeStxWGJ0MjV1Zmx5NWZMWnJPcFVhTkdka2w3cGQ0L2ZmamhoNHFJaUZDblRwMHlqZVZlVmExYVZTMWF0TkRTcFV2VnRHbFQxYXBWSzBmbkJ3RGdRU0p4RHdCQURtcllzS0cyYmR1bXZIbnpxbEtsU3FwY3ViSXFWYW9rSHg4ZlZhbFNKY1BWN21YS2xGSGR1blhOT3JOM2JucTNaODhlVFo4K1haNmVucG81YzZhQ2dvS2sxT1RCbmoxN3RINzllaVVtSnVyTEw3KzBxd1ZmdDI1ZERSMDZWSjk4OG9sY1hGdzBaTWdRczNaODY5YXRWYmh3WVEwWU1FQ1NsRGR2WGhVc1dGQmJ0MjdWNU1tVDA3MVN2blhyVnAwN2Q4NnU3YzdQU2swQ3hNYkdhdUhDaFZsYURRZ0FnRE96Mld6cEhxaFhyMTVkRnk1Y1VLRkNoWlEzYjE0WmhtRzNzdDFSYVJlYnphYno1ODhyTGk1T1o4K2VWV3hzckU2ZVBLblkyRmo5K2VlZkdaNy81czJiZHArdlhidW1aY3VXcVhMbHluZE4zQmNzV0REVE4rMnlzZy9PdW5YckpFbURCdzlXdVhMbDFLTkhEMG5TbTIrK3FaZGVlc2tjZC96NDhidk81VWhLU29wV3JseXBNMmZPcE52bkp5ZTg5dHByV3JObWpXYk9uS241OCtmbitQd0FBRHdvSk80QkFNaEJqUm8xVXRteVpWVzNibDI3bXU5WjhlYWJieW82T2xyVnFsVlQrZkxscGRUWDQzLzY2U2ZsejU5ZjQ4YU5NOXZUSkNjbjYvcjE2K3JZc2FQRGpkc2s2ZlhYWDFmSmtpWDF4eDkvcUdYTGxuWjlEUnMybEt1cnE4cVVLYU93c0RBZFBueFlFeWRPVklVS0ZlekdGU2xTUkgzNjlER1QvbWsyYk5pZzZPaG9CUVlHcWxpeFlwS2t2WHYzYXNHQ0JYY3R5WlBHeGNWRlhsNWU1c01JQUFDY1NiMTY5ZlRGRjEvby9mZmZOOXVHRFJ1bWdJQUFCUVVGeWRYVlZRY1BIalEzWmE5WXNhTDgvUHpTeldNWWhzTEN3aFFkSFcyMitmdjdxMSsvZnBvNmRhcFpSejZOdTd1N3JGYXJaczJhcFgvLys5OVNhdkwvK3ZYck1neERBd2NPMUxwMTZ6SXNieU5KQ3hZczBLcFZxNVNZbUtoVHAwNnBZTUdDZHNuK2E5ZXVaZnJkRGNQUTZ0V3IxYkpsUzczNjZxdjY1WmRmc25UTnNtTGt5Skd5V3ExS1RFdzAzMVI4KysyM3RXVEpFajN4eEJNNWRwN0F3RUNWS2xWS2taR1IrdlBQUDlOdC9nc0FnTE1pY1E4QVFBN3k4dkxLY3NMNlR2WHExZFA2OWV2dDJqS3FoWnVtWnMyYXFsbXo1bDNuYnRTb2tSbzFhcFN1M2NYRlJWdTJiRkcrZlBrY0hwYy9mMzV0M3J4WmhRc1hkdGpmdEduVGRPVndRa05EN3hyUDdmYnMyWE5QNHdFQWVKZ2FOMjZzVHo3NVJGMjZkREZYM1h0NWVkbnQ0N0pwMHliejU0eCtEK2JKazBjREJneFFuejU5VktWS0ZmWG8wVU5ObWpUSjhMelBQdnVzdG03ZEtwdk41bkJsZkVCQVFLWkplMjl2YjRXSGg4dmIyMXNuVDU1VTU4NmRkZWJNR1RWbzBFQTllL2FVSkowL2YxNmZmUEtKZkgxOTFhcFZLMDJmUGwxdDI3WTF2MmRhNmJ2TTZzTmZ1WElsdy91RXpIejAwVWVTcEtOSGo1cUorejU5K3VSbzBqNU56Wm8xRlJjWHAxMjdkcEc0QndBOE1ramNBd0R3RDVkUjBsNnBkV2V6ODhjNEFBQ1BDMDlQVHpWczJGQXpac3pRMkxGajAvWC8vZmZmK3U2Nzd5UkpibTV1YXQ2OGVZWnpQZmZjYy9yb280LzB5aXV2NlByMTY3cDE2NWJjM054VXBFZ1JCUVlHcWxtelp1YllUei85Vk5IUjBVcE1URlJVVkpSS2x5NHRMeTh2NWN1WFQ2VkxsMWJCZ2dVZG5xTmV2WHBhdlhxMVNwY3ViYjc5Vjc1OGViM3p6anVhTkdtU2J0eTRZWTR0V2JLa0prMmFKS1hXb1YrNGNLSFdyRm1qR1RObXlNL1BUNzYrdm1yY3VMRTUzakFNOCtjOGVmTG8xS2xUNnRTcGsvcjA2YU9ubm5ycUhxOXNlcGs5aUxnZlBqNCsyckJoZ3c0ZlB2eEE1Z2NBNEVFZ2NROEFBQUFBUUNaQ1EwUDE5dHR2cTM3OSt1a1M4NnRXclRKWHhMLzIybXQzZmVEZHFsVXJLWFdsK2RDaFEvWEdHMjlvM0xoeEtsQ2dnTjA0RnhjWFZhbFNSZkh4OFJveVpJZzhQVDAxZGVwVVZhNWNPZDJjWDN6eGhXSmlZdTc2UFpvMWE2YUxGeTlxK1BEaFp0dmZmLzl0UHNSUGUzRHcwMDgveWMvUFQxZXVYTkd5WmN2TXNiZnZiYk4rL1hyRnhNUW9LU2xKRXlaTVVFaEl5RjNQbjF2U3JtMWFPU01BQUI0RkpPNEJBQUFBQU1oRWpSbzFWTDkrZlgzODhjY0tEQXcwNjhSYnJWWXRYcnhZU2kwdjE2MWJ0M3VhTno0K1hqTm56dFRXclZ2bDdlM3RjRXhTVXBJdVhib2tTWHJublhlMFpNa1NsU2hSd201TWx5NWQ3RDRQSFRwVTVjcVZVOU9tVGVYajQ1UGgrVC83N0RPdFdMRkNJMGFNVVAzNjlkUDFWNjVjV2NXTEZ6Yy8vL2pqajlxNGNhT1UrcERpOXJJemNYRnhabDlPUzA1T3ZxL2owOHJ2WEw5K1BZY2lBZ0Rnd1NOeER3QUFBQURBWGZUcDAwY2RPblJRNzk2OU5XL2VQSlVxVlVwejVzeFJYRnljSktscjE2N1pMaThYR2hwcXJzUy8wL0hqeHhVUkVTRkpldU9OTjlJbDdSMDVmZnEwTm0zYXBDVkxscWhodzRZWmp0dXpaNCt1WHIycWQ5OTlWKys5OTU3YXRXdG4xKy91N202M2Q0L1ZhalYvOXZmM3R5dTNkK1hLbGJ2R2xSM256NS9YdUhIajByVWZPSEFneTNPa3ZSSHhJT3JuQXdEd29KQzRCd0FBQUFEZ0x2ejgvQlFhR3FxVksxZXFSNDhlR2pSb2tMNysrbXRKMGpQUFBLTTMzM3d6MjNOZnYzNDl3OFIzWW1LaStYTmF6ZnFzS2xhc21ENysrT01NK3p0MzdxeXJWNitxWU1HQ2F0dTI3VjNuTzNueXBKUmE5Ly9zMmJPWnJ1YlBLYjYrdmdvUEQwL1hQbTNhTkNVbkordXBwNTVTNmRLbE01MGpJU0ZCU3QxVUdBQ0FSd1dKZXdBQUFBQUFzbURnd0lIYXQyK2ZUcHc0b1g3OStrbVNTcFVxcGZIang5L1h4cW9SRVJFNmUvYXN3NzZyVjY5bWU5NnNzbGdzV1hvbzhNY2ZmMGlTS2xhc3FQYnQyeXM0T0ZqdnZmZGVqbTlrYjdQWjFMOS9mejM1NUpNYU1XS0Uzbm5uSFhYcTFFa05HalRRaVJNbk5ILytmTDMyMm1zS0N3dkwwbnhwY2Z2NysrZG9uQUFBUEVnazdnRUFBQUFBeUFKUFQwK05HalZLYjczMWx0bldwRWtURlNwVTZMN21EUWtKeWJSVXp1clZxN00xNzZWTGwvVFJSeDlKa21KaVltUzFXdVhoNFdGdWNIdjY5T2tzejVXWW1LaWpSNDlLa3Q1KysyMUZSRVJvOWVyVk9uTGtpQllzV0pDdCtCdzVkdXlZWnMyYXBXSERoaWtoSVVHUmtaRlNhbW1jdm4zN3FtUEhqcXBldmJxNmRldW1KazJhYU1pUUlYWjErQjFKSzZ2anFJNC9BQURPaXNROUFBQUFBQUJaWUxWYU5XZk9ITHUySlV1VzZNaVJJM3IvL2ZmTmhQaTlXck5talE0ZE91U3c3L1pTT2ZjaWYvNzg2dHUzcjE1NzdUVXB0VDUrVEV5TXlwY3ZyNUVqUjBxU3hvMGJwMnZYcnVtbGwxNjY2M3c3ZCs1VVNrcUtTcFlzcWNhTkd5c2dJRURyMXEzVHFWT25OR1hLRkhYdTNEbGJjZDd1bTIrK1VWUlVsS1pObTZhU0pVdHE3dHk1WmwrZlBuM1VzV05IU2RLYmI3NnBuVHQzYXN1V0xUcDQ4S0NtVFp1bWF0V3FPWnp6bDE5K1VYeDh2SUtDZ2xTMmJObjdqaEVBZ0llRnhEMEFBQUFBQUhkeDVjb1ZEUjQ4V1B2MjdWT3RXclhVcGswYmpSOC9YdGV1WGRQKy9mdlZybDA3Tld2V1ROMjdkOWVUVHo1NVQzTy8vUExMYXRHaWhjTyttSmdZYmRxMDZaN204L1B6MDVFalI3Ung0MGFWTFZ0V1FVRkI2Y2JNbWpWTFo4K2VWWmt5WlhUdDJqVWxKU1VwZi83OEdjNjVZc1VLU1ZMUG5qM2w2dXBxSnZBM2I5NnNyVnUzWmp0eG4xWTNYNUwyN2R1bnNMQXcxYTFiVnlkUG50VDMzMzh2U1FvS0NsS25UcDNzamhzNGNLRGVlT01OL2ZYWFgzcjMzWGYxOWRkZk8xeDV2M1RwVWxrc0Z2WHQyemRiOFFFQWtGdEkzQU1BQUFBQWtJa0RCdzVvNk5DaHVuejVzbnIwNktHdVhic3FUNTQ4cWxLbGlnWU5HcVRUcDAvTE1BeXRYYnRXYTlldTFYUFBQYWZRMEZBMWFOQkFIaDRlZDUzZjFkVTF3M0d1cnZmMlovdWFOV3UwYXRVcUtiVVVqdFZxbFdFWTZjYjE2dFZMaXhZdDB1elpzN1ZpeFFwNWVucnFYLy82bDlxM2I1OXU3RysvL2FaZmYvMVZRVUZCZGlWOW1qUnBvczJiTjZ0OCtmTHBZcmo5RFlMazVHU0hzZjc1NTU4YU1XS0UrYmw1OCtabUdhS0pFeWNxT1RsWkFRRUJtakJoUXJvYS9KVXFWZEtycjc2cTVjdVg2OUtsUzVvN2Q2NkdEeDl1TjJiLy92M2F2SG16dW5mdkxqOC92N3RlT3dBQW5BbUpld0FBQUFBQUhFaEtTdExubjMrdWI3NzVSaSsrK0tMNjl1MnIwcVZMbS8xVnFsVFJraVZMTkdYS0ZLMWN1ZEpzMzcxN3QzYnYzaTFQVDArOThzb3I2dGV2bnp3OVBlL3B2Tjk5OTUzV3IxK3YrUGg0c3oyekZmR1N0SG56Wm8wYU5VcVMxTFJwVTdWczJWSy8vLzY3b3FPakZSY1hKMGw2NG9rbkpFa3VMaTdxM0xtemZIMTlOV0RBQUZtdFZuMzY2YWZ5OHZKU2NIQ3dPYWZOWnRQNDhlTlZ1WEpsalI4LzN1NTh6Wm8xazQrUGowcVhMbTNPTDBrdFc3WlV1M2J0ek04Ly9QQ0RidDI2bFM3ZWloVXJxbTdkdW9xSWlGRHQyclVWSGg0dVNmcnh4eCsxYTljdUJRWUdhc2FNR1diTWQrclVxWk9XTDE4dVNkcTJiVnU2YXpocTFDaUZoSVNvUjQ4ZW1WNDNBQUNja1V0dUJ3QUFBQUFBZ0RPeFdxMWF1blNwT25mdUxNTXd0SFRwVW8wYk44NHVhWjhtWDc1OCt1Q0REN1J3NFVMVnJsM2JiTStiTjY5R2p4NnRvVU9IM2xQU1hxa0orZzRkT21qZ3dJRTZmLzY4MmU3djc1L2hNWXNYTDlidzRjUFZzR0ZETFZteVJPUEdqVk85ZXZYVXFsVXJyVnExeXF5VjcrUGpZM2RjVUZDUW1leVhwTU9IRDl2MXo1OC9YeDRlSHBvM2I1N0RCd2RWcWxTeGF5OVVxRkM2MWUxUFB2bWtYbmpoaFhUbGJpUnArUERoS2xLa2lFYU1HQ0UzTnpmRng4ZHI3Tml4YXQyNnRUNy8vSE1WS0ZBZ3crL3M3ZTJ0d01CQVNaS2JtNXZaZnV2V0xRMGJOa3pQUHZ1c3hvd1prMjYxUGdBQWp3SlczQU1BQUFBQUlPbm16WnRhczJhTjR1TGlGQmdZcUsrLy9qcExwVzRrS1NBZ1FQUG56OWV2di82cXhZc1hxMFdMRm5yaGhSY3lQU1p2M3J5cVhidTI2dFNwNDdDL1pzMmFLbEdpaEVxV0xLblEwRkF6U1gyblgzLzlWWVVLRmRLNmRldFV1SEJodXo0dkx5K0ZoSVJvNGNLRnFsdTNybnIyN0pudStPRGdZTVhHeHVydzRjTnEyN2F0MmI1anh3NjV1cnJxczg4K3UydkpIbTl2YjMzOTlkZXFVS0ZDdW11MmRPblNESS96OHZMU2loVXJWS2hRSWQyNGNVT1RKazNTQng5OGNOZHJsNlovLy83NjczLy9xNVl0VzVwdFU2Wk1VWnMyYmZUODg4OW5hUTRBQUp3Umo1MEJBTmxXc1ZxdDlBVlRKY1Vjam56NHdRQ1BvVXJWYXp0cy8vUElmdTdoQUR3U3VGZHdEb21KaVhKemM3dm5sZjhQMjYxYnQ1U1NrbkxmY2Rwc05ybTQvSE1LREhDL0FBQ1BKMWJjQXdBQUFBRHdHTXVzM0l3emNYTnpzeXQ1azEzL3BLUTlBT0R4eFc4ek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VDMjJRempiMGZ0OFgvOTlmQ0RBUjR6ZjEyNjVMRGR5T0QvSFFBNEk1dGhYSFBVZnY3Q2hZY2ZEUEFZdW5EeG9zUDJqUDd2QVFBZUhTVHVBUURaWnJISVlZWis0dzliSG40d3dHTm15OWJ0R1hWZGZyaVJBRUQyV1dTSmQ5Uys2cnZ2SDM0d3dHTm96YnFORHRzdEZqbGVBUUFBZUdTNDVuWUFBSUJIbUtGb1dWVHV6dWJwcytmS01BeTFlRGxFaFFzWHlwM1lnRWZVNVN0WHRHbnpUNW8rKzNPSC9SYnB4RU1QQ2dDeXpmaERzcFMvczNYMjUxL0kzZDFkcnpSL1dWNWV4WEluTk9BUmRqRStYaHQrMktKWm44MTNQTUJROU1PT0NRQ1FzeXk1SFFBQTRORlYzcS9taHhhTFJsb3NGbjZmQUErQllSaUd4VERHL1huMDRQRGNqZ1VBc3FLOGI4MkJGaGRONUY0QmVIZ013ekFNR2NOUC9uNXdYRzdIQWdESVBrcmxBQUN5eldLenJKWXNjYmtkQi9DUFlkRUZtOFcyTnJmREFJQ3NTa2xKL3RZaW5jbnRPSUIvRnN1NUZCbXJjenNLQU1EOUlYRVBBTWkyNU92eFJ3MFpLd3pEc09WMkxNRGp6akFNbTJIVEd1dGxsd081SFFzQVpOWHBhT09VSWYzSE1KU1MyN0VBL3dTR29SUVp0bVduclluSGNqc1dBTUQ5eVpQYkFRQUFIbDBKQ1FuSitiMktST2VSMjlPU1VaYlg0SUVId3pBTW0wV1dmY20zYmc0NGQvbzMzbklCOEFpNW1GS29XTWtZRnhkTG9HRVlGYmhYQUI0Y3d6QnNzbGgyR0lZeDdHcjBVWWNiUXdNQUhoMGs3Z0VBOXlVeFB2NnZmTVZLN01oanNYaFlMQ29yV2ZMbmRrekFZOFhRUmNQUU44bTNMQU5PeDBTeGVnN0FJK2ZxWCtldjVDOVViSmZGeGVJbXFZekZZaW1ZMnpFQmp4OGp6cEMrTWxKc1EwLzljZWpQM0k0R0FIRC9XTzBBQU1nWlBqNGVGVnp5VmpUazBzSmlVUU5aVk5XUXZGMHNKUEtCZTJISXVDYkRPQzNwcUF4amh5MGw1WHVYNUwralQ1dzRZYzN0MkFEZy9sUjNMMXZKcllLcnF5MUVMcGJHRnNQRlh4YVZ0VmhFSWgrNFI0WmhKTXBpbkxZWWxzT0dZVVRJTURhYytDTWxSanA4TTdkakF3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E0cS84SGhQSFU3RTVKeC9zQUFBQUFTVVZPUks1Q1lJST0iLAoJIlRoZW1lIiA6ICIiLAoJIlR5cGUiIDogImZsb3ciLAoJIlVzZXJJZCIgOiAiNTIxMjYzNTQyIiwKCSJWZXJzaW9uIiA6ICIyNiIKfQo="/>
    </extobj>
  </extobjs>
</s:customData>
</file>

<file path=customXml/itemProps18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江城圆体 400W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任凯</cp:lastModifiedBy>
  <cp:revision>166</cp:revision>
  <dcterms:created xsi:type="dcterms:W3CDTF">2026-02-28T15:33:21Z</dcterms:created>
  <dcterms:modified xsi:type="dcterms:W3CDTF">2026-02-28T15:33:21Z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5FE72D0B27E42CEBDB5B99690B820BC7_41</vt:lpwstr>
  </property>
</Properties>
</file>